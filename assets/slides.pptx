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98" r:id="rId3"/>
    <p:sldId id="333" r:id="rId4"/>
    <p:sldId id="335" r:id="rId5"/>
    <p:sldId id="332" r:id="rId6"/>
    <p:sldId id="293" r:id="rId7"/>
    <p:sldId id="294" r:id="rId8"/>
    <p:sldId id="312" r:id="rId9"/>
    <p:sldId id="297" r:id="rId10"/>
    <p:sldId id="316" r:id="rId11"/>
    <p:sldId id="299" r:id="rId12"/>
    <p:sldId id="305" r:id="rId13"/>
    <p:sldId id="336" r:id="rId14"/>
    <p:sldId id="308" r:id="rId15"/>
    <p:sldId id="325" r:id="rId16"/>
    <p:sldId id="329" r:id="rId17"/>
    <p:sldId id="330" r:id="rId18"/>
    <p:sldId id="331" r:id="rId19"/>
    <p:sldId id="318" r:id="rId20"/>
    <p:sldId id="315" r:id="rId21"/>
    <p:sldId id="320" r:id="rId22"/>
    <p:sldId id="340" r:id="rId23"/>
    <p:sldId id="339" r:id="rId24"/>
    <p:sldId id="338" r:id="rId25"/>
    <p:sldId id="302" r:id="rId26"/>
    <p:sldId id="306" r:id="rId27"/>
    <p:sldId id="303" r:id="rId28"/>
    <p:sldId id="321" r:id="rId29"/>
    <p:sldId id="328" r:id="rId30"/>
    <p:sldId id="324" r:id="rId31"/>
    <p:sldId id="323" r:id="rId32"/>
    <p:sldId id="292" r:id="rId33"/>
    <p:sldId id="30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D9943"/>
    <a:srgbClr val="3FBE50"/>
    <a:srgbClr val="F2AA84"/>
    <a:srgbClr val="B4E5A2"/>
    <a:srgbClr val="1E5C79"/>
    <a:srgbClr val="3987E5"/>
    <a:srgbClr val="0C80AD"/>
    <a:srgbClr val="7697A9"/>
    <a:srgbClr val="10477F"/>
    <a:srgbClr val="B53C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75" autoAdjust="0"/>
    <p:restoredTop sz="81176" autoAdjust="0"/>
  </p:normalViewPr>
  <p:slideViewPr>
    <p:cSldViewPr snapToGrid="0">
      <p:cViewPr varScale="1">
        <p:scale>
          <a:sx n="67" d="100"/>
          <a:sy n="67" d="100"/>
        </p:scale>
        <p:origin x="1104" y="53"/>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litha Sivakumar" userId="97edc6261cb124e6" providerId="LiveId" clId="{35434D6F-2C91-4B94-8CDA-DECBD3A2397E}"/>
    <pc:docChg chg="undo redo custSel addSld delSld modSld sldOrd">
      <pc:chgData name="Lalitha Sivakumar" userId="97edc6261cb124e6" providerId="LiveId" clId="{35434D6F-2C91-4B94-8CDA-DECBD3A2397E}" dt="2026-09-27T16:40:36.078" v="69846" actId="20577"/>
      <pc:docMkLst>
        <pc:docMk/>
      </pc:docMkLst>
      <pc:sldChg chg="addSp delSp modSp mod modNotesTx">
        <pc:chgData name="Lalitha Sivakumar" userId="97edc6261cb124e6" providerId="LiveId" clId="{35434D6F-2C91-4B94-8CDA-DECBD3A2397E}" dt="2026-09-21T05:32:19.306" v="69662" actId="20577"/>
        <pc:sldMkLst>
          <pc:docMk/>
          <pc:sldMk cId="1259333341" sldId="256"/>
        </pc:sldMkLst>
        <pc:spChg chg="mod">
          <ac:chgData name="Lalitha Sivakumar" userId="97edc6261cb124e6" providerId="LiveId" clId="{35434D6F-2C91-4B94-8CDA-DECBD3A2397E}" dt="2026-09-09T13:32:54.153" v="9176" actId="20577"/>
          <ac:spMkLst>
            <pc:docMk/>
            <pc:sldMk cId="1259333341" sldId="256"/>
            <ac:spMk id="2" creationId="{A4C87B36-1FA7-B967-A699-D5985FFCDD2D}"/>
          </ac:spMkLst>
        </pc:spChg>
        <pc:spChg chg="add mod">
          <ac:chgData name="Lalitha Sivakumar" userId="97edc6261cb124e6" providerId="LiveId" clId="{35434D6F-2C91-4B94-8CDA-DECBD3A2397E}" dt="2026-09-09T10:35:16.176" v="8155" actId="20577"/>
          <ac:spMkLst>
            <pc:docMk/>
            <pc:sldMk cId="1259333341" sldId="256"/>
            <ac:spMk id="4" creationId="{4A880CB7-8D5E-CF97-A65C-64EB4E848357}"/>
          </ac:spMkLst>
        </pc:spChg>
      </pc:sldChg>
      <pc:sldChg chg="addSp delSp modSp new mod ord modShow modNotesTx">
        <pc:chgData name="Lalitha Sivakumar" userId="97edc6261cb124e6" providerId="LiveId" clId="{35434D6F-2C91-4B94-8CDA-DECBD3A2397E}" dt="2026-09-19T19:04:47.273" v="45666"/>
        <pc:sldMkLst>
          <pc:docMk/>
          <pc:sldMk cId="2015659854" sldId="292"/>
        </pc:sldMkLst>
        <pc:spChg chg="mod">
          <ac:chgData name="Lalitha Sivakumar" userId="97edc6261cb124e6" providerId="LiveId" clId="{35434D6F-2C91-4B94-8CDA-DECBD3A2397E}" dt="2026-09-17T08:45:14.971" v="26474" actId="20577"/>
          <ac:spMkLst>
            <pc:docMk/>
            <pc:sldMk cId="2015659854" sldId="292"/>
            <ac:spMk id="2" creationId="{278933CF-64CF-56DD-A07C-D5D16E249E9C}"/>
          </ac:spMkLst>
        </pc:spChg>
        <pc:spChg chg="add del mod">
          <ac:chgData name="Lalitha Sivakumar" userId="97edc6261cb124e6" providerId="LiveId" clId="{35434D6F-2C91-4B94-8CDA-DECBD3A2397E}" dt="2026-09-19T09:09:21.558" v="44853" actId="21"/>
          <ac:spMkLst>
            <pc:docMk/>
            <pc:sldMk cId="2015659854" sldId="292"/>
            <ac:spMk id="6" creationId="{F38B0630-0769-5A44-FD00-43FC8A85BC58}"/>
          </ac:spMkLst>
        </pc:spChg>
        <pc:spChg chg="add mod">
          <ac:chgData name="Lalitha Sivakumar" userId="97edc6261cb124e6" providerId="LiveId" clId="{35434D6F-2C91-4B94-8CDA-DECBD3A2397E}" dt="2026-09-15T12:26:13.992" v="22710" actId="1076"/>
          <ac:spMkLst>
            <pc:docMk/>
            <pc:sldMk cId="2015659854" sldId="292"/>
            <ac:spMk id="9" creationId="{2895CCD8-893F-60F7-8036-51D162A1ADEC}"/>
          </ac:spMkLst>
        </pc:spChg>
        <pc:spChg chg="add">
          <ac:chgData name="Lalitha Sivakumar" userId="97edc6261cb124e6" providerId="LiveId" clId="{35434D6F-2C91-4B94-8CDA-DECBD3A2397E}" dt="2026-09-11T07:00:19.866" v="12847" actId="22"/>
          <ac:spMkLst>
            <pc:docMk/>
            <pc:sldMk cId="2015659854" sldId="292"/>
            <ac:spMk id="11" creationId="{C1AF7F01-3DC4-7999-D6C8-158CB18590D1}"/>
          </ac:spMkLst>
        </pc:spChg>
        <pc:spChg chg="add del mod">
          <ac:chgData name="Lalitha Sivakumar" userId="97edc6261cb124e6" providerId="LiveId" clId="{35434D6F-2C91-4B94-8CDA-DECBD3A2397E}" dt="2026-09-19T09:09:21.558" v="44853" actId="21"/>
          <ac:spMkLst>
            <pc:docMk/>
            <pc:sldMk cId="2015659854" sldId="292"/>
            <ac:spMk id="12" creationId="{EB5BE9AC-8357-7B92-F0AE-47420C2BB219}"/>
          </ac:spMkLst>
        </pc:spChg>
        <pc:spChg chg="add del mod">
          <ac:chgData name="Lalitha Sivakumar" userId="97edc6261cb124e6" providerId="LiveId" clId="{35434D6F-2C91-4B94-8CDA-DECBD3A2397E}" dt="2026-09-19T09:09:21.558" v="44853" actId="21"/>
          <ac:spMkLst>
            <pc:docMk/>
            <pc:sldMk cId="2015659854" sldId="292"/>
            <ac:spMk id="17" creationId="{B7C566B5-B45D-6C29-8793-51AE27DB9D87}"/>
          </ac:spMkLst>
        </pc:spChg>
        <pc:spChg chg="add del mod">
          <ac:chgData name="Lalitha Sivakumar" userId="97edc6261cb124e6" providerId="LiveId" clId="{35434D6F-2C91-4B94-8CDA-DECBD3A2397E}" dt="2026-09-19T09:09:21.558" v="44853" actId="21"/>
          <ac:spMkLst>
            <pc:docMk/>
            <pc:sldMk cId="2015659854" sldId="292"/>
            <ac:spMk id="19" creationId="{5D9237E4-6B21-06E7-3369-EDAE2E9F2394}"/>
          </ac:spMkLst>
        </pc:spChg>
        <pc:spChg chg="add del mod">
          <ac:chgData name="Lalitha Sivakumar" userId="97edc6261cb124e6" providerId="LiveId" clId="{35434D6F-2C91-4B94-8CDA-DECBD3A2397E}" dt="2026-09-19T09:09:21.558" v="44853" actId="21"/>
          <ac:spMkLst>
            <pc:docMk/>
            <pc:sldMk cId="2015659854" sldId="292"/>
            <ac:spMk id="44" creationId="{79BC471F-4251-8EA0-2DE9-3579070E5237}"/>
          </ac:spMkLst>
        </pc:spChg>
        <pc:spChg chg="add del mod">
          <ac:chgData name="Lalitha Sivakumar" userId="97edc6261cb124e6" providerId="LiveId" clId="{35434D6F-2C91-4B94-8CDA-DECBD3A2397E}" dt="2026-09-19T09:09:21.558" v="44853" actId="21"/>
          <ac:spMkLst>
            <pc:docMk/>
            <pc:sldMk cId="2015659854" sldId="292"/>
            <ac:spMk id="54" creationId="{52B5B220-9DF6-658E-821B-C2847DAE7339}"/>
          </ac:spMkLst>
        </pc:spChg>
        <pc:spChg chg="add mod">
          <ac:chgData name="Lalitha Sivakumar" userId="97edc6261cb124e6" providerId="LiveId" clId="{35434D6F-2C91-4B94-8CDA-DECBD3A2397E}" dt="2026-09-17T08:50:01.688" v="26498" actId="403"/>
          <ac:spMkLst>
            <pc:docMk/>
            <pc:sldMk cId="2015659854" sldId="292"/>
            <ac:spMk id="55" creationId="{A21EFBF2-0BDE-3AA6-5E48-DC4B95590011}"/>
          </ac:spMkLst>
        </pc:spChg>
        <pc:spChg chg="add mod">
          <ac:chgData name="Lalitha Sivakumar" userId="97edc6261cb124e6" providerId="LiveId" clId="{35434D6F-2C91-4B94-8CDA-DECBD3A2397E}" dt="2026-09-17T08:49:06.835" v="26480" actId="1076"/>
          <ac:spMkLst>
            <pc:docMk/>
            <pc:sldMk cId="2015659854" sldId="292"/>
            <ac:spMk id="56" creationId="{E45FD2BE-9D44-4F3F-11C5-DE56972DB50B}"/>
          </ac:spMkLst>
        </pc:spChg>
        <pc:spChg chg="add mod">
          <ac:chgData name="Lalitha Sivakumar" userId="97edc6261cb124e6" providerId="LiveId" clId="{35434D6F-2C91-4B94-8CDA-DECBD3A2397E}" dt="2026-09-17T08:50:28.705" v="26506" actId="1076"/>
          <ac:spMkLst>
            <pc:docMk/>
            <pc:sldMk cId="2015659854" sldId="292"/>
            <ac:spMk id="57" creationId="{CEC5F08C-F786-4CA9-9310-19C542DDA8E0}"/>
          </ac:spMkLst>
        </pc:spChg>
        <pc:spChg chg="add mod">
          <ac:chgData name="Lalitha Sivakumar" userId="97edc6261cb124e6" providerId="LiveId" clId="{35434D6F-2C91-4B94-8CDA-DECBD3A2397E}" dt="2026-09-17T08:49:50.263" v="26494" actId="403"/>
          <ac:spMkLst>
            <pc:docMk/>
            <pc:sldMk cId="2015659854" sldId="292"/>
            <ac:spMk id="58" creationId="{C0266014-A6BE-7161-803F-7AFF7F512408}"/>
          </ac:spMkLst>
        </pc:spChg>
        <pc:spChg chg="add mod">
          <ac:chgData name="Lalitha Sivakumar" userId="97edc6261cb124e6" providerId="LiveId" clId="{35434D6F-2C91-4B94-8CDA-DECBD3A2397E}" dt="2026-09-17T08:49:12.068" v="26482" actId="403"/>
          <ac:spMkLst>
            <pc:docMk/>
            <pc:sldMk cId="2015659854" sldId="292"/>
            <ac:spMk id="64" creationId="{491985CA-FB26-680C-85D4-2163594D6496}"/>
          </ac:spMkLst>
        </pc:spChg>
        <pc:spChg chg="add mod">
          <ac:chgData name="Lalitha Sivakumar" userId="97edc6261cb124e6" providerId="LiveId" clId="{35434D6F-2C91-4B94-8CDA-DECBD3A2397E}" dt="2026-09-17T08:48:57.844" v="26477" actId="1076"/>
          <ac:spMkLst>
            <pc:docMk/>
            <pc:sldMk cId="2015659854" sldId="292"/>
            <ac:spMk id="68" creationId="{1A3D10B6-03B4-49B6-A0B4-EACE2208EB37}"/>
          </ac:spMkLst>
        </pc:spChg>
        <pc:spChg chg="add mod">
          <ac:chgData name="Lalitha Sivakumar" userId="97edc6261cb124e6" providerId="LiveId" clId="{35434D6F-2C91-4B94-8CDA-DECBD3A2397E}" dt="2026-09-17T08:49:53.336" v="26495" actId="403"/>
          <ac:spMkLst>
            <pc:docMk/>
            <pc:sldMk cId="2015659854" sldId="292"/>
            <ac:spMk id="71" creationId="{E525C1F9-1F77-A3B0-5FF6-B23A33639BAD}"/>
          </ac:spMkLst>
        </pc:spChg>
        <pc:spChg chg="add mod">
          <ac:chgData name="Lalitha Sivakumar" userId="97edc6261cb124e6" providerId="LiveId" clId="{35434D6F-2C91-4B94-8CDA-DECBD3A2397E}" dt="2026-09-15T12:26:13.992" v="22710" actId="1076"/>
          <ac:spMkLst>
            <pc:docMk/>
            <pc:sldMk cId="2015659854" sldId="292"/>
            <ac:spMk id="72" creationId="{02627CCA-F9A2-44CE-6925-3213B080784A}"/>
          </ac:spMkLst>
        </pc:spChg>
        <pc:spChg chg="add mod">
          <ac:chgData name="Lalitha Sivakumar" userId="97edc6261cb124e6" providerId="LiveId" clId="{35434D6F-2C91-4B94-8CDA-DECBD3A2397E}" dt="2026-09-15T12:26:13.992" v="22710" actId="1076"/>
          <ac:spMkLst>
            <pc:docMk/>
            <pc:sldMk cId="2015659854" sldId="292"/>
            <ac:spMk id="73" creationId="{C60B0A1C-359C-7154-66FD-4DE299367DFE}"/>
          </ac:spMkLst>
        </pc:spChg>
        <pc:spChg chg="add del mod">
          <ac:chgData name="Lalitha Sivakumar" userId="97edc6261cb124e6" providerId="LiveId" clId="{35434D6F-2C91-4B94-8CDA-DECBD3A2397E}" dt="2026-09-19T09:09:18.296" v="44851" actId="21"/>
          <ac:spMkLst>
            <pc:docMk/>
            <pc:sldMk cId="2015659854" sldId="292"/>
            <ac:spMk id="130" creationId="{62BD0B37-2C46-A80F-2479-135712CFD0FA}"/>
          </ac:spMkLst>
        </pc:spChg>
        <pc:spChg chg="add mod">
          <ac:chgData name="Lalitha Sivakumar" userId="97edc6261cb124e6" providerId="LiveId" clId="{35434D6F-2C91-4B94-8CDA-DECBD3A2397E}" dt="2026-09-15T12:26:19.643" v="22712" actId="20577"/>
          <ac:spMkLst>
            <pc:docMk/>
            <pc:sldMk cId="2015659854" sldId="292"/>
            <ac:spMk id="140" creationId="{F68499ED-4439-3A8F-8607-66B85A36A341}"/>
          </ac:spMkLst>
        </pc:spChg>
        <pc:cxnChg chg="add del mod">
          <ac:chgData name="Lalitha Sivakumar" userId="97edc6261cb124e6" providerId="LiveId" clId="{35434D6F-2C91-4B94-8CDA-DECBD3A2397E}" dt="2026-09-19T09:09:21.558" v="44853" actId="21"/>
          <ac:cxnSpMkLst>
            <pc:docMk/>
            <pc:sldMk cId="2015659854" sldId="292"/>
            <ac:cxnSpMk id="20" creationId="{6E0A06CF-F300-801E-E9B6-8075CE5E8D4D}"/>
          </ac:cxnSpMkLst>
        </pc:cxnChg>
        <pc:cxnChg chg="add del mod">
          <ac:chgData name="Lalitha Sivakumar" userId="97edc6261cb124e6" providerId="LiveId" clId="{35434D6F-2C91-4B94-8CDA-DECBD3A2397E}" dt="2026-09-19T09:09:21.558" v="44853" actId="21"/>
          <ac:cxnSpMkLst>
            <pc:docMk/>
            <pc:sldMk cId="2015659854" sldId="292"/>
            <ac:cxnSpMk id="34" creationId="{975636FA-23DA-5329-5635-C102036C4A94}"/>
          </ac:cxnSpMkLst>
        </pc:cxnChg>
        <pc:cxnChg chg="add del mod">
          <ac:chgData name="Lalitha Sivakumar" userId="97edc6261cb124e6" providerId="LiveId" clId="{35434D6F-2C91-4B94-8CDA-DECBD3A2397E}" dt="2026-09-19T09:09:21.558" v="44853" actId="21"/>
          <ac:cxnSpMkLst>
            <pc:docMk/>
            <pc:sldMk cId="2015659854" sldId="292"/>
            <ac:cxnSpMk id="42" creationId="{3FFF4B9C-C7A2-9A7F-4D04-69556FE17FEB}"/>
          </ac:cxnSpMkLst>
        </pc:cxnChg>
        <pc:cxnChg chg="add del mod">
          <ac:chgData name="Lalitha Sivakumar" userId="97edc6261cb124e6" providerId="LiveId" clId="{35434D6F-2C91-4B94-8CDA-DECBD3A2397E}" dt="2026-09-19T09:09:21.558" v="44853" actId="21"/>
          <ac:cxnSpMkLst>
            <pc:docMk/>
            <pc:sldMk cId="2015659854" sldId="292"/>
            <ac:cxnSpMk id="51" creationId="{7A68A0BD-F9F9-1A1D-50F4-1B9059B5BAD9}"/>
          </ac:cxnSpMkLst>
        </pc:cxnChg>
        <pc:cxnChg chg="mod">
          <ac:chgData name="Lalitha Sivakumar" userId="97edc6261cb124e6" providerId="LiveId" clId="{35434D6F-2C91-4B94-8CDA-DECBD3A2397E}" dt="2026-09-15T10:20:06.956" v="19366" actId="1076"/>
          <ac:cxnSpMkLst>
            <pc:docMk/>
            <pc:sldMk cId="2015659854" sldId="292"/>
            <ac:cxnSpMk id="59" creationId="{74A039AA-EAA2-EF71-329B-57986194FBC5}"/>
          </ac:cxnSpMkLst>
        </pc:cxnChg>
        <pc:cxnChg chg="add mod">
          <ac:chgData name="Lalitha Sivakumar" userId="97edc6261cb124e6" providerId="LiveId" clId="{35434D6F-2C91-4B94-8CDA-DECBD3A2397E}" dt="2026-09-15T10:20:01.340" v="19365" actId="14100"/>
          <ac:cxnSpMkLst>
            <pc:docMk/>
            <pc:sldMk cId="2015659854" sldId="292"/>
            <ac:cxnSpMk id="60" creationId="{0DF80BBC-84FE-859E-810D-7F5B1ED0DE8C}"/>
          </ac:cxnSpMkLst>
        </pc:cxnChg>
        <pc:cxnChg chg="mod">
          <ac:chgData name="Lalitha Sivakumar" userId="97edc6261cb124e6" providerId="LiveId" clId="{35434D6F-2C91-4B94-8CDA-DECBD3A2397E}" dt="2026-09-15T10:20:58.475" v="19372" actId="1076"/>
          <ac:cxnSpMkLst>
            <pc:docMk/>
            <pc:sldMk cId="2015659854" sldId="292"/>
            <ac:cxnSpMk id="61" creationId="{0DA5E4EA-A2B0-05DA-736F-19B584CC7EEA}"/>
          </ac:cxnSpMkLst>
        </pc:cxnChg>
        <pc:cxnChg chg="add mod">
          <ac:chgData name="Lalitha Sivakumar" userId="97edc6261cb124e6" providerId="LiveId" clId="{35434D6F-2C91-4B94-8CDA-DECBD3A2397E}" dt="2026-09-15T11:03:46.357" v="21561" actId="14100"/>
          <ac:cxnSpMkLst>
            <pc:docMk/>
            <pc:sldMk cId="2015659854" sldId="292"/>
            <ac:cxnSpMk id="62" creationId="{16E712B5-8099-84F3-71BC-B69EA3CA4A08}"/>
          </ac:cxnSpMkLst>
        </pc:cxnChg>
        <pc:cxnChg chg="add mod">
          <ac:chgData name="Lalitha Sivakumar" userId="97edc6261cb124e6" providerId="LiveId" clId="{35434D6F-2C91-4B94-8CDA-DECBD3A2397E}" dt="2026-09-15T11:03:56.007" v="21562" actId="14100"/>
          <ac:cxnSpMkLst>
            <pc:docMk/>
            <pc:sldMk cId="2015659854" sldId="292"/>
            <ac:cxnSpMk id="63" creationId="{7C692F55-0A89-96B8-2956-F96738FBE236}"/>
          </ac:cxnSpMkLst>
        </pc:cxnChg>
        <pc:cxnChg chg="mod">
          <ac:chgData name="Lalitha Sivakumar" userId="97edc6261cb124e6" providerId="LiveId" clId="{35434D6F-2C91-4B94-8CDA-DECBD3A2397E}" dt="2026-09-15T10:35:26.790" v="19966" actId="1076"/>
          <ac:cxnSpMkLst>
            <pc:docMk/>
            <pc:sldMk cId="2015659854" sldId="292"/>
            <ac:cxnSpMk id="65" creationId="{8B776D49-0C6B-9701-1731-D972B08E14B8}"/>
          </ac:cxnSpMkLst>
        </pc:cxnChg>
        <pc:cxnChg chg="add mod">
          <ac:chgData name="Lalitha Sivakumar" userId="97edc6261cb124e6" providerId="LiveId" clId="{35434D6F-2C91-4B94-8CDA-DECBD3A2397E}" dt="2026-09-15T10:35:26.790" v="19966" actId="1076"/>
          <ac:cxnSpMkLst>
            <pc:docMk/>
            <pc:sldMk cId="2015659854" sldId="292"/>
            <ac:cxnSpMk id="66" creationId="{623F0558-0B1A-561F-620C-370E66DFA0B7}"/>
          </ac:cxnSpMkLst>
        </pc:cxnChg>
        <pc:cxnChg chg="add mod">
          <ac:chgData name="Lalitha Sivakumar" userId="97edc6261cb124e6" providerId="LiveId" clId="{35434D6F-2C91-4B94-8CDA-DECBD3A2397E}" dt="2026-09-15T10:36:05.565" v="19973" actId="14100"/>
          <ac:cxnSpMkLst>
            <pc:docMk/>
            <pc:sldMk cId="2015659854" sldId="292"/>
            <ac:cxnSpMk id="134" creationId="{099F7126-921B-388E-ACB7-1FD096F7A3A0}"/>
          </ac:cxnSpMkLst>
        </pc:cxnChg>
      </pc:sldChg>
      <pc:sldChg chg="addSp delSp modSp new mod ord modNotesTx">
        <pc:chgData name="Lalitha Sivakumar" userId="97edc6261cb124e6" providerId="LiveId" clId="{35434D6F-2C91-4B94-8CDA-DECBD3A2397E}" dt="2026-09-20T18:07:14.644" v="54485" actId="20577"/>
        <pc:sldMkLst>
          <pc:docMk/>
          <pc:sldMk cId="105348569" sldId="293"/>
        </pc:sldMkLst>
        <pc:spChg chg="add mod">
          <ac:chgData name="Lalitha Sivakumar" userId="97edc6261cb124e6" providerId="LiveId" clId="{35434D6F-2C91-4B94-8CDA-DECBD3A2397E}" dt="2026-09-09T10:28:06.970" v="8066" actId="1076"/>
          <ac:spMkLst>
            <pc:docMk/>
            <pc:sldMk cId="105348569" sldId="293"/>
            <ac:spMk id="9" creationId="{FA07E832-56B9-17B3-826C-BF3ABE8E554A}"/>
          </ac:spMkLst>
        </pc:spChg>
        <pc:spChg chg="add mod">
          <ac:chgData name="Lalitha Sivakumar" userId="97edc6261cb124e6" providerId="LiveId" clId="{35434D6F-2C91-4B94-8CDA-DECBD3A2397E}" dt="2026-09-09T10:28:28.588" v="8068" actId="14100"/>
          <ac:spMkLst>
            <pc:docMk/>
            <pc:sldMk cId="105348569" sldId="293"/>
            <ac:spMk id="11" creationId="{203A6ADD-B171-BBD1-A11B-7DD6E9CF0D0A}"/>
          </ac:spMkLst>
        </pc:spChg>
        <pc:spChg chg="add mod">
          <ac:chgData name="Lalitha Sivakumar" userId="97edc6261cb124e6" providerId="LiveId" clId="{35434D6F-2C91-4B94-8CDA-DECBD3A2397E}" dt="2026-09-09T05:33:07.246" v="7437" actId="404"/>
          <ac:spMkLst>
            <pc:docMk/>
            <pc:sldMk cId="105348569" sldId="293"/>
            <ac:spMk id="12" creationId="{DF8BEC50-FCAC-F52C-B7EF-DAFA0DD40F6F}"/>
          </ac:spMkLst>
        </pc:spChg>
        <pc:spChg chg="add mod">
          <ac:chgData name="Lalitha Sivakumar" userId="97edc6261cb124e6" providerId="LiveId" clId="{35434D6F-2C91-4B94-8CDA-DECBD3A2397E}" dt="2026-09-20T18:00:26.046" v="53973" actId="20577"/>
          <ac:spMkLst>
            <pc:docMk/>
            <pc:sldMk cId="105348569" sldId="293"/>
            <ac:spMk id="15" creationId="{318D4BCD-F5EA-6D43-D8BB-99894DFBFA87}"/>
          </ac:spMkLst>
        </pc:spChg>
        <pc:spChg chg="add mod">
          <ac:chgData name="Lalitha Sivakumar" userId="97edc6261cb124e6" providerId="LiveId" clId="{35434D6F-2C91-4B94-8CDA-DECBD3A2397E}" dt="2026-09-15T11:20:36.651" v="21811" actId="207"/>
          <ac:spMkLst>
            <pc:docMk/>
            <pc:sldMk cId="105348569" sldId="293"/>
            <ac:spMk id="16" creationId="{89280A04-3A23-A14F-594D-BA8EA3096884}"/>
          </ac:spMkLst>
        </pc:spChg>
        <pc:spChg chg="add mod ord">
          <ac:chgData name="Lalitha Sivakumar" userId="97edc6261cb124e6" providerId="LiveId" clId="{35434D6F-2C91-4B94-8CDA-DECBD3A2397E}" dt="2026-09-09T05:11:47.814" v="7317" actId="166"/>
          <ac:spMkLst>
            <pc:docMk/>
            <pc:sldMk cId="105348569" sldId="293"/>
            <ac:spMk id="18" creationId="{BE465FEF-B4B4-9DAA-0F75-55569598418F}"/>
          </ac:spMkLst>
        </pc:spChg>
        <pc:spChg chg="add mod">
          <ac:chgData name="Lalitha Sivakumar" userId="97edc6261cb124e6" providerId="LiveId" clId="{35434D6F-2C91-4B94-8CDA-DECBD3A2397E}" dt="2026-09-09T05:11:40.572" v="7316" actId="164"/>
          <ac:spMkLst>
            <pc:docMk/>
            <pc:sldMk cId="105348569" sldId="293"/>
            <ac:spMk id="20" creationId="{FB78A6D8-B943-8850-BD4E-BFC52E82065F}"/>
          </ac:spMkLst>
        </pc:spChg>
        <pc:spChg chg="add mod">
          <ac:chgData name="Lalitha Sivakumar" userId="97edc6261cb124e6" providerId="LiveId" clId="{35434D6F-2C91-4B94-8CDA-DECBD3A2397E}" dt="2026-09-09T05:11:40.572" v="7316" actId="164"/>
          <ac:spMkLst>
            <pc:docMk/>
            <pc:sldMk cId="105348569" sldId="293"/>
            <ac:spMk id="22" creationId="{F031636E-6A89-CFA0-D4C6-CC8681A492A5}"/>
          </ac:spMkLst>
        </pc:spChg>
        <pc:spChg chg="add mod">
          <ac:chgData name="Lalitha Sivakumar" userId="97edc6261cb124e6" providerId="LiveId" clId="{35434D6F-2C91-4B94-8CDA-DECBD3A2397E}" dt="2026-09-09T05:33:12.214" v="7439" actId="404"/>
          <ac:spMkLst>
            <pc:docMk/>
            <pc:sldMk cId="105348569" sldId="293"/>
            <ac:spMk id="25" creationId="{F1318BB7-10BB-8D31-7054-F0ECA54EBDC5}"/>
          </ac:spMkLst>
        </pc:spChg>
        <pc:spChg chg="add mod">
          <ac:chgData name="Lalitha Sivakumar" userId="97edc6261cb124e6" providerId="LiveId" clId="{35434D6F-2C91-4B94-8CDA-DECBD3A2397E}" dt="2026-09-17T12:06:59.094" v="31252" actId="20577"/>
          <ac:spMkLst>
            <pc:docMk/>
            <pc:sldMk cId="105348569" sldId="293"/>
            <ac:spMk id="53" creationId="{1FF874F5-54E1-F820-2BBE-E56C0C8D2781}"/>
          </ac:spMkLst>
        </pc:spChg>
        <pc:spChg chg="add mod">
          <ac:chgData name="Lalitha Sivakumar" userId="97edc6261cb124e6" providerId="LiveId" clId="{35434D6F-2C91-4B94-8CDA-DECBD3A2397E}" dt="2026-09-15T11:20:02.711" v="21809" actId="207"/>
          <ac:spMkLst>
            <pc:docMk/>
            <pc:sldMk cId="105348569" sldId="293"/>
            <ac:spMk id="55" creationId="{96F229C3-031F-2BF6-F4D0-5C396479D970}"/>
          </ac:spMkLst>
        </pc:spChg>
        <pc:spChg chg="add mod">
          <ac:chgData name="Lalitha Sivakumar" userId="97edc6261cb124e6" providerId="LiveId" clId="{35434D6F-2C91-4B94-8CDA-DECBD3A2397E}" dt="2026-09-09T12:03:43.288" v="8681" actId="164"/>
          <ac:spMkLst>
            <pc:docMk/>
            <pc:sldMk cId="105348569" sldId="293"/>
            <ac:spMk id="56" creationId="{52D096D3-B019-F373-F84A-270BE497372C}"/>
          </ac:spMkLst>
        </pc:spChg>
        <pc:spChg chg="add mod">
          <ac:chgData name="Lalitha Sivakumar" userId="97edc6261cb124e6" providerId="LiveId" clId="{35434D6F-2C91-4B94-8CDA-DECBD3A2397E}" dt="2026-09-09T12:03:43.288" v="8681" actId="164"/>
          <ac:spMkLst>
            <pc:docMk/>
            <pc:sldMk cId="105348569" sldId="293"/>
            <ac:spMk id="59" creationId="{ED060508-3EE3-57EC-B570-29CE37EC3F67}"/>
          </ac:spMkLst>
        </pc:spChg>
        <pc:spChg chg="add mod">
          <ac:chgData name="Lalitha Sivakumar" userId="97edc6261cb124e6" providerId="LiveId" clId="{35434D6F-2C91-4B94-8CDA-DECBD3A2397E}" dt="2026-09-09T12:03:43.288" v="8681" actId="164"/>
          <ac:spMkLst>
            <pc:docMk/>
            <pc:sldMk cId="105348569" sldId="293"/>
            <ac:spMk id="60" creationId="{EAEB5753-16D1-64EE-5AA0-56B91F0EB97D}"/>
          </ac:spMkLst>
        </pc:spChg>
        <pc:spChg chg="add mod">
          <ac:chgData name="Lalitha Sivakumar" userId="97edc6261cb124e6" providerId="LiveId" clId="{35434D6F-2C91-4B94-8CDA-DECBD3A2397E}" dt="2026-09-09T05:40:13.111" v="7533" actId="1076"/>
          <ac:spMkLst>
            <pc:docMk/>
            <pc:sldMk cId="105348569" sldId="293"/>
            <ac:spMk id="72" creationId="{85998A5B-E19D-B743-002D-FDFE37887F71}"/>
          </ac:spMkLst>
        </pc:spChg>
        <pc:spChg chg="add mod">
          <ac:chgData name="Lalitha Sivakumar" userId="97edc6261cb124e6" providerId="LiveId" clId="{35434D6F-2C91-4B94-8CDA-DECBD3A2397E}" dt="2026-09-09T13:25:35.779" v="9071" actId="1076"/>
          <ac:spMkLst>
            <pc:docMk/>
            <pc:sldMk cId="105348569" sldId="293"/>
            <ac:spMk id="87" creationId="{F01AAF44-A95C-C1DA-CEA7-C817B949B8A7}"/>
          </ac:spMkLst>
        </pc:spChg>
        <pc:spChg chg="add mod">
          <ac:chgData name="Lalitha Sivakumar" userId="97edc6261cb124e6" providerId="LiveId" clId="{35434D6F-2C91-4B94-8CDA-DECBD3A2397E}" dt="2026-09-09T13:25:38.834" v="9072" actId="1076"/>
          <ac:spMkLst>
            <pc:docMk/>
            <pc:sldMk cId="105348569" sldId="293"/>
            <ac:spMk id="88" creationId="{D4659057-5CAA-70B9-4043-4C2BDA46B285}"/>
          </ac:spMkLst>
        </pc:spChg>
        <pc:spChg chg="add mod">
          <ac:chgData name="Lalitha Sivakumar" userId="97edc6261cb124e6" providerId="LiveId" clId="{35434D6F-2C91-4B94-8CDA-DECBD3A2397E}" dt="2026-09-09T13:25:43.082" v="9073" actId="1076"/>
          <ac:spMkLst>
            <pc:docMk/>
            <pc:sldMk cId="105348569" sldId="293"/>
            <ac:spMk id="92" creationId="{28A73C81-1BF8-4056-831A-B02CF428513F}"/>
          </ac:spMkLst>
        </pc:spChg>
        <pc:spChg chg="add mod">
          <ac:chgData name="Lalitha Sivakumar" userId="97edc6261cb124e6" providerId="LiveId" clId="{35434D6F-2C91-4B94-8CDA-DECBD3A2397E}" dt="2026-09-09T13:25:32.671" v="9070" actId="1076"/>
          <ac:spMkLst>
            <pc:docMk/>
            <pc:sldMk cId="105348569" sldId="293"/>
            <ac:spMk id="94" creationId="{29F92866-38EC-4D0B-9986-16404212DF83}"/>
          </ac:spMkLst>
        </pc:spChg>
        <pc:spChg chg="add mod">
          <ac:chgData name="Lalitha Sivakumar" userId="97edc6261cb124e6" providerId="LiveId" clId="{35434D6F-2C91-4B94-8CDA-DECBD3A2397E}" dt="2026-09-09T12:04:26.365" v="8685" actId="164"/>
          <ac:spMkLst>
            <pc:docMk/>
            <pc:sldMk cId="105348569" sldId="293"/>
            <ac:spMk id="97" creationId="{B00BA29D-5857-4836-D5CA-0A47F3599A7B}"/>
          </ac:spMkLst>
        </pc:spChg>
        <pc:spChg chg="add mod">
          <ac:chgData name="Lalitha Sivakumar" userId="97edc6261cb124e6" providerId="LiveId" clId="{35434D6F-2C91-4B94-8CDA-DECBD3A2397E}" dt="2026-09-09T12:04:26.365" v="8685" actId="164"/>
          <ac:spMkLst>
            <pc:docMk/>
            <pc:sldMk cId="105348569" sldId="293"/>
            <ac:spMk id="100" creationId="{8527CD41-B5A1-D755-9E6C-06EC79956797}"/>
          </ac:spMkLst>
        </pc:spChg>
        <pc:spChg chg="add mod">
          <ac:chgData name="Lalitha Sivakumar" userId="97edc6261cb124e6" providerId="LiveId" clId="{35434D6F-2C91-4B94-8CDA-DECBD3A2397E}" dt="2026-09-09T12:04:26.365" v="8685" actId="164"/>
          <ac:spMkLst>
            <pc:docMk/>
            <pc:sldMk cId="105348569" sldId="293"/>
            <ac:spMk id="103" creationId="{E9735335-4174-7A65-9098-810C444433A0}"/>
          </ac:spMkLst>
        </pc:spChg>
        <pc:spChg chg="add mod">
          <ac:chgData name="Lalitha Sivakumar" userId="97edc6261cb124e6" providerId="LiveId" clId="{35434D6F-2C91-4B94-8CDA-DECBD3A2397E}" dt="2026-09-09T12:04:26.365" v="8685" actId="164"/>
          <ac:spMkLst>
            <pc:docMk/>
            <pc:sldMk cId="105348569" sldId="293"/>
            <ac:spMk id="118" creationId="{9BC90EFF-2A13-C505-E6B4-37E82306F9DE}"/>
          </ac:spMkLst>
        </pc:spChg>
        <pc:spChg chg="add mod ord">
          <ac:chgData name="Lalitha Sivakumar" userId="97edc6261cb124e6" providerId="LiveId" clId="{35434D6F-2C91-4B94-8CDA-DECBD3A2397E}" dt="2026-09-09T13:22:49.820" v="9040" actId="1076"/>
          <ac:spMkLst>
            <pc:docMk/>
            <pc:sldMk cId="105348569" sldId="293"/>
            <ac:spMk id="123" creationId="{86F862BD-0537-1C9D-7881-2C0822FE0614}"/>
          </ac:spMkLst>
        </pc:spChg>
        <pc:spChg chg="add mod">
          <ac:chgData name="Lalitha Sivakumar" userId="97edc6261cb124e6" providerId="LiveId" clId="{35434D6F-2C91-4B94-8CDA-DECBD3A2397E}" dt="2026-09-09T12:03:43.288" v="8681" actId="164"/>
          <ac:spMkLst>
            <pc:docMk/>
            <pc:sldMk cId="105348569" sldId="293"/>
            <ac:spMk id="125" creationId="{B35CABB7-38CC-51C5-6335-ACE8BA579951}"/>
          </ac:spMkLst>
        </pc:spChg>
        <pc:spChg chg="add mod">
          <ac:chgData name="Lalitha Sivakumar" userId="97edc6261cb124e6" providerId="LiveId" clId="{35434D6F-2C91-4B94-8CDA-DECBD3A2397E}" dt="2026-09-10T08:41:29.078" v="12183" actId="20577"/>
          <ac:spMkLst>
            <pc:docMk/>
            <pc:sldMk cId="105348569" sldId="293"/>
            <ac:spMk id="131" creationId="{0EF13DAB-2D42-BD0F-88D8-AFA706324215}"/>
          </ac:spMkLst>
        </pc:spChg>
        <pc:spChg chg="add mod">
          <ac:chgData name="Lalitha Sivakumar" userId="97edc6261cb124e6" providerId="LiveId" clId="{35434D6F-2C91-4B94-8CDA-DECBD3A2397E}" dt="2026-09-15T11:19:12.817" v="21800" actId="1076"/>
          <ac:spMkLst>
            <pc:docMk/>
            <pc:sldMk cId="105348569" sldId="293"/>
            <ac:spMk id="142" creationId="{F7DC74BC-B7C5-BC83-0037-C512993D4248}"/>
          </ac:spMkLst>
        </pc:spChg>
        <pc:spChg chg="add mod">
          <ac:chgData name="Lalitha Sivakumar" userId="97edc6261cb124e6" providerId="LiveId" clId="{35434D6F-2C91-4B94-8CDA-DECBD3A2397E}" dt="2026-09-09T13:25:28.392" v="9069" actId="1076"/>
          <ac:spMkLst>
            <pc:docMk/>
            <pc:sldMk cId="105348569" sldId="293"/>
            <ac:spMk id="144" creationId="{9A5331B1-45C0-72EE-C640-0C51739072C5}"/>
          </ac:spMkLst>
        </pc:spChg>
        <pc:spChg chg="add mod">
          <ac:chgData name="Lalitha Sivakumar" userId="97edc6261cb124e6" providerId="LiveId" clId="{35434D6F-2C91-4B94-8CDA-DECBD3A2397E}" dt="2026-09-15T11:19:02.765" v="21799" actId="1076"/>
          <ac:spMkLst>
            <pc:docMk/>
            <pc:sldMk cId="105348569" sldId="293"/>
            <ac:spMk id="173" creationId="{B6C0CA79-BA58-2E33-ACA1-FA41CB367B1C}"/>
          </ac:spMkLst>
        </pc:spChg>
        <pc:spChg chg="add mod">
          <ac:chgData name="Lalitha Sivakumar" userId="97edc6261cb124e6" providerId="LiveId" clId="{35434D6F-2C91-4B94-8CDA-DECBD3A2397E}" dt="2026-09-15T11:19:19.054" v="21802" actId="1076"/>
          <ac:spMkLst>
            <pc:docMk/>
            <pc:sldMk cId="105348569" sldId="293"/>
            <ac:spMk id="180" creationId="{7D708235-6770-1954-BF25-2F39D04A80A6}"/>
          </ac:spMkLst>
        </pc:spChg>
        <pc:spChg chg="add mod">
          <ac:chgData name="Lalitha Sivakumar" userId="97edc6261cb124e6" providerId="LiveId" clId="{35434D6F-2C91-4B94-8CDA-DECBD3A2397E}" dt="2026-09-15T11:19:16.624" v="21801" actId="1076"/>
          <ac:spMkLst>
            <pc:docMk/>
            <pc:sldMk cId="105348569" sldId="293"/>
            <ac:spMk id="183" creationId="{31C40904-A88E-36A8-8E9D-0898C495FEC5}"/>
          </ac:spMkLst>
        </pc:spChg>
        <pc:spChg chg="add mod">
          <ac:chgData name="Lalitha Sivakumar" userId="97edc6261cb124e6" providerId="LiveId" clId="{35434D6F-2C91-4B94-8CDA-DECBD3A2397E}" dt="2026-09-15T11:19:39.882" v="21803" actId="207"/>
          <ac:spMkLst>
            <pc:docMk/>
            <pc:sldMk cId="105348569" sldId="293"/>
            <ac:spMk id="185" creationId="{6F8BE127-7A9B-358B-E398-8735DCED4807}"/>
          </ac:spMkLst>
        </pc:spChg>
        <pc:spChg chg="add mod">
          <ac:chgData name="Lalitha Sivakumar" userId="97edc6261cb124e6" providerId="LiveId" clId="{35434D6F-2C91-4B94-8CDA-DECBD3A2397E}" dt="2026-09-09T13:25:28.392" v="9069" actId="1076"/>
          <ac:spMkLst>
            <pc:docMk/>
            <pc:sldMk cId="105348569" sldId="293"/>
            <ac:spMk id="213" creationId="{2A6A56C2-2A48-7DB1-FA1E-176F407D55A2}"/>
          </ac:spMkLst>
        </pc:spChg>
        <pc:spChg chg="add mod">
          <ac:chgData name="Lalitha Sivakumar" userId="97edc6261cb124e6" providerId="LiveId" clId="{35434D6F-2C91-4B94-8CDA-DECBD3A2397E}" dt="2026-09-15T11:19:57.289" v="21808" actId="207"/>
          <ac:spMkLst>
            <pc:docMk/>
            <pc:sldMk cId="105348569" sldId="293"/>
            <ac:spMk id="220" creationId="{7F9104FC-54A4-3649-E5BA-C4A76F888D16}"/>
          </ac:spMkLst>
        </pc:spChg>
        <pc:spChg chg="add mod">
          <ac:chgData name="Lalitha Sivakumar" userId="97edc6261cb124e6" providerId="LiveId" clId="{35434D6F-2C91-4B94-8CDA-DECBD3A2397E}" dt="2026-09-09T13:25:28.392" v="9069" actId="1076"/>
          <ac:spMkLst>
            <pc:docMk/>
            <pc:sldMk cId="105348569" sldId="293"/>
            <ac:spMk id="221" creationId="{B6F5923F-9260-2C35-779F-3ED006FC8CFD}"/>
          </ac:spMkLst>
        </pc:spChg>
        <pc:spChg chg="add mod">
          <ac:chgData name="Lalitha Sivakumar" userId="97edc6261cb124e6" providerId="LiveId" clId="{35434D6F-2C91-4B94-8CDA-DECBD3A2397E}" dt="2026-09-15T11:19:53.074" v="21807" actId="207"/>
          <ac:spMkLst>
            <pc:docMk/>
            <pc:sldMk cId="105348569" sldId="293"/>
            <ac:spMk id="222" creationId="{06C955BB-4EEA-A718-5490-377E80313A5F}"/>
          </ac:spMkLst>
        </pc:spChg>
        <pc:spChg chg="add mod">
          <ac:chgData name="Lalitha Sivakumar" userId="97edc6261cb124e6" providerId="LiveId" clId="{35434D6F-2C91-4B94-8CDA-DECBD3A2397E}" dt="2026-09-09T13:25:28.392" v="9069" actId="1076"/>
          <ac:spMkLst>
            <pc:docMk/>
            <pc:sldMk cId="105348569" sldId="293"/>
            <ac:spMk id="223" creationId="{4D70AA0A-475D-BEAC-16B5-8827ADF19E72}"/>
          </ac:spMkLst>
        </pc:spChg>
        <pc:spChg chg="add mod">
          <ac:chgData name="Lalitha Sivakumar" userId="97edc6261cb124e6" providerId="LiveId" clId="{35434D6F-2C91-4B94-8CDA-DECBD3A2397E}" dt="2026-09-15T11:19:49.871" v="21806" actId="207"/>
          <ac:spMkLst>
            <pc:docMk/>
            <pc:sldMk cId="105348569" sldId="293"/>
            <ac:spMk id="224" creationId="{1F268C0A-78C8-48AE-230B-84341110796D}"/>
          </ac:spMkLst>
        </pc:spChg>
        <pc:spChg chg="add mod">
          <ac:chgData name="Lalitha Sivakumar" userId="97edc6261cb124e6" providerId="LiveId" clId="{35434D6F-2C91-4B94-8CDA-DECBD3A2397E}" dt="2026-09-15T11:19:47.013" v="21805" actId="207"/>
          <ac:spMkLst>
            <pc:docMk/>
            <pc:sldMk cId="105348569" sldId="293"/>
            <ac:spMk id="226" creationId="{0D5F53C4-4CC3-B52F-7CF9-45D0313DE769}"/>
          </ac:spMkLst>
        </pc:spChg>
        <pc:spChg chg="add mod">
          <ac:chgData name="Lalitha Sivakumar" userId="97edc6261cb124e6" providerId="LiveId" clId="{35434D6F-2C91-4B94-8CDA-DECBD3A2397E}" dt="2026-09-15T11:19:43.656" v="21804" actId="207"/>
          <ac:spMkLst>
            <pc:docMk/>
            <pc:sldMk cId="105348569" sldId="293"/>
            <ac:spMk id="228" creationId="{630DC717-0D4F-96BB-028A-0E449E247DE5}"/>
          </ac:spMkLst>
        </pc:spChg>
        <pc:spChg chg="add mod">
          <ac:chgData name="Lalitha Sivakumar" userId="97edc6261cb124e6" providerId="LiveId" clId="{35434D6F-2C91-4B94-8CDA-DECBD3A2397E}" dt="2026-09-09T13:25:28.392" v="9069" actId="1076"/>
          <ac:spMkLst>
            <pc:docMk/>
            <pc:sldMk cId="105348569" sldId="293"/>
            <ac:spMk id="230" creationId="{54671A8D-D436-B7C8-0451-D52FFE92CBEB}"/>
          </ac:spMkLst>
        </pc:spChg>
        <pc:spChg chg="add mod">
          <ac:chgData name="Lalitha Sivakumar" userId="97edc6261cb124e6" providerId="LiveId" clId="{35434D6F-2C91-4B94-8CDA-DECBD3A2397E}" dt="2026-09-20T18:00:33.737" v="53974" actId="20577"/>
          <ac:spMkLst>
            <pc:docMk/>
            <pc:sldMk cId="105348569" sldId="293"/>
            <ac:spMk id="241" creationId="{D26DB5A8-8D4E-C4AD-5202-9A66D3FF5EE9}"/>
          </ac:spMkLst>
        </pc:spChg>
        <pc:spChg chg="add mod topLvl">
          <ac:chgData name="Lalitha Sivakumar" userId="97edc6261cb124e6" providerId="LiveId" clId="{35434D6F-2C91-4B94-8CDA-DECBD3A2397E}" dt="2026-09-09T12:09:26.920" v="8742" actId="164"/>
          <ac:spMkLst>
            <pc:docMk/>
            <pc:sldMk cId="105348569" sldId="293"/>
            <ac:spMk id="245" creationId="{2B840415-6F16-45E2-410A-72AA21CC22C8}"/>
          </ac:spMkLst>
        </pc:spChg>
        <pc:spChg chg="add mod topLvl">
          <ac:chgData name="Lalitha Sivakumar" userId="97edc6261cb124e6" providerId="LiveId" clId="{35434D6F-2C91-4B94-8CDA-DECBD3A2397E}" dt="2026-09-09T12:09:26.920" v="8742" actId="164"/>
          <ac:spMkLst>
            <pc:docMk/>
            <pc:sldMk cId="105348569" sldId="293"/>
            <ac:spMk id="249" creationId="{04BDF323-A695-92C6-F999-FA217CDB6A38}"/>
          </ac:spMkLst>
        </pc:spChg>
        <pc:spChg chg="add mod topLvl">
          <ac:chgData name="Lalitha Sivakumar" userId="97edc6261cb124e6" providerId="LiveId" clId="{35434D6F-2C91-4B94-8CDA-DECBD3A2397E}" dt="2026-09-09T12:09:26.920" v="8742" actId="164"/>
          <ac:spMkLst>
            <pc:docMk/>
            <pc:sldMk cId="105348569" sldId="293"/>
            <ac:spMk id="251" creationId="{A92748E5-80D8-1C21-117C-0AA4DD967B34}"/>
          </ac:spMkLst>
        </pc:spChg>
        <pc:spChg chg="add mod topLvl">
          <ac:chgData name="Lalitha Sivakumar" userId="97edc6261cb124e6" providerId="LiveId" clId="{35434D6F-2C91-4B94-8CDA-DECBD3A2397E}" dt="2026-09-09T12:09:26.920" v="8742" actId="164"/>
          <ac:spMkLst>
            <pc:docMk/>
            <pc:sldMk cId="105348569" sldId="293"/>
            <ac:spMk id="253" creationId="{43872644-6AE4-CA8F-C6F5-CB4B7737A35D}"/>
          </ac:spMkLst>
        </pc:spChg>
        <pc:spChg chg="add mod topLvl">
          <ac:chgData name="Lalitha Sivakumar" userId="97edc6261cb124e6" providerId="LiveId" clId="{35434D6F-2C91-4B94-8CDA-DECBD3A2397E}" dt="2026-09-09T12:09:26.920" v="8742" actId="164"/>
          <ac:spMkLst>
            <pc:docMk/>
            <pc:sldMk cId="105348569" sldId="293"/>
            <ac:spMk id="255" creationId="{90C78340-D740-A2F7-870D-0FADA38511D6}"/>
          </ac:spMkLst>
        </pc:spChg>
        <pc:spChg chg="add mod topLvl">
          <ac:chgData name="Lalitha Sivakumar" userId="97edc6261cb124e6" providerId="LiveId" clId="{35434D6F-2C91-4B94-8CDA-DECBD3A2397E}" dt="2026-09-09T12:09:26.920" v="8742" actId="164"/>
          <ac:spMkLst>
            <pc:docMk/>
            <pc:sldMk cId="105348569" sldId="293"/>
            <ac:spMk id="257" creationId="{D0B9DF3B-ACDB-B1A5-578A-4DB935FED462}"/>
          </ac:spMkLst>
        </pc:spChg>
        <pc:spChg chg="add mod topLvl">
          <ac:chgData name="Lalitha Sivakumar" userId="97edc6261cb124e6" providerId="LiveId" clId="{35434D6F-2C91-4B94-8CDA-DECBD3A2397E}" dt="2026-09-09T12:09:26.920" v="8742" actId="164"/>
          <ac:spMkLst>
            <pc:docMk/>
            <pc:sldMk cId="105348569" sldId="293"/>
            <ac:spMk id="266" creationId="{96668278-375D-670D-9EE7-A22E0FD41532}"/>
          </ac:spMkLst>
        </pc:spChg>
        <pc:spChg chg="add mod topLvl">
          <ac:chgData name="Lalitha Sivakumar" userId="97edc6261cb124e6" providerId="LiveId" clId="{35434D6F-2C91-4B94-8CDA-DECBD3A2397E}" dt="2026-09-09T12:09:26.920" v="8742" actId="164"/>
          <ac:spMkLst>
            <pc:docMk/>
            <pc:sldMk cId="105348569" sldId="293"/>
            <ac:spMk id="268" creationId="{5A85627F-290E-2871-25E3-64E699E8A978}"/>
          </ac:spMkLst>
        </pc:spChg>
        <pc:spChg chg="add mod">
          <ac:chgData name="Lalitha Sivakumar" userId="97edc6261cb124e6" providerId="LiveId" clId="{35434D6F-2C91-4B94-8CDA-DECBD3A2397E}" dt="2026-09-09T12:09:26.920" v="8742" actId="164"/>
          <ac:spMkLst>
            <pc:docMk/>
            <pc:sldMk cId="105348569" sldId="293"/>
            <ac:spMk id="270" creationId="{50F10F80-4123-53B4-11EF-7FAD49E0BE29}"/>
          </ac:spMkLst>
        </pc:spChg>
        <pc:spChg chg="add mod topLvl">
          <ac:chgData name="Lalitha Sivakumar" userId="97edc6261cb124e6" providerId="LiveId" clId="{35434D6F-2C91-4B94-8CDA-DECBD3A2397E}" dt="2026-09-09T12:10:22.190" v="8747" actId="164"/>
          <ac:spMkLst>
            <pc:docMk/>
            <pc:sldMk cId="105348569" sldId="293"/>
            <ac:spMk id="271" creationId="{29C0C4A8-715D-11E7-69D8-A9E8CED1F908}"/>
          </ac:spMkLst>
        </pc:spChg>
        <pc:spChg chg="add mod topLvl">
          <ac:chgData name="Lalitha Sivakumar" userId="97edc6261cb124e6" providerId="LiveId" clId="{35434D6F-2C91-4B94-8CDA-DECBD3A2397E}" dt="2026-09-09T12:10:22.190" v="8747" actId="164"/>
          <ac:spMkLst>
            <pc:docMk/>
            <pc:sldMk cId="105348569" sldId="293"/>
            <ac:spMk id="273" creationId="{6B94E94C-8DAE-0E5D-EE73-1D1A2FDF68C7}"/>
          </ac:spMkLst>
        </pc:spChg>
        <pc:grpChg chg="mod ord">
          <ac:chgData name="Lalitha Sivakumar" userId="97edc6261cb124e6" providerId="LiveId" clId="{35434D6F-2C91-4B94-8CDA-DECBD3A2397E}" dt="2026-09-09T05:32:32.898" v="7430" actId="164"/>
          <ac:grpSpMkLst>
            <pc:docMk/>
            <pc:sldMk cId="105348569" sldId="293"/>
            <ac:grpSpMk id="46" creationId="{08ADF072-893B-51B5-CB95-1E186792EE05}"/>
          </ac:grpSpMkLst>
        </pc:grpChg>
        <pc:grpChg chg="add mod">
          <ac:chgData name="Lalitha Sivakumar" userId="97edc6261cb124e6" providerId="LiveId" clId="{35434D6F-2C91-4B94-8CDA-DECBD3A2397E}" dt="2026-09-09T05:32:32.898" v="7430" actId="164"/>
          <ac:grpSpMkLst>
            <pc:docMk/>
            <pc:sldMk cId="105348569" sldId="293"/>
            <ac:grpSpMk id="47" creationId="{C3F18A27-B979-400E-AA4D-5702664986CB}"/>
          </ac:grpSpMkLst>
        </pc:grpChg>
        <pc:grpChg chg="add mod">
          <ac:chgData name="Lalitha Sivakumar" userId="97edc6261cb124e6" providerId="LiveId" clId="{35434D6F-2C91-4B94-8CDA-DECBD3A2397E}" dt="2026-09-09T12:03:43.288" v="8681" actId="164"/>
          <ac:grpSpMkLst>
            <pc:docMk/>
            <pc:sldMk cId="105348569" sldId="293"/>
            <ac:grpSpMk id="50" creationId="{C33C6DCA-637F-0971-D525-F28C65CAD6B7}"/>
          </ac:grpSpMkLst>
        </pc:grpChg>
        <pc:grpChg chg="add mod">
          <ac:chgData name="Lalitha Sivakumar" userId="97edc6261cb124e6" providerId="LiveId" clId="{35434D6F-2C91-4B94-8CDA-DECBD3A2397E}" dt="2026-09-09T12:26:55.304" v="8801"/>
          <ac:grpSpMkLst>
            <pc:docMk/>
            <pc:sldMk cId="105348569" sldId="293"/>
            <ac:grpSpMk id="76" creationId="{550E11CA-2692-883B-D41D-674A507A3F5B}"/>
          </ac:grpSpMkLst>
        </pc:grpChg>
        <pc:grpChg chg="add mod">
          <ac:chgData name="Lalitha Sivakumar" userId="97edc6261cb124e6" providerId="LiveId" clId="{35434D6F-2C91-4B94-8CDA-DECBD3A2397E}" dt="2026-09-09T20:52:56.127" v="11384" actId="1076"/>
          <ac:grpSpMkLst>
            <pc:docMk/>
            <pc:sldMk cId="105348569" sldId="293"/>
            <ac:grpSpMk id="126" creationId="{25DF8976-E566-EAE1-93BB-34CB5C86793B}"/>
          </ac:grpSpMkLst>
        </pc:grpChg>
        <pc:grpChg chg="add del mod">
          <ac:chgData name="Lalitha Sivakumar" userId="97edc6261cb124e6" providerId="LiveId" clId="{35434D6F-2C91-4B94-8CDA-DECBD3A2397E}" dt="2026-09-09T13:10:10.051" v="8977" actId="1076"/>
          <ac:grpSpMkLst>
            <pc:docMk/>
            <pc:sldMk cId="105348569" sldId="293"/>
            <ac:grpSpMk id="133" creationId="{9C6C005D-11D4-AFBA-40F2-92B2CDD56CBE}"/>
          </ac:grpSpMkLst>
        </pc:grpChg>
        <pc:grpChg chg="mod">
          <ac:chgData name="Lalitha Sivakumar" userId="97edc6261cb124e6" providerId="LiveId" clId="{35434D6F-2C91-4B94-8CDA-DECBD3A2397E}" dt="2026-09-09T05:46:07.692" v="7606"/>
          <ac:grpSpMkLst>
            <pc:docMk/>
            <pc:sldMk cId="105348569" sldId="293"/>
            <ac:grpSpMk id="141" creationId="{D4205BD0-67B8-16CC-FA4B-EE33A9BC0D85}"/>
          </ac:grpSpMkLst>
        </pc:grpChg>
        <pc:grpChg chg="add mod">
          <ac:chgData name="Lalitha Sivakumar" userId="97edc6261cb124e6" providerId="LiveId" clId="{35434D6F-2C91-4B94-8CDA-DECBD3A2397E}" dt="2026-09-09T05:46:34.717" v="7616" actId="1076"/>
          <ac:grpSpMkLst>
            <pc:docMk/>
            <pc:sldMk cId="105348569" sldId="293"/>
            <ac:grpSpMk id="146" creationId="{123DCDB0-FD99-E810-0725-4C015A9296F1}"/>
          </ac:grpSpMkLst>
        </pc:grpChg>
        <pc:grpChg chg="add mod">
          <ac:chgData name="Lalitha Sivakumar" userId="97edc6261cb124e6" providerId="LiveId" clId="{35434D6F-2C91-4B94-8CDA-DECBD3A2397E}" dt="2026-09-09T05:50:36.606" v="7632" actId="1076"/>
          <ac:grpSpMkLst>
            <pc:docMk/>
            <pc:sldMk cId="105348569" sldId="293"/>
            <ac:grpSpMk id="149" creationId="{93CF3F71-1543-00A8-00F5-D58655C71F84}"/>
          </ac:grpSpMkLst>
        </pc:grpChg>
        <pc:grpChg chg="add mod">
          <ac:chgData name="Lalitha Sivakumar" userId="97edc6261cb124e6" providerId="LiveId" clId="{35434D6F-2C91-4B94-8CDA-DECBD3A2397E}" dt="2026-09-09T05:47:03.476" v="7620" actId="1076"/>
          <ac:grpSpMkLst>
            <pc:docMk/>
            <pc:sldMk cId="105348569" sldId="293"/>
            <ac:grpSpMk id="152" creationId="{FE5328B6-B55A-9D56-4487-0361356BA3FA}"/>
          </ac:grpSpMkLst>
        </pc:grpChg>
        <pc:grpChg chg="add mod">
          <ac:chgData name="Lalitha Sivakumar" userId="97edc6261cb124e6" providerId="LiveId" clId="{35434D6F-2C91-4B94-8CDA-DECBD3A2397E}" dt="2026-09-09T05:47:21.146" v="7624" actId="1076"/>
          <ac:grpSpMkLst>
            <pc:docMk/>
            <pc:sldMk cId="105348569" sldId="293"/>
            <ac:grpSpMk id="155" creationId="{FA5F58C5-E7EB-7156-0835-6944291B42C8}"/>
          </ac:grpSpMkLst>
        </pc:grpChg>
        <pc:grpChg chg="add mod">
          <ac:chgData name="Lalitha Sivakumar" userId="97edc6261cb124e6" providerId="LiveId" clId="{35434D6F-2C91-4B94-8CDA-DECBD3A2397E}" dt="2026-09-09T05:47:14.940" v="7623" actId="1076"/>
          <ac:grpSpMkLst>
            <pc:docMk/>
            <pc:sldMk cId="105348569" sldId="293"/>
            <ac:grpSpMk id="158" creationId="{84E2B00F-B7BC-FBD5-4D44-2EB1321EFF1B}"/>
          </ac:grpSpMkLst>
        </pc:grpChg>
        <pc:grpChg chg="add mod">
          <ac:chgData name="Lalitha Sivakumar" userId="97edc6261cb124e6" providerId="LiveId" clId="{35434D6F-2C91-4B94-8CDA-DECBD3A2397E}" dt="2026-09-09T11:57:49.916" v="8611" actId="1582"/>
          <ac:grpSpMkLst>
            <pc:docMk/>
            <pc:sldMk cId="105348569" sldId="293"/>
            <ac:grpSpMk id="161" creationId="{227A4EF8-7C68-4811-206E-2E4AFC4C2C92}"/>
          </ac:grpSpMkLst>
        </pc:grpChg>
        <pc:grpChg chg="add mod">
          <ac:chgData name="Lalitha Sivakumar" userId="97edc6261cb124e6" providerId="LiveId" clId="{35434D6F-2C91-4B94-8CDA-DECBD3A2397E}" dt="2026-09-09T05:50:38.500" v="7633" actId="1076"/>
          <ac:grpSpMkLst>
            <pc:docMk/>
            <pc:sldMk cId="105348569" sldId="293"/>
            <ac:grpSpMk id="164" creationId="{F8EFCD49-A207-21DB-48F8-8DAFA43B397E}"/>
          </ac:grpSpMkLst>
        </pc:grpChg>
        <pc:grpChg chg="add mod">
          <ac:chgData name="Lalitha Sivakumar" userId="97edc6261cb124e6" providerId="LiveId" clId="{35434D6F-2C91-4B94-8CDA-DECBD3A2397E}" dt="2026-09-09T05:50:32.336" v="7631" actId="1076"/>
          <ac:grpSpMkLst>
            <pc:docMk/>
            <pc:sldMk cId="105348569" sldId="293"/>
            <ac:grpSpMk id="167" creationId="{86B818F3-72BE-933B-D249-78C0E730C8D5}"/>
          </ac:grpSpMkLst>
        </pc:grpChg>
        <pc:grpChg chg="add mod">
          <ac:chgData name="Lalitha Sivakumar" userId="97edc6261cb124e6" providerId="LiveId" clId="{35434D6F-2C91-4B94-8CDA-DECBD3A2397E}" dt="2026-09-09T05:51:26.424" v="7639" actId="1076"/>
          <ac:grpSpMkLst>
            <pc:docMk/>
            <pc:sldMk cId="105348569" sldId="293"/>
            <ac:grpSpMk id="170" creationId="{DC205DFA-A8C5-839B-E40F-4B7585B9749F}"/>
          </ac:grpSpMkLst>
        </pc:grpChg>
        <pc:grpChg chg="mod">
          <ac:chgData name="Lalitha Sivakumar" userId="97edc6261cb124e6" providerId="LiveId" clId="{35434D6F-2C91-4B94-8CDA-DECBD3A2397E}" dt="2026-09-09T05:51:57.766" v="7646"/>
          <ac:grpSpMkLst>
            <pc:docMk/>
            <pc:sldMk cId="105348569" sldId="293"/>
            <ac:grpSpMk id="177" creationId="{507416FF-2F3E-3F15-D7B0-D5EA2A8F6658}"/>
          </ac:grpSpMkLst>
        </pc:grpChg>
        <pc:grpChg chg="add mod">
          <ac:chgData name="Lalitha Sivakumar" userId="97edc6261cb124e6" providerId="LiveId" clId="{35434D6F-2C91-4B94-8CDA-DECBD3A2397E}" dt="2026-09-09T12:10:22.190" v="8747" actId="164"/>
          <ac:grpSpMkLst>
            <pc:docMk/>
            <pc:sldMk cId="105348569" sldId="293"/>
            <ac:grpSpMk id="186" creationId="{314D19F4-91E9-A32D-EC4D-59FC41394EDB}"/>
          </ac:grpSpMkLst>
        </pc:grpChg>
        <pc:grpChg chg="add mod">
          <ac:chgData name="Lalitha Sivakumar" userId="97edc6261cb124e6" providerId="LiveId" clId="{35434D6F-2C91-4B94-8CDA-DECBD3A2397E}" dt="2026-09-14T16:08:02.861" v="18079" actId="1076"/>
          <ac:grpSpMkLst>
            <pc:docMk/>
            <pc:sldMk cId="105348569" sldId="293"/>
            <ac:grpSpMk id="200" creationId="{09C27474-EF41-A7BC-B84A-53C107799C5A}"/>
          </ac:grpSpMkLst>
        </pc:grpChg>
        <pc:picChg chg="add mod">
          <ac:chgData name="Lalitha Sivakumar" userId="97edc6261cb124e6" providerId="LiveId" clId="{35434D6F-2C91-4B94-8CDA-DECBD3A2397E}" dt="2026-09-09T10:28:02.974" v="8065" actId="1076"/>
          <ac:picMkLst>
            <pc:docMk/>
            <pc:sldMk cId="105348569" sldId="293"/>
            <ac:picMk id="8" creationId="{832443E5-C4DE-5072-DBA3-44DD50CF5680}"/>
          </ac:picMkLst>
        </pc:picChg>
        <pc:picChg chg="add mod">
          <ac:chgData name="Lalitha Sivakumar" userId="97edc6261cb124e6" providerId="LiveId" clId="{35434D6F-2C91-4B94-8CDA-DECBD3A2397E}" dt="2026-09-14T16:07:34.686" v="18078" actId="1440"/>
          <ac:picMkLst>
            <pc:docMk/>
            <pc:sldMk cId="105348569" sldId="293"/>
            <ac:picMk id="13" creationId="{75647EF2-7973-F6FA-00EA-6E195C031DAC}"/>
          </ac:picMkLst>
        </pc:picChg>
        <pc:picChg chg="add del mod">
          <ac:chgData name="Lalitha Sivakumar" userId="97edc6261cb124e6" providerId="LiveId" clId="{35434D6F-2C91-4B94-8CDA-DECBD3A2397E}" dt="2026-09-09T12:07:57.127" v="8730" actId="1076"/>
          <ac:picMkLst>
            <pc:docMk/>
            <pc:sldMk cId="105348569" sldId="293"/>
            <ac:picMk id="75" creationId="{E79B93D1-8B4F-E587-B124-2BC2E9DEB1C8}"/>
          </ac:picMkLst>
        </pc:picChg>
        <pc:inkChg chg="add">
          <ac:chgData name="Lalitha Sivakumar" userId="97edc6261cb124e6" providerId="LiveId" clId="{35434D6F-2C91-4B94-8CDA-DECBD3A2397E}" dt="2026-09-20T11:04:32.721" v="49023"/>
          <ac:inkMkLst>
            <pc:docMk/>
            <pc:sldMk cId="105348569" sldId="293"/>
            <ac:inkMk id="4" creationId="{29E288C4-C4D5-7D12-5135-91C5D4C71763}"/>
          </ac:inkMkLst>
        </pc:inkChg>
        <pc:inkChg chg="add">
          <ac:chgData name="Lalitha Sivakumar" userId="97edc6261cb124e6" providerId="LiveId" clId="{35434D6F-2C91-4B94-8CDA-DECBD3A2397E}" dt="2026-09-20T11:04:40.467" v="49025"/>
          <ac:inkMkLst>
            <pc:docMk/>
            <pc:sldMk cId="105348569" sldId="293"/>
            <ac:inkMk id="6" creationId="{60D0E612-D363-BA3F-09E8-7B636B329476}"/>
          </ac:inkMkLst>
        </pc:inkChg>
        <pc:inkChg chg="add">
          <ac:chgData name="Lalitha Sivakumar" userId="97edc6261cb124e6" providerId="LiveId" clId="{35434D6F-2C91-4B94-8CDA-DECBD3A2397E}" dt="2026-09-20T11:04:45.350" v="49026" actId="9405"/>
          <ac:inkMkLst>
            <pc:docMk/>
            <pc:sldMk cId="105348569" sldId="293"/>
            <ac:inkMk id="10" creationId="{8B3F9DDD-5A4D-CCA1-20C3-AA82591D892F}"/>
          </ac:inkMkLst>
        </pc:inkChg>
        <pc:inkChg chg="add mod">
          <ac:chgData name="Lalitha Sivakumar" userId="97edc6261cb124e6" providerId="LiveId" clId="{35434D6F-2C91-4B94-8CDA-DECBD3A2397E}" dt="2026-09-09T05:33:01.610" v="7435" actId="1076"/>
          <ac:inkMkLst>
            <pc:docMk/>
            <pc:sldMk cId="105348569" sldId="293"/>
            <ac:inkMk id="40" creationId="{C925BDCF-8536-3693-A40F-6BE7A7A70D92}"/>
          </ac:inkMkLst>
        </pc:inkChg>
        <pc:inkChg chg="add del mod">
          <ac:chgData name="Lalitha Sivakumar" userId="97edc6261cb124e6" providerId="LiveId" clId="{35434D6F-2C91-4B94-8CDA-DECBD3A2397E}" dt="2026-09-09T05:11:40.572" v="7316" actId="164"/>
          <ac:inkMkLst>
            <pc:docMk/>
            <pc:sldMk cId="105348569" sldId="293"/>
            <ac:inkMk id="41" creationId="{2399CE62-B601-F820-EC85-419BFCA6C7A4}"/>
          </ac:inkMkLst>
        </pc:inkChg>
        <pc:inkChg chg="add mod">
          <ac:chgData name="Lalitha Sivakumar" userId="97edc6261cb124e6" providerId="LiveId" clId="{35434D6F-2C91-4B94-8CDA-DECBD3A2397E}" dt="2026-09-09T05:11:00.390" v="7314"/>
          <ac:inkMkLst>
            <pc:docMk/>
            <pc:sldMk cId="105348569" sldId="293"/>
            <ac:inkMk id="43" creationId="{F6EB26C5-16CE-3230-2E6F-C019131BC3BB}"/>
          </ac:inkMkLst>
        </pc:inkChg>
        <pc:inkChg chg="add mod">
          <ac:chgData name="Lalitha Sivakumar" userId="97edc6261cb124e6" providerId="LiveId" clId="{35434D6F-2C91-4B94-8CDA-DECBD3A2397E}" dt="2026-09-09T05:11:00.390" v="7314"/>
          <ac:inkMkLst>
            <pc:docMk/>
            <pc:sldMk cId="105348569" sldId="293"/>
            <ac:inkMk id="44" creationId="{124FC69C-94BA-D2CC-2C50-53F969E03147}"/>
          </ac:inkMkLst>
        </pc:inkChg>
        <pc:inkChg chg="add mod">
          <ac:chgData name="Lalitha Sivakumar" userId="97edc6261cb124e6" providerId="LiveId" clId="{35434D6F-2C91-4B94-8CDA-DECBD3A2397E}" dt="2026-09-09T05:11:00.390" v="7314"/>
          <ac:inkMkLst>
            <pc:docMk/>
            <pc:sldMk cId="105348569" sldId="293"/>
            <ac:inkMk id="45" creationId="{10A930A6-B834-B89D-A235-EC817B5A1C76}"/>
          </ac:inkMkLst>
        </pc:inkChg>
        <pc:inkChg chg="mod">
          <ac:chgData name="Lalitha Sivakumar" userId="97edc6261cb124e6" providerId="LiveId" clId="{35434D6F-2C91-4B94-8CDA-DECBD3A2397E}" dt="2026-09-09T10:44:38.997" v="8339"/>
          <ac:inkMkLst>
            <pc:docMk/>
            <pc:sldMk cId="105348569" sldId="293"/>
            <ac:inkMk id="51" creationId="{E9AE76E4-FE22-D1AC-3EEF-FE5AF78510A4}"/>
          </ac:inkMkLst>
        </pc:inkChg>
        <pc:inkChg chg="mod">
          <ac:chgData name="Lalitha Sivakumar" userId="97edc6261cb124e6" providerId="LiveId" clId="{35434D6F-2C91-4B94-8CDA-DECBD3A2397E}" dt="2026-09-15T11:20:07.940" v="21810" actId="208"/>
          <ac:inkMkLst>
            <pc:docMk/>
            <pc:sldMk cId="105348569" sldId="293"/>
            <ac:inkMk id="52" creationId="{4C835DF8-94AD-C33E-B4B9-D66867D1B940}"/>
          </ac:inkMkLst>
        </pc:inkChg>
        <pc:inkChg chg="mod">
          <ac:chgData name="Lalitha Sivakumar" userId="97edc6261cb124e6" providerId="LiveId" clId="{35434D6F-2C91-4B94-8CDA-DECBD3A2397E}" dt="2026-09-09T13:23:22.572" v="9043" actId="1076"/>
          <ac:inkMkLst>
            <pc:docMk/>
            <pc:sldMk cId="105348569" sldId="293"/>
            <ac:inkMk id="54" creationId="{EDCB94DE-A2A4-1E24-F730-2CCE5A9F1CC2}"/>
          </ac:inkMkLst>
        </pc:inkChg>
        <pc:inkChg chg="add mod">
          <ac:chgData name="Lalitha Sivakumar" userId="97edc6261cb124e6" providerId="LiveId" clId="{35434D6F-2C91-4B94-8CDA-DECBD3A2397E}" dt="2026-09-09T05:51:20.109" v="7637" actId="1076"/>
          <ac:inkMkLst>
            <pc:docMk/>
            <pc:sldMk cId="105348569" sldId="293"/>
            <ac:inkMk id="127" creationId="{CE974B5B-2A6D-1CA1-1662-48C3E7D3EDD4}"/>
          </ac:inkMkLst>
        </pc:inkChg>
        <pc:inkChg chg="add">
          <ac:chgData name="Lalitha Sivakumar" userId="97edc6261cb124e6" providerId="LiveId" clId="{35434D6F-2C91-4B94-8CDA-DECBD3A2397E}" dt="2026-09-09T05:41:55.234" v="7552" actId="9405"/>
          <ac:inkMkLst>
            <pc:docMk/>
            <pc:sldMk cId="105348569" sldId="293"/>
            <ac:inkMk id="128" creationId="{B752838F-43BE-E975-6CE3-74A1E4524EED}"/>
          </ac:inkMkLst>
        </pc:inkChg>
        <pc:inkChg chg="add">
          <ac:chgData name="Lalitha Sivakumar" userId="97edc6261cb124e6" providerId="LiveId" clId="{35434D6F-2C91-4B94-8CDA-DECBD3A2397E}" dt="2026-09-09T05:42:00.402" v="7553" actId="9405"/>
          <ac:inkMkLst>
            <pc:docMk/>
            <pc:sldMk cId="105348569" sldId="293"/>
            <ac:inkMk id="129" creationId="{EF4E9919-A908-55B2-374B-FE87FA778595}"/>
          </ac:inkMkLst>
        </pc:inkChg>
        <pc:inkChg chg="add">
          <ac:chgData name="Lalitha Sivakumar" userId="97edc6261cb124e6" providerId="LiveId" clId="{35434D6F-2C91-4B94-8CDA-DECBD3A2397E}" dt="2026-09-09T05:42:09.920" v="7554" actId="9405"/>
          <ac:inkMkLst>
            <pc:docMk/>
            <pc:sldMk cId="105348569" sldId="293"/>
            <ac:inkMk id="130" creationId="{15C45FB8-73BD-9AFA-458F-6025959E7E64}"/>
          </ac:inkMkLst>
        </pc:inkChg>
        <pc:inkChg chg="add mod">
          <ac:chgData name="Lalitha Sivakumar" userId="97edc6261cb124e6" providerId="LiveId" clId="{35434D6F-2C91-4B94-8CDA-DECBD3A2397E}" dt="2026-09-09T05:45:28.786" v="7597"/>
          <ac:inkMkLst>
            <pc:docMk/>
            <pc:sldMk cId="105348569" sldId="293"/>
            <ac:inkMk id="134" creationId="{323406D7-DDFD-DDDA-2410-412507C8689D}"/>
          </ac:inkMkLst>
        </pc:inkChg>
        <pc:inkChg chg="add mod">
          <ac:chgData name="Lalitha Sivakumar" userId="97edc6261cb124e6" providerId="LiveId" clId="{35434D6F-2C91-4B94-8CDA-DECBD3A2397E}" dt="2026-09-09T05:45:41.666" v="7600"/>
          <ac:inkMkLst>
            <pc:docMk/>
            <pc:sldMk cId="105348569" sldId="293"/>
            <ac:inkMk id="136" creationId="{295B71AB-C671-3422-20DB-650829E17443}"/>
          </ac:inkMkLst>
        </pc:inkChg>
        <pc:inkChg chg="add mod">
          <ac:chgData name="Lalitha Sivakumar" userId="97edc6261cb124e6" providerId="LiveId" clId="{35434D6F-2C91-4B94-8CDA-DECBD3A2397E}" dt="2026-09-09T09:57:41.590" v="8016" actId="1076"/>
          <ac:inkMkLst>
            <pc:docMk/>
            <pc:sldMk cId="105348569" sldId="293"/>
            <ac:inkMk id="137" creationId="{7F573873-30F1-1186-257D-0CC7FFD9465E}"/>
          </ac:inkMkLst>
        </pc:inkChg>
        <pc:inkChg chg="add mod">
          <ac:chgData name="Lalitha Sivakumar" userId="97edc6261cb124e6" providerId="LiveId" clId="{35434D6F-2C91-4B94-8CDA-DECBD3A2397E}" dt="2026-09-09T05:46:07.692" v="7606"/>
          <ac:inkMkLst>
            <pc:docMk/>
            <pc:sldMk cId="105348569" sldId="293"/>
            <ac:inkMk id="139" creationId="{6F15240E-0D3C-29EE-06B0-D6A2462D6DD0}"/>
          </ac:inkMkLst>
        </pc:inkChg>
        <pc:inkChg chg="add mod">
          <ac:chgData name="Lalitha Sivakumar" userId="97edc6261cb124e6" providerId="LiveId" clId="{35434D6F-2C91-4B94-8CDA-DECBD3A2397E}" dt="2026-09-15T11:18:44.241" v="21797" actId="208"/>
          <ac:inkMkLst>
            <pc:docMk/>
            <pc:sldMk cId="105348569" sldId="293"/>
            <ac:inkMk id="140" creationId="{361A8D0F-7E14-FB3C-0DAB-B5EABA46CDE5}"/>
          </ac:inkMkLst>
        </pc:inkChg>
        <pc:inkChg chg="mod">
          <ac:chgData name="Lalitha Sivakumar" userId="97edc6261cb124e6" providerId="LiveId" clId="{35434D6F-2C91-4B94-8CDA-DECBD3A2397E}" dt="2026-09-09T05:46:31.306" v="7615"/>
          <ac:inkMkLst>
            <pc:docMk/>
            <pc:sldMk cId="105348569" sldId="293"/>
            <ac:inkMk id="147" creationId="{CD97EB49-A30C-A6BB-61B4-142D12ECB532}"/>
          </ac:inkMkLst>
        </pc:inkChg>
        <pc:inkChg chg="mod">
          <ac:chgData name="Lalitha Sivakumar" userId="97edc6261cb124e6" providerId="LiveId" clId="{35434D6F-2C91-4B94-8CDA-DECBD3A2397E}" dt="2026-09-15T11:18:44.241" v="21797" actId="208"/>
          <ac:inkMkLst>
            <pc:docMk/>
            <pc:sldMk cId="105348569" sldId="293"/>
            <ac:inkMk id="148" creationId="{89C4FC5D-A888-0692-B10B-04CA9A771305}"/>
          </ac:inkMkLst>
        </pc:inkChg>
        <pc:inkChg chg="mod">
          <ac:chgData name="Lalitha Sivakumar" userId="97edc6261cb124e6" providerId="LiveId" clId="{35434D6F-2C91-4B94-8CDA-DECBD3A2397E}" dt="2026-09-09T05:46:42.081" v="7617"/>
          <ac:inkMkLst>
            <pc:docMk/>
            <pc:sldMk cId="105348569" sldId="293"/>
            <ac:inkMk id="150" creationId="{67D573BD-666F-5D98-FA36-95676F76BBC2}"/>
          </ac:inkMkLst>
        </pc:inkChg>
        <pc:inkChg chg="mod">
          <ac:chgData name="Lalitha Sivakumar" userId="97edc6261cb124e6" providerId="LiveId" clId="{35434D6F-2C91-4B94-8CDA-DECBD3A2397E}" dt="2026-09-15T11:18:55.879" v="21798" actId="208"/>
          <ac:inkMkLst>
            <pc:docMk/>
            <pc:sldMk cId="105348569" sldId="293"/>
            <ac:inkMk id="151" creationId="{58680A4B-B5CE-7E2D-6824-02D29DE67415}"/>
          </ac:inkMkLst>
        </pc:inkChg>
        <pc:inkChg chg="mod">
          <ac:chgData name="Lalitha Sivakumar" userId="97edc6261cb124e6" providerId="LiveId" clId="{35434D6F-2C91-4B94-8CDA-DECBD3A2397E}" dt="2026-09-09T05:46:57.303" v="7619"/>
          <ac:inkMkLst>
            <pc:docMk/>
            <pc:sldMk cId="105348569" sldId="293"/>
            <ac:inkMk id="153" creationId="{0CBCAACE-9A51-96E6-E757-923CFDE5F410}"/>
          </ac:inkMkLst>
        </pc:inkChg>
        <pc:inkChg chg="mod">
          <ac:chgData name="Lalitha Sivakumar" userId="97edc6261cb124e6" providerId="LiveId" clId="{35434D6F-2C91-4B94-8CDA-DECBD3A2397E}" dt="2026-09-15T11:18:44.241" v="21797" actId="208"/>
          <ac:inkMkLst>
            <pc:docMk/>
            <pc:sldMk cId="105348569" sldId="293"/>
            <ac:inkMk id="154" creationId="{A8C7DFFA-476D-C3DB-24FB-A566845437AA}"/>
          </ac:inkMkLst>
        </pc:inkChg>
        <pc:inkChg chg="mod">
          <ac:chgData name="Lalitha Sivakumar" userId="97edc6261cb124e6" providerId="LiveId" clId="{35434D6F-2C91-4B94-8CDA-DECBD3A2397E}" dt="2026-09-09T05:47:11.240" v="7621"/>
          <ac:inkMkLst>
            <pc:docMk/>
            <pc:sldMk cId="105348569" sldId="293"/>
            <ac:inkMk id="156" creationId="{E3F5BD16-187F-2C76-1AF1-BEE6A3E6FCBB}"/>
          </ac:inkMkLst>
        </pc:inkChg>
        <pc:inkChg chg="mod">
          <ac:chgData name="Lalitha Sivakumar" userId="97edc6261cb124e6" providerId="LiveId" clId="{35434D6F-2C91-4B94-8CDA-DECBD3A2397E}" dt="2026-09-15T11:18:55.879" v="21798" actId="208"/>
          <ac:inkMkLst>
            <pc:docMk/>
            <pc:sldMk cId="105348569" sldId="293"/>
            <ac:inkMk id="157" creationId="{78AB9ED4-F710-01CF-2355-E96E124F8329}"/>
          </ac:inkMkLst>
        </pc:inkChg>
        <pc:inkChg chg="mod">
          <ac:chgData name="Lalitha Sivakumar" userId="97edc6261cb124e6" providerId="LiveId" clId="{35434D6F-2C91-4B94-8CDA-DECBD3A2397E}" dt="2026-09-09T05:47:11.497" v="7622"/>
          <ac:inkMkLst>
            <pc:docMk/>
            <pc:sldMk cId="105348569" sldId="293"/>
            <ac:inkMk id="159" creationId="{95657A96-AAA3-B8EF-D020-21A23573B4D7}"/>
          </ac:inkMkLst>
        </pc:inkChg>
        <pc:inkChg chg="mod">
          <ac:chgData name="Lalitha Sivakumar" userId="97edc6261cb124e6" providerId="LiveId" clId="{35434D6F-2C91-4B94-8CDA-DECBD3A2397E}" dt="2026-09-15T11:18:44.241" v="21797" actId="208"/>
          <ac:inkMkLst>
            <pc:docMk/>
            <pc:sldMk cId="105348569" sldId="293"/>
            <ac:inkMk id="160" creationId="{8262EFC0-1087-2D8A-5995-5ABB0DE3AA4E}"/>
          </ac:inkMkLst>
        </pc:inkChg>
        <pc:inkChg chg="mod">
          <ac:chgData name="Lalitha Sivakumar" userId="97edc6261cb124e6" providerId="LiveId" clId="{35434D6F-2C91-4B94-8CDA-DECBD3A2397E}" dt="2026-09-09T05:47:39.576" v="7625"/>
          <ac:inkMkLst>
            <pc:docMk/>
            <pc:sldMk cId="105348569" sldId="293"/>
            <ac:inkMk id="162" creationId="{5194CCE9-535A-A333-7CC0-E7B3AD0952D0}"/>
          </ac:inkMkLst>
        </pc:inkChg>
        <pc:inkChg chg="mod">
          <ac:chgData name="Lalitha Sivakumar" userId="97edc6261cb124e6" providerId="LiveId" clId="{35434D6F-2C91-4B94-8CDA-DECBD3A2397E}" dt="2026-09-15T11:18:44.241" v="21797" actId="208"/>
          <ac:inkMkLst>
            <pc:docMk/>
            <pc:sldMk cId="105348569" sldId="293"/>
            <ac:inkMk id="163" creationId="{A0428F4F-A005-C7E6-3AD2-3C5A643AF17E}"/>
          </ac:inkMkLst>
        </pc:inkChg>
        <pc:inkChg chg="mod">
          <ac:chgData name="Lalitha Sivakumar" userId="97edc6261cb124e6" providerId="LiveId" clId="{35434D6F-2C91-4B94-8CDA-DECBD3A2397E}" dt="2026-09-09T05:47:54.833" v="7627"/>
          <ac:inkMkLst>
            <pc:docMk/>
            <pc:sldMk cId="105348569" sldId="293"/>
            <ac:inkMk id="165" creationId="{293B06EB-CC15-AAB5-0041-D80DCEF13A99}"/>
          </ac:inkMkLst>
        </pc:inkChg>
        <pc:inkChg chg="mod">
          <ac:chgData name="Lalitha Sivakumar" userId="97edc6261cb124e6" providerId="LiveId" clId="{35434D6F-2C91-4B94-8CDA-DECBD3A2397E}" dt="2026-09-15T11:18:55.879" v="21798" actId="208"/>
          <ac:inkMkLst>
            <pc:docMk/>
            <pc:sldMk cId="105348569" sldId="293"/>
            <ac:inkMk id="166" creationId="{325795F1-35EA-E4C8-E4B2-867D375E40F6}"/>
          </ac:inkMkLst>
        </pc:inkChg>
        <pc:inkChg chg="mod">
          <ac:chgData name="Lalitha Sivakumar" userId="97edc6261cb124e6" providerId="LiveId" clId="{35434D6F-2C91-4B94-8CDA-DECBD3A2397E}" dt="2026-09-09T05:50:23.082" v="7630"/>
          <ac:inkMkLst>
            <pc:docMk/>
            <pc:sldMk cId="105348569" sldId="293"/>
            <ac:inkMk id="168" creationId="{D50F4738-3253-CF00-7113-35DAEC96D4C6}"/>
          </ac:inkMkLst>
        </pc:inkChg>
        <pc:inkChg chg="mod">
          <ac:chgData name="Lalitha Sivakumar" userId="97edc6261cb124e6" providerId="LiveId" clId="{35434D6F-2C91-4B94-8CDA-DECBD3A2397E}" dt="2026-09-15T11:18:55.879" v="21798" actId="208"/>
          <ac:inkMkLst>
            <pc:docMk/>
            <pc:sldMk cId="105348569" sldId="293"/>
            <ac:inkMk id="169" creationId="{C152E5BA-15A5-72E8-6B3E-FFFA5EAC9CB7}"/>
          </ac:inkMkLst>
        </pc:inkChg>
        <pc:inkChg chg="mod">
          <ac:chgData name="Lalitha Sivakumar" userId="97edc6261cb124e6" providerId="LiveId" clId="{35434D6F-2C91-4B94-8CDA-DECBD3A2397E}" dt="2026-09-09T05:51:09.922" v="7634"/>
          <ac:inkMkLst>
            <pc:docMk/>
            <pc:sldMk cId="105348569" sldId="293"/>
            <ac:inkMk id="171" creationId="{9CA1E667-A1C4-F454-A7D9-D41A42EE7758}"/>
          </ac:inkMkLst>
        </pc:inkChg>
        <pc:inkChg chg="mod">
          <ac:chgData name="Lalitha Sivakumar" userId="97edc6261cb124e6" providerId="LiveId" clId="{35434D6F-2C91-4B94-8CDA-DECBD3A2397E}" dt="2026-09-15T11:18:44.241" v="21797" actId="208"/>
          <ac:inkMkLst>
            <pc:docMk/>
            <pc:sldMk cId="105348569" sldId="293"/>
            <ac:inkMk id="172" creationId="{29E01961-3206-163D-3A32-8559A9361691}"/>
          </ac:inkMkLst>
        </pc:inkChg>
        <pc:inkChg chg="add mod">
          <ac:chgData name="Lalitha Sivakumar" userId="97edc6261cb124e6" providerId="LiveId" clId="{35434D6F-2C91-4B94-8CDA-DECBD3A2397E}" dt="2026-09-09T05:51:57.766" v="7646"/>
          <ac:inkMkLst>
            <pc:docMk/>
            <pc:sldMk cId="105348569" sldId="293"/>
            <ac:inkMk id="175" creationId="{007874EF-C169-4DBA-934F-7E6A13A32547}"/>
          </ac:inkMkLst>
        </pc:inkChg>
        <pc:inkChg chg="add mod">
          <ac:chgData name="Lalitha Sivakumar" userId="97edc6261cb124e6" providerId="LiveId" clId="{35434D6F-2C91-4B94-8CDA-DECBD3A2397E}" dt="2026-09-09T05:51:57.766" v="7646"/>
          <ac:inkMkLst>
            <pc:docMk/>
            <pc:sldMk cId="105348569" sldId="293"/>
            <ac:inkMk id="176" creationId="{F5E6E8E8-386F-4DA4-06C3-8C0398D7FB9C}"/>
          </ac:inkMkLst>
        </pc:inkChg>
        <pc:inkChg chg="add">
          <ac:chgData name="Lalitha Sivakumar" userId="97edc6261cb124e6" providerId="LiveId" clId="{35434D6F-2C91-4B94-8CDA-DECBD3A2397E}" dt="2026-09-09T05:53:01.783" v="7647" actId="9405"/>
          <ac:inkMkLst>
            <pc:docMk/>
            <pc:sldMk cId="105348569" sldId="293"/>
            <ac:inkMk id="178" creationId="{B6FF8B42-5E99-038F-320D-0DB26F87A855}"/>
          </ac:inkMkLst>
        </pc:inkChg>
        <pc:inkChg chg="add mod">
          <ac:chgData name="Lalitha Sivakumar" userId="97edc6261cb124e6" providerId="LiveId" clId="{35434D6F-2C91-4B94-8CDA-DECBD3A2397E}" dt="2026-09-09T11:52:14.086" v="8560" actId="1076"/>
          <ac:inkMkLst>
            <pc:docMk/>
            <pc:sldMk cId="105348569" sldId="293"/>
            <ac:inkMk id="179" creationId="{7EBFBE81-6B90-633E-6BE7-121AF4B6E8D7}"/>
          </ac:inkMkLst>
        </pc:inkChg>
        <pc:inkChg chg="add mod">
          <ac:chgData name="Lalitha Sivakumar" userId="97edc6261cb124e6" providerId="LiveId" clId="{35434D6F-2C91-4B94-8CDA-DECBD3A2397E}" dt="2026-09-09T11:52:14.086" v="8560" actId="1076"/>
          <ac:inkMkLst>
            <pc:docMk/>
            <pc:sldMk cId="105348569" sldId="293"/>
            <ac:inkMk id="181" creationId="{E3765FBE-9FE6-0D94-12EA-49FA758D75AF}"/>
          </ac:inkMkLst>
        </pc:inkChg>
        <pc:inkChg chg="add">
          <ac:chgData name="Lalitha Sivakumar" userId="97edc6261cb124e6" providerId="LiveId" clId="{35434D6F-2C91-4B94-8CDA-DECBD3A2397E}" dt="2026-09-09T05:57:39.874" v="7683" actId="9405"/>
          <ac:inkMkLst>
            <pc:docMk/>
            <pc:sldMk cId="105348569" sldId="293"/>
            <ac:inkMk id="191" creationId="{864A0CD6-E248-DB6A-964E-5FED1FDF93E6}"/>
          </ac:inkMkLst>
        </pc:inkChg>
        <pc:inkChg chg="add">
          <ac:chgData name="Lalitha Sivakumar" userId="97edc6261cb124e6" providerId="LiveId" clId="{35434D6F-2C91-4B94-8CDA-DECBD3A2397E}" dt="2026-09-09T05:57:43.111" v="7684" actId="9405"/>
          <ac:inkMkLst>
            <pc:docMk/>
            <pc:sldMk cId="105348569" sldId="293"/>
            <ac:inkMk id="192" creationId="{11CFDEA1-32C3-C572-E1DA-5C505C527DFB}"/>
          </ac:inkMkLst>
        </pc:inkChg>
        <pc:inkChg chg="add">
          <ac:chgData name="Lalitha Sivakumar" userId="97edc6261cb124e6" providerId="LiveId" clId="{35434D6F-2C91-4B94-8CDA-DECBD3A2397E}" dt="2026-09-09T05:57:52.909" v="7686" actId="9405"/>
          <ac:inkMkLst>
            <pc:docMk/>
            <pc:sldMk cId="105348569" sldId="293"/>
            <ac:inkMk id="194" creationId="{EB41FBDE-DD11-F10A-68DD-DC91373E897E}"/>
          </ac:inkMkLst>
        </pc:inkChg>
        <pc:inkChg chg="add">
          <ac:chgData name="Lalitha Sivakumar" userId="97edc6261cb124e6" providerId="LiveId" clId="{35434D6F-2C91-4B94-8CDA-DECBD3A2397E}" dt="2026-09-09T05:57:55.145" v="7687" actId="9405"/>
          <ac:inkMkLst>
            <pc:docMk/>
            <pc:sldMk cId="105348569" sldId="293"/>
            <ac:inkMk id="195" creationId="{187E2D58-DC2A-E15F-50BA-33133734C854}"/>
          </ac:inkMkLst>
        </pc:inkChg>
        <pc:inkChg chg="add">
          <ac:chgData name="Lalitha Sivakumar" userId="97edc6261cb124e6" providerId="LiveId" clId="{35434D6F-2C91-4B94-8CDA-DECBD3A2397E}" dt="2026-09-09T05:57:57.389" v="7688" actId="9405"/>
          <ac:inkMkLst>
            <pc:docMk/>
            <pc:sldMk cId="105348569" sldId="293"/>
            <ac:inkMk id="196" creationId="{2054F43D-3208-8465-362C-DB6DDED805D8}"/>
          </ac:inkMkLst>
        </pc:inkChg>
        <pc:inkChg chg="add">
          <ac:chgData name="Lalitha Sivakumar" userId="97edc6261cb124e6" providerId="LiveId" clId="{35434D6F-2C91-4B94-8CDA-DECBD3A2397E}" dt="2026-09-09T05:57:59.391" v="7689" actId="9405"/>
          <ac:inkMkLst>
            <pc:docMk/>
            <pc:sldMk cId="105348569" sldId="293"/>
            <ac:inkMk id="197" creationId="{76B88E62-C76B-E60C-2693-0628466CC5F1}"/>
          </ac:inkMkLst>
        </pc:inkChg>
        <pc:inkChg chg="add">
          <ac:chgData name="Lalitha Sivakumar" userId="97edc6261cb124e6" providerId="LiveId" clId="{35434D6F-2C91-4B94-8CDA-DECBD3A2397E}" dt="2026-09-09T05:58:39.136" v="7690" actId="9405"/>
          <ac:inkMkLst>
            <pc:docMk/>
            <pc:sldMk cId="105348569" sldId="293"/>
            <ac:inkMk id="198" creationId="{26BEBE8E-77CD-94FC-762F-9092965D5E10}"/>
          </ac:inkMkLst>
        </pc:inkChg>
        <pc:inkChg chg="add">
          <ac:chgData name="Lalitha Sivakumar" userId="97edc6261cb124e6" providerId="LiveId" clId="{35434D6F-2C91-4B94-8CDA-DECBD3A2397E}" dt="2026-09-09T05:58:40.126" v="7691" actId="9405"/>
          <ac:inkMkLst>
            <pc:docMk/>
            <pc:sldMk cId="105348569" sldId="293"/>
            <ac:inkMk id="199" creationId="{5FF09D53-32FB-5EB6-87D4-23BDE6CE5DDC}"/>
          </ac:inkMkLst>
        </pc:inkChg>
        <pc:inkChg chg="add mod">
          <ac:chgData name="Lalitha Sivakumar" userId="97edc6261cb124e6" providerId="LiveId" clId="{35434D6F-2C91-4B94-8CDA-DECBD3A2397E}" dt="2026-09-09T05:59:01.082" v="7695" actId="1076"/>
          <ac:inkMkLst>
            <pc:docMk/>
            <pc:sldMk cId="105348569" sldId="293"/>
            <ac:inkMk id="201" creationId="{CE9A2316-2B93-872F-5263-6AA6CFD2E8F6}"/>
          </ac:inkMkLst>
        </pc:inkChg>
        <pc:inkChg chg="add mod">
          <ac:chgData name="Lalitha Sivakumar" userId="97edc6261cb124e6" providerId="LiveId" clId="{35434D6F-2C91-4B94-8CDA-DECBD3A2397E}" dt="2026-09-09T05:59:09.677" v="7697" actId="1076"/>
          <ac:inkMkLst>
            <pc:docMk/>
            <pc:sldMk cId="105348569" sldId="293"/>
            <ac:inkMk id="202" creationId="{695F111F-21CD-79B9-7FD7-F206B3BB7AA3}"/>
          </ac:inkMkLst>
        </pc:inkChg>
        <pc:inkChg chg="add mod">
          <ac:chgData name="Lalitha Sivakumar" userId="97edc6261cb124e6" providerId="LiveId" clId="{35434D6F-2C91-4B94-8CDA-DECBD3A2397E}" dt="2026-09-09T05:59:16.394" v="7699" actId="1076"/>
          <ac:inkMkLst>
            <pc:docMk/>
            <pc:sldMk cId="105348569" sldId="293"/>
            <ac:inkMk id="203" creationId="{FF3C54F8-F1BF-17B4-59C2-79F125E135ED}"/>
          </ac:inkMkLst>
        </pc:inkChg>
        <pc:inkChg chg="add mod">
          <ac:chgData name="Lalitha Sivakumar" userId="97edc6261cb124e6" providerId="LiveId" clId="{35434D6F-2C91-4B94-8CDA-DECBD3A2397E}" dt="2026-09-09T12:10:22.190" v="8747" actId="164"/>
          <ac:inkMkLst>
            <pc:docMk/>
            <pc:sldMk cId="105348569" sldId="293"/>
            <ac:inkMk id="204" creationId="{34739890-AFD4-07C8-A540-346AD88FBBAD}"/>
          </ac:inkMkLst>
        </pc:inkChg>
        <pc:inkChg chg="add">
          <ac:chgData name="Lalitha Sivakumar" userId="97edc6261cb124e6" providerId="LiveId" clId="{35434D6F-2C91-4B94-8CDA-DECBD3A2397E}" dt="2026-09-09T06:01:25.627" v="7702" actId="9405"/>
          <ac:inkMkLst>
            <pc:docMk/>
            <pc:sldMk cId="105348569" sldId="293"/>
            <ac:inkMk id="205" creationId="{F99CFC70-2732-DF54-B521-F9E1914E14E4}"/>
          </ac:inkMkLst>
        </pc:inkChg>
        <pc:inkChg chg="add">
          <ac:chgData name="Lalitha Sivakumar" userId="97edc6261cb124e6" providerId="LiveId" clId="{35434D6F-2C91-4B94-8CDA-DECBD3A2397E}" dt="2026-09-09T06:01:32.603" v="7703" actId="9405"/>
          <ac:inkMkLst>
            <pc:docMk/>
            <pc:sldMk cId="105348569" sldId="293"/>
            <ac:inkMk id="206" creationId="{D33E3912-9B3B-7EE5-FBD0-E05F58E61B0A}"/>
          </ac:inkMkLst>
        </pc:inkChg>
        <pc:inkChg chg="add">
          <ac:chgData name="Lalitha Sivakumar" userId="97edc6261cb124e6" providerId="LiveId" clId="{35434D6F-2C91-4B94-8CDA-DECBD3A2397E}" dt="2026-09-09T06:01:36.889" v="7704" actId="9405"/>
          <ac:inkMkLst>
            <pc:docMk/>
            <pc:sldMk cId="105348569" sldId="293"/>
            <ac:inkMk id="207" creationId="{C91BD6DA-97BB-4D83-2A30-2F89586DEC66}"/>
          </ac:inkMkLst>
        </pc:inkChg>
        <pc:inkChg chg="add mod">
          <ac:chgData name="Lalitha Sivakumar" userId="97edc6261cb124e6" providerId="LiveId" clId="{35434D6F-2C91-4B94-8CDA-DECBD3A2397E}" dt="2026-09-09T12:09:03.432" v="8740" actId="1076"/>
          <ac:inkMkLst>
            <pc:docMk/>
            <pc:sldMk cId="105348569" sldId="293"/>
            <ac:inkMk id="209" creationId="{7D572A3C-2FED-B7B6-B653-D73A9AB4445F}"/>
          </ac:inkMkLst>
        </pc:inkChg>
        <pc:inkChg chg="add">
          <ac:chgData name="Lalitha Sivakumar" userId="97edc6261cb124e6" providerId="LiveId" clId="{35434D6F-2C91-4B94-8CDA-DECBD3A2397E}" dt="2026-09-09T06:03:14.374" v="7707" actId="9405"/>
          <ac:inkMkLst>
            <pc:docMk/>
            <pc:sldMk cId="105348569" sldId="293"/>
            <ac:inkMk id="210" creationId="{BAABD441-F123-CD22-E041-85AB8980CC30}"/>
          </ac:inkMkLst>
        </pc:inkChg>
        <pc:cxnChg chg="add mod">
          <ac:chgData name="Lalitha Sivakumar" userId="97edc6261cb124e6" providerId="LiveId" clId="{35434D6F-2C91-4B94-8CDA-DECBD3A2397E}" dt="2026-09-09T12:54:32.017" v="8925" actId="21"/>
          <ac:cxnSpMkLst>
            <pc:docMk/>
            <pc:sldMk cId="105348569" sldId="293"/>
            <ac:cxnSpMk id="7" creationId="{E9F6FDEB-E171-28D6-C957-4E10B67F47F1}"/>
          </ac:cxnSpMkLst>
        </pc:cxnChg>
        <pc:cxnChg chg="add mod">
          <ac:chgData name="Lalitha Sivakumar" userId="97edc6261cb124e6" providerId="LiveId" clId="{35434D6F-2C91-4B94-8CDA-DECBD3A2397E}" dt="2026-09-09T12:54:32.017" v="8925" actId="21"/>
          <ac:cxnSpMkLst>
            <pc:docMk/>
            <pc:sldMk cId="105348569" sldId="293"/>
            <ac:cxnSpMk id="21" creationId="{65251BC0-F15C-256D-BEF7-F31C91BF48A6}"/>
          </ac:cxnSpMkLst>
        </pc:cxnChg>
        <pc:cxnChg chg="add mod">
          <ac:chgData name="Lalitha Sivakumar" userId="97edc6261cb124e6" providerId="LiveId" clId="{35434D6F-2C91-4B94-8CDA-DECBD3A2397E}" dt="2026-09-09T05:19:13.535" v="7390" actId="693"/>
          <ac:cxnSpMkLst>
            <pc:docMk/>
            <pc:sldMk cId="105348569" sldId="293"/>
            <ac:cxnSpMk id="57" creationId="{B2613264-0A2F-1F1A-3FD6-6257BBD44021}"/>
          </ac:cxnSpMkLst>
        </pc:cxnChg>
        <pc:cxnChg chg="add mod">
          <ac:chgData name="Lalitha Sivakumar" userId="97edc6261cb124e6" providerId="LiveId" clId="{35434D6F-2C91-4B94-8CDA-DECBD3A2397E}" dt="2026-09-09T05:20:08.466" v="7397" actId="14100"/>
          <ac:cxnSpMkLst>
            <pc:docMk/>
            <pc:sldMk cId="105348569" sldId="293"/>
            <ac:cxnSpMk id="58" creationId="{CD1D8802-09CB-82B1-E805-89DE787C9833}"/>
          </ac:cxnSpMkLst>
        </pc:cxnChg>
        <pc:cxnChg chg="add mod">
          <ac:chgData name="Lalitha Sivakumar" userId="97edc6261cb124e6" providerId="LiveId" clId="{35434D6F-2C91-4B94-8CDA-DECBD3A2397E}" dt="2026-09-09T05:32:32.898" v="7430" actId="164"/>
          <ac:cxnSpMkLst>
            <pc:docMk/>
            <pc:sldMk cId="105348569" sldId="293"/>
            <ac:cxnSpMk id="61" creationId="{04428196-60A9-A0B0-074F-081D6A1D44BC}"/>
          </ac:cxnSpMkLst>
        </pc:cxnChg>
        <pc:cxnChg chg="add mod">
          <ac:chgData name="Lalitha Sivakumar" userId="97edc6261cb124e6" providerId="LiveId" clId="{35434D6F-2C91-4B94-8CDA-DECBD3A2397E}" dt="2026-09-09T05:19:49.385" v="7395" actId="208"/>
          <ac:cxnSpMkLst>
            <pc:docMk/>
            <pc:sldMk cId="105348569" sldId="293"/>
            <ac:cxnSpMk id="66" creationId="{73F753F0-EEB0-8CE1-ACE0-3F93DBD88AE3}"/>
          </ac:cxnSpMkLst>
        </pc:cxnChg>
        <pc:cxnChg chg="add mod">
          <ac:chgData name="Lalitha Sivakumar" userId="97edc6261cb124e6" providerId="LiveId" clId="{35434D6F-2C91-4B94-8CDA-DECBD3A2397E}" dt="2026-09-15T11:20:51.281" v="21813" actId="208"/>
          <ac:cxnSpMkLst>
            <pc:docMk/>
            <pc:sldMk cId="105348569" sldId="293"/>
            <ac:cxnSpMk id="78" creationId="{8D71B01F-79AD-BD52-F91D-F13D5E5FD26A}"/>
          </ac:cxnSpMkLst>
        </pc:cxnChg>
        <pc:cxnChg chg="add mod">
          <ac:chgData name="Lalitha Sivakumar" userId="97edc6261cb124e6" providerId="LiveId" clId="{35434D6F-2C91-4B94-8CDA-DECBD3A2397E}" dt="2026-09-15T11:20:55.576" v="21814" actId="208"/>
          <ac:cxnSpMkLst>
            <pc:docMk/>
            <pc:sldMk cId="105348569" sldId="293"/>
            <ac:cxnSpMk id="79" creationId="{79668349-8F73-07C2-09F4-E8B1816EE100}"/>
          </ac:cxnSpMkLst>
        </pc:cxnChg>
        <pc:cxnChg chg="add mod">
          <ac:chgData name="Lalitha Sivakumar" userId="97edc6261cb124e6" providerId="LiveId" clId="{35434D6F-2C91-4B94-8CDA-DECBD3A2397E}" dt="2026-09-09T13:25:45.373" v="9074" actId="1076"/>
          <ac:cxnSpMkLst>
            <pc:docMk/>
            <pc:sldMk cId="105348569" sldId="293"/>
            <ac:cxnSpMk id="80" creationId="{E45ED2B2-1AA6-4C01-0F51-6EE35021612A}"/>
          </ac:cxnSpMkLst>
        </pc:cxnChg>
        <pc:cxnChg chg="add mod">
          <ac:chgData name="Lalitha Sivakumar" userId="97edc6261cb124e6" providerId="LiveId" clId="{35434D6F-2C91-4B94-8CDA-DECBD3A2397E}" dt="2026-09-15T11:20:58.961" v="21815" actId="208"/>
          <ac:cxnSpMkLst>
            <pc:docMk/>
            <pc:sldMk cId="105348569" sldId="293"/>
            <ac:cxnSpMk id="83" creationId="{E3F6A289-0228-8C3E-72FB-318EF96788C0}"/>
          </ac:cxnSpMkLst>
        </pc:cxnChg>
        <pc:cxnChg chg="add mod">
          <ac:chgData name="Lalitha Sivakumar" userId="97edc6261cb124e6" providerId="LiveId" clId="{35434D6F-2C91-4B94-8CDA-DECBD3A2397E}" dt="2026-09-15T11:20:46.541" v="21812" actId="208"/>
          <ac:cxnSpMkLst>
            <pc:docMk/>
            <pc:sldMk cId="105348569" sldId="293"/>
            <ac:cxnSpMk id="86" creationId="{FABE5CB3-E8D4-4545-40E2-42A4027D3A0E}"/>
          </ac:cxnSpMkLst>
        </pc:cxnChg>
        <pc:cxnChg chg="add mod">
          <ac:chgData name="Lalitha Sivakumar" userId="97edc6261cb124e6" providerId="LiveId" clId="{35434D6F-2C91-4B94-8CDA-DECBD3A2397E}" dt="2026-09-09T05:37:29.622" v="7504" actId="14100"/>
          <ac:cxnSpMkLst>
            <pc:docMk/>
            <pc:sldMk cId="105348569" sldId="293"/>
            <ac:cxnSpMk id="91" creationId="{EE5C9E01-2123-392B-6890-C08983370C5B}"/>
          </ac:cxnSpMkLst>
        </pc:cxnChg>
        <pc:cxnChg chg="add mod">
          <ac:chgData name="Lalitha Sivakumar" userId="97edc6261cb124e6" providerId="LiveId" clId="{35434D6F-2C91-4B94-8CDA-DECBD3A2397E}" dt="2026-09-09T12:02:36.183" v="8669" actId="1076"/>
          <ac:cxnSpMkLst>
            <pc:docMk/>
            <pc:sldMk cId="105348569" sldId="293"/>
            <ac:cxnSpMk id="93" creationId="{99CD4C17-E0B8-3590-6217-11CC94EE3114}"/>
          </ac:cxnSpMkLst>
        </pc:cxnChg>
        <pc:cxnChg chg="add mod">
          <ac:chgData name="Lalitha Sivakumar" userId="97edc6261cb124e6" providerId="LiveId" clId="{35434D6F-2C91-4B94-8CDA-DECBD3A2397E}" dt="2026-09-09T05:39:16.313" v="7521" actId="14100"/>
          <ac:cxnSpMkLst>
            <pc:docMk/>
            <pc:sldMk cId="105348569" sldId="293"/>
            <ac:cxnSpMk id="96" creationId="{53646FDB-3FDF-6FEF-A2AE-6A5C1DB3CB49}"/>
          </ac:cxnSpMkLst>
        </pc:cxnChg>
        <pc:cxnChg chg="add mod">
          <ac:chgData name="Lalitha Sivakumar" userId="97edc6261cb124e6" providerId="LiveId" clId="{35434D6F-2C91-4B94-8CDA-DECBD3A2397E}" dt="2026-09-09T05:38:02.966" v="7513" actId="14100"/>
          <ac:cxnSpMkLst>
            <pc:docMk/>
            <pc:sldMk cId="105348569" sldId="293"/>
            <ac:cxnSpMk id="99" creationId="{BF0E56A3-1FA2-A084-C5CA-5A918D9EC2B8}"/>
          </ac:cxnSpMkLst>
        </pc:cxnChg>
        <pc:cxnChg chg="add mod">
          <ac:chgData name="Lalitha Sivakumar" userId="97edc6261cb124e6" providerId="LiveId" clId="{35434D6F-2C91-4B94-8CDA-DECBD3A2397E}" dt="2026-09-09T05:39:29.184" v="7523" actId="14100"/>
          <ac:cxnSpMkLst>
            <pc:docMk/>
            <pc:sldMk cId="105348569" sldId="293"/>
            <ac:cxnSpMk id="102" creationId="{EE507487-F30A-A52B-7F11-962215CC24B4}"/>
          </ac:cxnSpMkLst>
        </pc:cxnChg>
        <pc:cxnChg chg="add mod">
          <ac:chgData name="Lalitha Sivakumar" userId="97edc6261cb124e6" providerId="LiveId" clId="{35434D6F-2C91-4B94-8CDA-DECBD3A2397E}" dt="2026-09-09T05:39:38.084" v="7526" actId="14100"/>
          <ac:cxnSpMkLst>
            <pc:docMk/>
            <pc:sldMk cId="105348569" sldId="293"/>
            <ac:cxnSpMk id="105" creationId="{CE542D6D-22BC-F574-6AFA-7F3F91B52A1B}"/>
          </ac:cxnSpMkLst>
        </pc:cxnChg>
        <pc:cxnChg chg="add mod">
          <ac:chgData name="Lalitha Sivakumar" userId="97edc6261cb124e6" providerId="LiveId" clId="{35434D6F-2C91-4B94-8CDA-DECBD3A2397E}" dt="2026-09-09T12:02:36.183" v="8669" actId="1076"/>
          <ac:cxnSpMkLst>
            <pc:docMk/>
            <pc:sldMk cId="105348569" sldId="293"/>
            <ac:cxnSpMk id="108" creationId="{D7AA8374-3828-64C4-3DD0-D9DDD21E4CE5}"/>
          </ac:cxnSpMkLst>
        </pc:cxnChg>
        <pc:cxnChg chg="add mod">
          <ac:chgData name="Lalitha Sivakumar" userId="97edc6261cb124e6" providerId="LiveId" clId="{35434D6F-2C91-4B94-8CDA-DECBD3A2397E}" dt="2026-09-09T05:40:02.909" v="7532" actId="14100"/>
          <ac:cxnSpMkLst>
            <pc:docMk/>
            <pc:sldMk cId="105348569" sldId="293"/>
            <ac:cxnSpMk id="111" creationId="{DB225DC3-4C59-6FCA-0DA9-AA22E2987609}"/>
          </ac:cxnSpMkLst>
        </pc:cxnChg>
        <pc:cxnChg chg="add mod">
          <ac:chgData name="Lalitha Sivakumar" userId="97edc6261cb124e6" providerId="LiveId" clId="{35434D6F-2C91-4B94-8CDA-DECBD3A2397E}" dt="2026-09-09T05:40:37.231" v="7537" actId="208"/>
          <ac:cxnSpMkLst>
            <pc:docMk/>
            <pc:sldMk cId="105348569" sldId="293"/>
            <ac:cxnSpMk id="114" creationId="{270DA8CB-2590-B6B8-FEA5-94977011409B}"/>
          </ac:cxnSpMkLst>
        </pc:cxnChg>
        <pc:cxnChg chg="add mod">
          <ac:chgData name="Lalitha Sivakumar" userId="97edc6261cb124e6" providerId="LiveId" clId="{35434D6F-2C91-4B94-8CDA-DECBD3A2397E}" dt="2026-09-09T12:02:36.183" v="8669" actId="1076"/>
          <ac:cxnSpMkLst>
            <pc:docMk/>
            <pc:sldMk cId="105348569" sldId="293"/>
            <ac:cxnSpMk id="116" creationId="{9DEFEE13-1DDB-B30B-D806-B094A01B775A}"/>
          </ac:cxnSpMkLst>
        </pc:cxnChg>
        <pc:cxnChg chg="add mod">
          <ac:chgData name="Lalitha Sivakumar" userId="97edc6261cb124e6" providerId="LiveId" clId="{35434D6F-2C91-4B94-8CDA-DECBD3A2397E}" dt="2026-09-09T12:02:36.183" v="8669" actId="1076"/>
          <ac:cxnSpMkLst>
            <pc:docMk/>
            <pc:sldMk cId="105348569" sldId="293"/>
            <ac:cxnSpMk id="119" creationId="{226D9C2D-19CE-FD39-512D-37161A8B2952}"/>
          </ac:cxnSpMkLst>
        </pc:cxnChg>
        <pc:cxnChg chg="add mod">
          <ac:chgData name="Lalitha Sivakumar" userId="97edc6261cb124e6" providerId="LiveId" clId="{35434D6F-2C91-4B94-8CDA-DECBD3A2397E}" dt="2026-09-09T12:02:36.183" v="8669" actId="1076"/>
          <ac:cxnSpMkLst>
            <pc:docMk/>
            <pc:sldMk cId="105348569" sldId="293"/>
            <ac:cxnSpMk id="122" creationId="{6887A2C4-65A2-1875-A3C0-92B087530841}"/>
          </ac:cxnSpMkLst>
        </pc:cxnChg>
        <pc:cxnChg chg="add mod">
          <ac:chgData name="Lalitha Sivakumar" userId="97edc6261cb124e6" providerId="LiveId" clId="{35434D6F-2C91-4B94-8CDA-DECBD3A2397E}" dt="2026-09-09T06:14:49.909" v="7865" actId="14100"/>
          <ac:cxnSpMkLst>
            <pc:docMk/>
            <pc:sldMk cId="105348569" sldId="293"/>
            <ac:cxnSpMk id="237" creationId="{C6376784-567F-6418-C7AD-74588C0D8AA1}"/>
          </ac:cxnSpMkLst>
        </pc:cxnChg>
        <pc:cxnChg chg="add mod">
          <ac:chgData name="Lalitha Sivakumar" userId="97edc6261cb124e6" providerId="LiveId" clId="{35434D6F-2C91-4B94-8CDA-DECBD3A2397E}" dt="2026-09-09T06:14:49.909" v="7865" actId="14100"/>
          <ac:cxnSpMkLst>
            <pc:docMk/>
            <pc:sldMk cId="105348569" sldId="293"/>
            <ac:cxnSpMk id="238" creationId="{3AB92557-66B3-5B12-9415-DBA459CC92E8}"/>
          </ac:cxnSpMkLst>
        </pc:cxnChg>
        <pc:cxnChg chg="add mod">
          <ac:chgData name="Lalitha Sivakumar" userId="97edc6261cb124e6" providerId="LiveId" clId="{35434D6F-2C91-4B94-8CDA-DECBD3A2397E}" dt="2026-09-09T06:14:49.909" v="7865" actId="14100"/>
          <ac:cxnSpMkLst>
            <pc:docMk/>
            <pc:sldMk cId="105348569" sldId="293"/>
            <ac:cxnSpMk id="239" creationId="{6499C55F-32FC-D421-6BC7-BE47ADEAFD18}"/>
          </ac:cxnSpMkLst>
        </pc:cxnChg>
        <pc:cxnChg chg="add mod">
          <ac:chgData name="Lalitha Sivakumar" userId="97edc6261cb124e6" providerId="LiveId" clId="{35434D6F-2C91-4B94-8CDA-DECBD3A2397E}" dt="2026-09-10T15:00:46.061" v="12839" actId="1076"/>
          <ac:cxnSpMkLst>
            <pc:docMk/>
            <pc:sldMk cId="105348569" sldId="293"/>
            <ac:cxnSpMk id="259" creationId="{7C611239-0138-8B8A-7BD1-17B1C7E35582}"/>
          </ac:cxnSpMkLst>
        </pc:cxnChg>
        <pc:cxnChg chg="add mod">
          <ac:chgData name="Lalitha Sivakumar" userId="97edc6261cb124e6" providerId="LiveId" clId="{35434D6F-2C91-4B94-8CDA-DECBD3A2397E}" dt="2026-09-09T06:20:18.327" v="7943" actId="14100"/>
          <ac:cxnSpMkLst>
            <pc:docMk/>
            <pc:sldMk cId="105348569" sldId="293"/>
            <ac:cxnSpMk id="261" creationId="{2DC60036-7C85-E00E-6A99-63031D005DB9}"/>
          </ac:cxnSpMkLst>
        </pc:cxnChg>
      </pc:sldChg>
      <pc:sldChg chg="addSp delSp modSp new mod modNotesTx">
        <pc:chgData name="Lalitha Sivakumar" userId="97edc6261cb124e6" providerId="LiveId" clId="{35434D6F-2C91-4B94-8CDA-DECBD3A2397E}" dt="2026-09-20T18:34:08.560" v="55662" actId="20577"/>
        <pc:sldMkLst>
          <pc:docMk/>
          <pc:sldMk cId="2151141979" sldId="294"/>
        </pc:sldMkLst>
        <pc:spChg chg="mod">
          <ac:chgData name="Lalitha Sivakumar" userId="97edc6261cb124e6" providerId="LiveId" clId="{35434D6F-2C91-4B94-8CDA-DECBD3A2397E}" dt="2026-09-10T08:41:35.174" v="12188" actId="20577"/>
          <ac:spMkLst>
            <pc:docMk/>
            <pc:sldMk cId="2151141979" sldId="294"/>
            <ac:spMk id="2" creationId="{19AA6892-9A4F-73D0-5892-8EAC438D2705}"/>
          </ac:spMkLst>
        </pc:spChg>
        <pc:spChg chg="add mod">
          <ac:chgData name="Lalitha Sivakumar" userId="97edc6261cb124e6" providerId="LiveId" clId="{35434D6F-2C91-4B94-8CDA-DECBD3A2397E}" dt="2026-09-17T10:05:44.590" v="26739" actId="1076"/>
          <ac:spMkLst>
            <pc:docMk/>
            <pc:sldMk cId="2151141979" sldId="294"/>
            <ac:spMk id="6" creationId="{72BEA790-D2CB-3B76-0AD3-4C424E51B1CD}"/>
          </ac:spMkLst>
        </pc:spChg>
        <pc:spChg chg="add mod">
          <ac:chgData name="Lalitha Sivakumar" userId="97edc6261cb124e6" providerId="LiveId" clId="{35434D6F-2C91-4B94-8CDA-DECBD3A2397E}" dt="2026-09-20T18:34:08.560" v="55662" actId="20577"/>
          <ac:spMkLst>
            <pc:docMk/>
            <pc:sldMk cId="2151141979" sldId="294"/>
            <ac:spMk id="7" creationId="{2EA491CC-8B13-DC75-6269-0F0F04A48C02}"/>
          </ac:spMkLst>
        </pc:spChg>
        <pc:spChg chg="add mod">
          <ac:chgData name="Lalitha Sivakumar" userId="97edc6261cb124e6" providerId="LiveId" clId="{35434D6F-2C91-4B94-8CDA-DECBD3A2397E}" dt="2026-09-17T10:05:49.655" v="26741" actId="1076"/>
          <ac:spMkLst>
            <pc:docMk/>
            <pc:sldMk cId="2151141979" sldId="294"/>
            <ac:spMk id="8" creationId="{F6D12099-52F8-CA7C-6615-7ECFF4C6E941}"/>
          </ac:spMkLst>
        </pc:spChg>
        <pc:spChg chg="add mod">
          <ac:chgData name="Lalitha Sivakumar" userId="97edc6261cb124e6" providerId="LiveId" clId="{35434D6F-2C91-4B94-8CDA-DECBD3A2397E}" dt="2026-09-17T10:05:52.417" v="26742" actId="1076"/>
          <ac:spMkLst>
            <pc:docMk/>
            <pc:sldMk cId="2151141979" sldId="294"/>
            <ac:spMk id="11" creationId="{E1ED552F-DBAE-01A8-6979-38F9C94E5F32}"/>
          </ac:spMkLst>
        </pc:spChg>
        <pc:spChg chg="add mod">
          <ac:chgData name="Lalitha Sivakumar" userId="97edc6261cb124e6" providerId="LiveId" clId="{35434D6F-2C91-4B94-8CDA-DECBD3A2397E}" dt="2026-09-20T06:22:55.885" v="47005" actId="1076"/>
          <ac:spMkLst>
            <pc:docMk/>
            <pc:sldMk cId="2151141979" sldId="294"/>
            <ac:spMk id="13" creationId="{7BAC9EC0-8B47-042D-272A-ADB0020BC7B5}"/>
          </ac:spMkLst>
        </pc:spChg>
        <pc:spChg chg="add mod">
          <ac:chgData name="Lalitha Sivakumar" userId="97edc6261cb124e6" providerId="LiveId" clId="{35434D6F-2C91-4B94-8CDA-DECBD3A2397E}" dt="2026-09-20T06:21:01.557" v="46998" actId="404"/>
          <ac:spMkLst>
            <pc:docMk/>
            <pc:sldMk cId="2151141979" sldId="294"/>
            <ac:spMk id="14" creationId="{2480EBB4-6B22-F564-9FCC-421726A4820D}"/>
          </ac:spMkLst>
        </pc:spChg>
        <pc:spChg chg="add mod">
          <ac:chgData name="Lalitha Sivakumar" userId="97edc6261cb124e6" providerId="LiveId" clId="{35434D6F-2C91-4B94-8CDA-DECBD3A2397E}" dt="2026-09-20T06:21:05.557" v="46999" actId="404"/>
          <ac:spMkLst>
            <pc:docMk/>
            <pc:sldMk cId="2151141979" sldId="294"/>
            <ac:spMk id="16" creationId="{BFD19839-1665-8922-048E-EB49452A1694}"/>
          </ac:spMkLst>
        </pc:spChg>
        <pc:spChg chg="add mod">
          <ac:chgData name="Lalitha Sivakumar" userId="97edc6261cb124e6" providerId="LiveId" clId="{35434D6F-2C91-4B94-8CDA-DECBD3A2397E}" dt="2026-09-20T06:21:09.244" v="47000" actId="404"/>
          <ac:spMkLst>
            <pc:docMk/>
            <pc:sldMk cId="2151141979" sldId="294"/>
            <ac:spMk id="18" creationId="{DB477656-7244-F6A6-2DD8-6B21B0B73708}"/>
          </ac:spMkLst>
        </pc:spChg>
        <pc:spChg chg="add mod">
          <ac:chgData name="Lalitha Sivakumar" userId="97edc6261cb124e6" providerId="LiveId" clId="{35434D6F-2C91-4B94-8CDA-DECBD3A2397E}" dt="2026-09-09T13:06:38.764" v="8962" actId="6549"/>
          <ac:spMkLst>
            <pc:docMk/>
            <pc:sldMk cId="2151141979" sldId="294"/>
            <ac:spMk id="25" creationId="{9D827A9E-84DC-0C74-A03F-89310A9EBAE2}"/>
          </ac:spMkLst>
        </pc:spChg>
        <pc:spChg chg="add mod">
          <ac:chgData name="Lalitha Sivakumar" userId="97edc6261cb124e6" providerId="LiveId" clId="{35434D6F-2C91-4B94-8CDA-DECBD3A2397E}" dt="2026-09-17T10:07:30.461" v="26763" actId="1076"/>
          <ac:spMkLst>
            <pc:docMk/>
            <pc:sldMk cId="2151141979" sldId="294"/>
            <ac:spMk id="38" creationId="{D4A9F894-6C98-6072-A43B-997C0A5242DC}"/>
          </ac:spMkLst>
        </pc:spChg>
        <pc:spChg chg="add mod">
          <ac:chgData name="Lalitha Sivakumar" userId="97edc6261cb124e6" providerId="LiveId" clId="{35434D6F-2C91-4B94-8CDA-DECBD3A2397E}" dt="2026-09-17T10:06:09.868" v="26745" actId="1076"/>
          <ac:spMkLst>
            <pc:docMk/>
            <pc:sldMk cId="2151141979" sldId="294"/>
            <ac:spMk id="39" creationId="{1056A1CD-03BD-C9A3-C249-1009A5E2C8EF}"/>
          </ac:spMkLst>
        </pc:spChg>
        <pc:picChg chg="add del mod">
          <ac:chgData name="Lalitha Sivakumar" userId="97edc6261cb124e6" providerId="LiveId" clId="{35434D6F-2C91-4B94-8CDA-DECBD3A2397E}" dt="2026-09-17T10:05:37.434" v="26737" actId="1076"/>
          <ac:picMkLst>
            <pc:docMk/>
            <pc:sldMk cId="2151141979" sldId="294"/>
            <ac:picMk id="4" creationId="{C93EF9CC-B2A1-A3CA-A922-4B34F1AF7AA8}"/>
          </ac:picMkLst>
        </pc:picChg>
        <pc:picChg chg="add mod">
          <ac:chgData name="Lalitha Sivakumar" userId="97edc6261cb124e6" providerId="LiveId" clId="{35434D6F-2C91-4B94-8CDA-DECBD3A2397E}" dt="2026-09-17T10:05:40.081" v="26738" actId="1076"/>
          <ac:picMkLst>
            <pc:docMk/>
            <pc:sldMk cId="2151141979" sldId="294"/>
            <ac:picMk id="9" creationId="{FB51AD9F-F88C-3B51-C632-D3FD0AD65026}"/>
          </ac:picMkLst>
        </pc:picChg>
        <pc:picChg chg="add mod">
          <ac:chgData name="Lalitha Sivakumar" userId="97edc6261cb124e6" providerId="LiveId" clId="{35434D6F-2C91-4B94-8CDA-DECBD3A2397E}" dt="2026-09-20T06:22:43.797" v="47003" actId="1076"/>
          <ac:picMkLst>
            <pc:docMk/>
            <pc:sldMk cId="2151141979" sldId="294"/>
            <ac:picMk id="24" creationId="{F6984718-7200-91E0-CA55-4E425FD00783}"/>
          </ac:picMkLst>
        </pc:picChg>
        <pc:picChg chg="add mod modCrop">
          <ac:chgData name="Lalitha Sivakumar" userId="97edc6261cb124e6" providerId="LiveId" clId="{35434D6F-2C91-4B94-8CDA-DECBD3A2397E}" dt="2026-09-17T10:33:41.223" v="27294" actId="1076"/>
          <ac:picMkLst>
            <pc:docMk/>
            <pc:sldMk cId="2151141979" sldId="294"/>
            <ac:picMk id="30" creationId="{FCA980FF-9B0F-148F-371C-283A07A927A9}"/>
          </ac:picMkLst>
        </pc:picChg>
        <pc:picChg chg="add mod">
          <ac:chgData name="Lalitha Sivakumar" userId="97edc6261cb124e6" providerId="LiveId" clId="{35434D6F-2C91-4B94-8CDA-DECBD3A2397E}" dt="2026-09-17T10:06:12.566" v="26746" actId="1076"/>
          <ac:picMkLst>
            <pc:docMk/>
            <pc:sldMk cId="2151141979" sldId="294"/>
            <ac:picMk id="43" creationId="{B13DC177-F3C4-BB91-4D6A-39A3B2F9469B}"/>
          </ac:picMkLst>
        </pc:picChg>
        <pc:cxnChg chg="add mod">
          <ac:chgData name="Lalitha Sivakumar" userId="97edc6261cb124e6" providerId="LiveId" clId="{35434D6F-2C91-4B94-8CDA-DECBD3A2397E}" dt="2026-09-20T06:22:48.667" v="47004" actId="1076"/>
          <ac:cxnSpMkLst>
            <pc:docMk/>
            <pc:sldMk cId="2151141979" sldId="294"/>
            <ac:cxnSpMk id="5" creationId="{D4D11247-B0DB-95A2-7BEC-0DD69AFBCFA3}"/>
          </ac:cxnSpMkLst>
        </pc:cxnChg>
      </pc:sldChg>
      <pc:sldChg chg="addSp delSp modSp new mod ord modNotesTx">
        <pc:chgData name="Lalitha Sivakumar" userId="97edc6261cb124e6" providerId="LiveId" clId="{35434D6F-2C91-4B94-8CDA-DECBD3A2397E}" dt="2026-09-20T20:58:25.651" v="59746" actId="20577"/>
        <pc:sldMkLst>
          <pc:docMk/>
          <pc:sldMk cId="168207569" sldId="297"/>
        </pc:sldMkLst>
        <pc:spChg chg="mod">
          <ac:chgData name="Lalitha Sivakumar" userId="97edc6261cb124e6" providerId="LiveId" clId="{35434D6F-2C91-4B94-8CDA-DECBD3A2397E}" dt="2026-09-17T11:54:50.933" v="30212" actId="20577"/>
          <ac:spMkLst>
            <pc:docMk/>
            <pc:sldMk cId="168207569" sldId="297"/>
            <ac:spMk id="2" creationId="{B4488785-B6CE-1D81-3AC5-5CEE0F79ABBE}"/>
          </ac:spMkLst>
        </pc:spChg>
        <pc:spChg chg="add mod">
          <ac:chgData name="Lalitha Sivakumar" userId="97edc6261cb124e6" providerId="LiveId" clId="{35434D6F-2C91-4B94-8CDA-DECBD3A2397E}" dt="2026-09-20T18:21:31.354" v="55195" actId="207"/>
          <ac:spMkLst>
            <pc:docMk/>
            <pc:sldMk cId="168207569" sldId="297"/>
            <ac:spMk id="5" creationId="{0ED8DA1E-D46F-BCE2-E5D2-F614069CD299}"/>
          </ac:spMkLst>
        </pc:spChg>
        <pc:spChg chg="add mod">
          <ac:chgData name="Lalitha Sivakumar" userId="97edc6261cb124e6" providerId="LiveId" clId="{35434D6F-2C91-4B94-8CDA-DECBD3A2397E}" dt="2026-09-09T21:00:36.352" v="11410" actId="1076"/>
          <ac:spMkLst>
            <pc:docMk/>
            <pc:sldMk cId="168207569" sldId="297"/>
            <ac:spMk id="8" creationId="{EBB7706B-8352-41DD-76B4-A1E79F26DC88}"/>
          </ac:spMkLst>
        </pc:spChg>
        <pc:spChg chg="add mod">
          <ac:chgData name="Lalitha Sivakumar" userId="97edc6261cb124e6" providerId="LiveId" clId="{35434D6F-2C91-4B94-8CDA-DECBD3A2397E}" dt="2026-09-20T18:22:31.699" v="55227" actId="1076"/>
          <ac:spMkLst>
            <pc:docMk/>
            <pc:sldMk cId="168207569" sldId="297"/>
            <ac:spMk id="12" creationId="{583D0DD4-3B4C-7349-1DD9-C37AB100EAF7}"/>
          </ac:spMkLst>
        </pc:spChg>
        <pc:spChg chg="add mod">
          <ac:chgData name="Lalitha Sivakumar" userId="97edc6261cb124e6" providerId="LiveId" clId="{35434D6F-2C91-4B94-8CDA-DECBD3A2397E}" dt="2026-09-20T18:22:46.040" v="55246" actId="207"/>
          <ac:spMkLst>
            <pc:docMk/>
            <pc:sldMk cId="168207569" sldId="297"/>
            <ac:spMk id="14" creationId="{1825206D-45DF-F95C-DE2C-26DD2EC6729E}"/>
          </ac:spMkLst>
        </pc:spChg>
        <pc:spChg chg="add mod">
          <ac:chgData name="Lalitha Sivakumar" userId="97edc6261cb124e6" providerId="LiveId" clId="{35434D6F-2C91-4B94-8CDA-DECBD3A2397E}" dt="2026-09-20T18:34:17.188" v="55668" actId="20577"/>
          <ac:spMkLst>
            <pc:docMk/>
            <pc:sldMk cId="168207569" sldId="297"/>
            <ac:spMk id="16" creationId="{AC9EDC1A-2BB0-BAEC-1D65-086F327D2F9F}"/>
          </ac:spMkLst>
        </pc:spChg>
        <pc:spChg chg="add mod">
          <ac:chgData name="Lalitha Sivakumar" userId="97edc6261cb124e6" providerId="LiveId" clId="{35434D6F-2C91-4B94-8CDA-DECBD3A2397E}" dt="2026-09-09T21:00:50.850" v="11413" actId="1076"/>
          <ac:spMkLst>
            <pc:docMk/>
            <pc:sldMk cId="168207569" sldId="297"/>
            <ac:spMk id="21" creationId="{1ED65EE7-6077-CC89-47C8-0EB5ACD5E2B6}"/>
          </ac:spMkLst>
        </pc:spChg>
        <pc:spChg chg="add mod">
          <ac:chgData name="Lalitha Sivakumar" userId="97edc6261cb124e6" providerId="LiveId" clId="{35434D6F-2C91-4B94-8CDA-DECBD3A2397E}" dt="2026-09-09T20:58:48.215" v="11391" actId="164"/>
          <ac:spMkLst>
            <pc:docMk/>
            <pc:sldMk cId="168207569" sldId="297"/>
            <ac:spMk id="25" creationId="{A616B45F-C635-34A8-3EAE-5888D21A169D}"/>
          </ac:spMkLst>
        </pc:spChg>
        <pc:spChg chg="add mod">
          <ac:chgData name="Lalitha Sivakumar" userId="97edc6261cb124e6" providerId="LiveId" clId="{35434D6F-2C91-4B94-8CDA-DECBD3A2397E}" dt="2026-09-17T12:04:23.758" v="31116" actId="20577"/>
          <ac:spMkLst>
            <pc:docMk/>
            <pc:sldMk cId="168207569" sldId="297"/>
            <ac:spMk id="34" creationId="{75DD4EEA-F4D3-E2B1-6971-22E6EEF82255}"/>
          </ac:spMkLst>
        </pc:spChg>
        <pc:spChg chg="add mod">
          <ac:chgData name="Lalitha Sivakumar" userId="97edc6261cb124e6" providerId="LiveId" clId="{35434D6F-2C91-4B94-8CDA-DECBD3A2397E}" dt="2026-09-17T12:04:29.262" v="31118" actId="20577"/>
          <ac:spMkLst>
            <pc:docMk/>
            <pc:sldMk cId="168207569" sldId="297"/>
            <ac:spMk id="36" creationId="{85361355-A45E-D11F-DA18-B75A38863ADC}"/>
          </ac:spMkLst>
        </pc:spChg>
        <pc:spChg chg="add mod">
          <ac:chgData name="Lalitha Sivakumar" userId="97edc6261cb124e6" providerId="LiveId" clId="{35434D6F-2C91-4B94-8CDA-DECBD3A2397E}" dt="2026-09-10T08:11:15.542" v="12098" actId="14100"/>
          <ac:spMkLst>
            <pc:docMk/>
            <pc:sldMk cId="168207569" sldId="297"/>
            <ac:spMk id="38" creationId="{20F8457F-1069-9E50-0810-33B58B97329E}"/>
          </ac:spMkLst>
        </pc:spChg>
        <pc:grpChg chg="mod">
          <ac:chgData name="Lalitha Sivakumar" userId="97edc6261cb124e6" providerId="LiveId" clId="{35434D6F-2C91-4B94-8CDA-DECBD3A2397E}" dt="2026-09-09T21:01:23.896" v="11417" actId="1076"/>
          <ac:grpSpMkLst>
            <pc:docMk/>
            <pc:sldMk cId="168207569" sldId="297"/>
            <ac:grpSpMk id="39" creationId="{E3D97408-7B9F-DEF1-5C37-5CBEC13F414C}"/>
          </ac:grpSpMkLst>
        </pc:grpChg>
        <pc:graphicFrameChg chg="add mod modGraphic">
          <ac:chgData name="Lalitha Sivakumar" userId="97edc6261cb124e6" providerId="LiveId" clId="{35434D6F-2C91-4B94-8CDA-DECBD3A2397E}" dt="2026-09-15T06:27:29.593" v="18298" actId="1076"/>
          <ac:graphicFrameMkLst>
            <pc:docMk/>
            <pc:sldMk cId="168207569" sldId="297"/>
            <ac:graphicFrameMk id="3" creationId="{AEAC76C4-2128-ACB9-EA1E-9E6AF7A04D6A}"/>
          </ac:graphicFrameMkLst>
        </pc:graphicFrameChg>
        <pc:picChg chg="add mod">
          <ac:chgData name="Lalitha Sivakumar" userId="97edc6261cb124e6" providerId="LiveId" clId="{35434D6F-2C91-4B94-8CDA-DECBD3A2397E}" dt="2026-09-09T20:58:48.215" v="11391" actId="164"/>
          <ac:picMkLst>
            <pc:docMk/>
            <pc:sldMk cId="168207569" sldId="297"/>
            <ac:picMk id="7" creationId="{279D33CF-9B00-C7E7-99DF-16200B7DBEC1}"/>
          </ac:picMkLst>
        </pc:picChg>
        <pc:picChg chg="add mod">
          <ac:chgData name="Lalitha Sivakumar" userId="97edc6261cb124e6" providerId="LiveId" clId="{35434D6F-2C91-4B94-8CDA-DECBD3A2397E}" dt="2026-09-09T20:58:48.215" v="11391" actId="164"/>
          <ac:picMkLst>
            <pc:docMk/>
            <pc:sldMk cId="168207569" sldId="297"/>
            <ac:picMk id="19" creationId="{C720C569-08C4-76A1-95C7-0047958E829A}"/>
          </ac:picMkLst>
        </pc:picChg>
        <pc:picChg chg="add mod">
          <ac:chgData name="Lalitha Sivakumar" userId="97edc6261cb124e6" providerId="LiveId" clId="{35434D6F-2C91-4B94-8CDA-DECBD3A2397E}" dt="2026-09-09T13:52:51.906" v="9380" actId="1076"/>
          <ac:picMkLst>
            <pc:docMk/>
            <pc:sldMk cId="168207569" sldId="297"/>
            <ac:picMk id="23" creationId="{722209C9-AAB8-6D1B-A4F0-E4911540367D}"/>
          </ac:picMkLst>
        </pc:picChg>
        <pc:cxnChg chg="add mod">
          <ac:chgData name="Lalitha Sivakumar" userId="97edc6261cb124e6" providerId="LiveId" clId="{35434D6F-2C91-4B94-8CDA-DECBD3A2397E}" dt="2026-09-20T18:22:06.721" v="55200" actId="208"/>
          <ac:cxnSpMkLst>
            <pc:docMk/>
            <pc:sldMk cId="168207569" sldId="297"/>
            <ac:cxnSpMk id="9" creationId="{03EF1F66-058A-6D76-EE14-48FD60737E34}"/>
          </ac:cxnSpMkLst>
        </pc:cxnChg>
        <pc:cxnChg chg="add mod">
          <ac:chgData name="Lalitha Sivakumar" userId="97edc6261cb124e6" providerId="LiveId" clId="{35434D6F-2C91-4B94-8CDA-DECBD3A2397E}" dt="2026-09-20T18:22:12.706" v="55201" actId="208"/>
          <ac:cxnSpMkLst>
            <pc:docMk/>
            <pc:sldMk cId="168207569" sldId="297"/>
            <ac:cxnSpMk id="10" creationId="{3E3A843C-C6C7-332A-C4B7-FCB40ADF152A}"/>
          </ac:cxnSpMkLst>
        </pc:cxnChg>
      </pc:sldChg>
      <pc:sldChg chg="addSp delSp modSp add mod">
        <pc:chgData name="Lalitha Sivakumar" userId="97edc6261cb124e6" providerId="LiveId" clId="{35434D6F-2C91-4B94-8CDA-DECBD3A2397E}" dt="2026-09-20T16:39:20.437" v="49696" actId="1076"/>
        <pc:sldMkLst>
          <pc:docMk/>
          <pc:sldMk cId="3624327931" sldId="298"/>
        </pc:sldMkLst>
        <pc:spChg chg="mod">
          <ac:chgData name="Lalitha Sivakumar" userId="97edc6261cb124e6" providerId="LiveId" clId="{35434D6F-2C91-4B94-8CDA-DECBD3A2397E}" dt="2026-09-14T21:36:44.376" v="18108" actId="20577"/>
          <ac:spMkLst>
            <pc:docMk/>
            <pc:sldMk cId="3624327931" sldId="298"/>
            <ac:spMk id="2" creationId="{E7B90836-4616-2D10-40F1-4EFF522D8D77}"/>
          </ac:spMkLst>
        </pc:spChg>
        <pc:spChg chg="add mod">
          <ac:chgData name="Lalitha Sivakumar" userId="97edc6261cb124e6" providerId="LiveId" clId="{35434D6F-2C91-4B94-8CDA-DECBD3A2397E}" dt="2026-09-20T16:39:20.437" v="49696" actId="1076"/>
          <ac:spMkLst>
            <pc:docMk/>
            <pc:sldMk cId="3624327931" sldId="298"/>
            <ac:spMk id="3" creationId="{1CB8D12C-DFE8-FCED-ED70-C27891603A8A}"/>
          </ac:spMkLst>
        </pc:spChg>
      </pc:sldChg>
      <pc:sldChg chg="addSp modSp add del mod modNotesTx">
        <pc:chgData name="Lalitha Sivakumar" userId="97edc6261cb124e6" providerId="LiveId" clId="{35434D6F-2C91-4B94-8CDA-DECBD3A2397E}" dt="2026-09-20T18:34:27.332" v="55675" actId="20577"/>
        <pc:sldMkLst>
          <pc:docMk/>
          <pc:sldMk cId="3429751043" sldId="299"/>
        </pc:sldMkLst>
        <pc:spChg chg="add mod">
          <ac:chgData name="Lalitha Sivakumar" userId="97edc6261cb124e6" providerId="LiveId" clId="{35434D6F-2C91-4B94-8CDA-DECBD3A2397E}" dt="2026-09-20T18:34:27.332" v="55675" actId="20577"/>
          <ac:spMkLst>
            <pc:docMk/>
            <pc:sldMk cId="3429751043" sldId="299"/>
            <ac:spMk id="4" creationId="{D576B371-B593-0B4F-3973-7058A0793C4B}"/>
          </ac:spMkLst>
        </pc:spChg>
      </pc:sldChg>
      <pc:sldChg chg="addSp delSp modSp new mod modAnim modShow modNotesTx">
        <pc:chgData name="Lalitha Sivakumar" userId="97edc6261cb124e6" providerId="LiveId" clId="{35434D6F-2C91-4B94-8CDA-DECBD3A2397E}" dt="2026-09-20T10:58:00.460" v="48936" actId="729"/>
        <pc:sldMkLst>
          <pc:docMk/>
          <pc:sldMk cId="1135658104" sldId="302"/>
        </pc:sldMkLst>
        <pc:spChg chg="mod">
          <ac:chgData name="Lalitha Sivakumar" userId="97edc6261cb124e6" providerId="LiveId" clId="{35434D6F-2C91-4B94-8CDA-DECBD3A2397E}" dt="2026-09-15T14:49:42.042" v="25033" actId="207"/>
          <ac:spMkLst>
            <pc:docMk/>
            <pc:sldMk cId="1135658104" sldId="302"/>
            <ac:spMk id="2" creationId="{E8C637D0-5783-5B41-BF2A-202CDC2371B5}"/>
          </ac:spMkLst>
        </pc:spChg>
        <pc:spChg chg="add mod">
          <ac:chgData name="Lalitha Sivakumar" userId="97edc6261cb124e6" providerId="LiveId" clId="{35434D6F-2C91-4B94-8CDA-DECBD3A2397E}" dt="2026-09-18T13:11:53.267" v="44727" actId="20577"/>
          <ac:spMkLst>
            <pc:docMk/>
            <pc:sldMk cId="1135658104" sldId="302"/>
            <ac:spMk id="6" creationId="{55DDD999-FD37-DC61-F21F-4978D756BD72}"/>
          </ac:spMkLst>
        </pc:spChg>
        <pc:spChg chg="add mod">
          <ac:chgData name="Lalitha Sivakumar" userId="97edc6261cb124e6" providerId="LiveId" clId="{35434D6F-2C91-4B94-8CDA-DECBD3A2397E}" dt="2026-09-18T11:04:05.634" v="44186" actId="20577"/>
          <ac:spMkLst>
            <pc:docMk/>
            <pc:sldMk cId="1135658104" sldId="302"/>
            <ac:spMk id="9" creationId="{3D020A23-2A3D-2FDB-5F7C-E3B5967599BD}"/>
          </ac:spMkLst>
        </pc:spChg>
        <pc:spChg chg="add mod">
          <ac:chgData name="Lalitha Sivakumar" userId="97edc6261cb124e6" providerId="LiveId" clId="{35434D6F-2C91-4B94-8CDA-DECBD3A2397E}" dt="2026-09-17T15:41:08.106" v="36309" actId="20577"/>
          <ac:spMkLst>
            <pc:docMk/>
            <pc:sldMk cId="1135658104" sldId="302"/>
            <ac:spMk id="10" creationId="{A0C1ACA9-B3E2-945D-00B1-68D682E7A4B3}"/>
          </ac:spMkLst>
        </pc:spChg>
        <pc:spChg chg="add mod">
          <ac:chgData name="Lalitha Sivakumar" userId="97edc6261cb124e6" providerId="LiveId" clId="{35434D6F-2C91-4B94-8CDA-DECBD3A2397E}" dt="2026-09-15T14:11:48.958" v="24806" actId="21"/>
          <ac:spMkLst>
            <pc:docMk/>
            <pc:sldMk cId="1135658104" sldId="302"/>
            <ac:spMk id="57" creationId="{F02274CE-2439-90E7-B883-90547631B08E}"/>
          </ac:spMkLst>
        </pc:spChg>
        <pc:spChg chg="mod">
          <ac:chgData name="Lalitha Sivakumar" userId="97edc6261cb124e6" providerId="LiveId" clId="{35434D6F-2C91-4B94-8CDA-DECBD3A2397E}" dt="2026-09-15T14:30:47.176" v="24862" actId="403"/>
          <ac:spMkLst>
            <pc:docMk/>
            <pc:sldMk cId="1135658104" sldId="302"/>
            <ac:spMk id="63" creationId="{980725DA-3039-1699-3A41-0E5BDEC237F6}"/>
          </ac:spMkLst>
        </pc:spChg>
        <pc:spChg chg="mod">
          <ac:chgData name="Lalitha Sivakumar" userId="97edc6261cb124e6" providerId="LiveId" clId="{35434D6F-2C91-4B94-8CDA-DECBD3A2397E}" dt="2026-09-15T14:30:53.655" v="24865" actId="403"/>
          <ac:spMkLst>
            <pc:docMk/>
            <pc:sldMk cId="1135658104" sldId="302"/>
            <ac:spMk id="64" creationId="{45D6CC24-46B7-DDC4-6486-C9AC98597B95}"/>
          </ac:spMkLst>
        </pc:spChg>
        <pc:spChg chg="mod">
          <ac:chgData name="Lalitha Sivakumar" userId="97edc6261cb124e6" providerId="LiveId" clId="{35434D6F-2C91-4B94-8CDA-DECBD3A2397E}" dt="2026-09-15T14:30:57.362" v="24868" actId="403"/>
          <ac:spMkLst>
            <pc:docMk/>
            <pc:sldMk cId="1135658104" sldId="302"/>
            <ac:spMk id="65" creationId="{F9E85B96-505D-4850-32E0-19884334DA46}"/>
          </ac:spMkLst>
        </pc:spChg>
        <pc:spChg chg="mod">
          <ac:chgData name="Lalitha Sivakumar" userId="97edc6261cb124e6" providerId="LiveId" clId="{35434D6F-2C91-4B94-8CDA-DECBD3A2397E}" dt="2026-09-15T14:31:04.153" v="24872" actId="403"/>
          <ac:spMkLst>
            <pc:docMk/>
            <pc:sldMk cId="1135658104" sldId="302"/>
            <ac:spMk id="71" creationId="{EC47A405-A2E7-19EE-4357-A5323D01E7D5}"/>
          </ac:spMkLst>
        </pc:spChg>
        <pc:spChg chg="mod">
          <ac:chgData name="Lalitha Sivakumar" userId="97edc6261cb124e6" providerId="LiveId" clId="{35434D6F-2C91-4B94-8CDA-DECBD3A2397E}" dt="2026-09-15T14:31:01.119" v="24870" actId="403"/>
          <ac:spMkLst>
            <pc:docMk/>
            <pc:sldMk cId="1135658104" sldId="302"/>
            <ac:spMk id="72" creationId="{E940D840-EA18-83DF-60ED-FA767648EA37}"/>
          </ac:spMkLst>
        </pc:spChg>
        <pc:grpChg chg="add mod">
          <ac:chgData name="Lalitha Sivakumar" userId="97edc6261cb124e6" providerId="LiveId" clId="{35434D6F-2C91-4B94-8CDA-DECBD3A2397E}" dt="2026-09-15T17:28:18.800" v="25536" actId="14100"/>
          <ac:grpSpMkLst>
            <pc:docMk/>
            <pc:sldMk cId="1135658104" sldId="302"/>
            <ac:grpSpMk id="58" creationId="{C9B21179-3B94-42C9-2621-DE86F4A7C6FF}"/>
          </ac:grpSpMkLst>
        </pc:grpChg>
        <pc:picChg chg="add mod">
          <ac:chgData name="Lalitha Sivakumar" userId="97edc6261cb124e6" providerId="LiveId" clId="{35434D6F-2C91-4B94-8CDA-DECBD3A2397E}" dt="2026-09-15T14:29:41.604" v="24846" actId="1076"/>
          <ac:picMkLst>
            <pc:docMk/>
            <pc:sldMk cId="1135658104" sldId="302"/>
            <ac:picMk id="5" creationId="{331B35B8-0417-35A3-0776-422739692B25}"/>
          </ac:picMkLst>
        </pc:picChg>
        <pc:picChg chg="add mod modCrop">
          <ac:chgData name="Lalitha Sivakumar" userId="97edc6261cb124e6" providerId="LiveId" clId="{35434D6F-2C91-4B94-8CDA-DECBD3A2397E}" dt="2026-09-15T17:28:18.976" v="25537" actId="1076"/>
          <ac:picMkLst>
            <pc:docMk/>
            <pc:sldMk cId="1135658104" sldId="302"/>
            <ac:picMk id="7" creationId="{13A5B08C-93EC-8D7E-A298-E30F5B0653F4}"/>
          </ac:picMkLst>
        </pc:picChg>
        <pc:cxnChg chg="add mod">
          <ac:chgData name="Lalitha Sivakumar" userId="97edc6261cb124e6" providerId="LiveId" clId="{35434D6F-2C91-4B94-8CDA-DECBD3A2397E}" dt="2026-09-18T06:56:40.848" v="42006" actId="208"/>
          <ac:cxnSpMkLst>
            <pc:docMk/>
            <pc:sldMk cId="1135658104" sldId="302"/>
            <ac:cxnSpMk id="4" creationId="{875D3360-D5CF-CE52-D94C-0B04AE38960F}"/>
          </ac:cxnSpMkLst>
        </pc:cxnChg>
        <pc:cxnChg chg="mod">
          <ac:chgData name="Lalitha Sivakumar" userId="97edc6261cb124e6" providerId="LiveId" clId="{35434D6F-2C91-4B94-8CDA-DECBD3A2397E}" dt="2026-09-11T10:45:45.712" v="15062"/>
          <ac:cxnSpMkLst>
            <pc:docMk/>
            <pc:sldMk cId="1135658104" sldId="302"/>
            <ac:cxnSpMk id="61" creationId="{9F4F6DE1-A34C-7E9E-FD97-8BD181818932}"/>
          </ac:cxnSpMkLst>
        </pc:cxnChg>
        <pc:cxnChg chg="mod">
          <ac:chgData name="Lalitha Sivakumar" userId="97edc6261cb124e6" providerId="LiveId" clId="{35434D6F-2C91-4B94-8CDA-DECBD3A2397E}" dt="2026-09-15T14:30:22.659" v="24855" actId="1076"/>
          <ac:cxnSpMkLst>
            <pc:docMk/>
            <pc:sldMk cId="1135658104" sldId="302"/>
            <ac:cxnSpMk id="69" creationId="{DF8735D7-55C2-09AB-B9E6-2FFDDE57E181}"/>
          </ac:cxnSpMkLst>
        </pc:cxnChg>
        <pc:cxnChg chg="mod">
          <ac:chgData name="Lalitha Sivakumar" userId="97edc6261cb124e6" providerId="LiveId" clId="{35434D6F-2C91-4B94-8CDA-DECBD3A2397E}" dt="2026-09-15T14:30:26.078" v="24856" actId="1076"/>
          <ac:cxnSpMkLst>
            <pc:docMk/>
            <pc:sldMk cId="1135658104" sldId="302"/>
            <ac:cxnSpMk id="70" creationId="{5D64FCE4-4E77-FF74-8F4C-9A419D311CF6}"/>
          </ac:cxnSpMkLst>
        </pc:cxnChg>
      </pc:sldChg>
      <pc:sldChg chg="addSp delSp modSp new mod modAnim modShow modNotesTx">
        <pc:chgData name="Lalitha Sivakumar" userId="97edc6261cb124e6" providerId="LiveId" clId="{35434D6F-2C91-4B94-8CDA-DECBD3A2397E}" dt="2026-09-20T10:59:31.306" v="48940" actId="729"/>
        <pc:sldMkLst>
          <pc:docMk/>
          <pc:sldMk cId="3419631679" sldId="303"/>
        </pc:sldMkLst>
        <pc:spChg chg="mod">
          <ac:chgData name="Lalitha Sivakumar" userId="97edc6261cb124e6" providerId="LiveId" clId="{35434D6F-2C91-4B94-8CDA-DECBD3A2397E}" dt="2026-09-15T05:10:12.283" v="18200" actId="20577"/>
          <ac:spMkLst>
            <pc:docMk/>
            <pc:sldMk cId="3419631679" sldId="303"/>
            <ac:spMk id="2" creationId="{CCAA2F05-8380-3005-756A-6337D4805E05}"/>
          </ac:spMkLst>
        </pc:spChg>
        <pc:spChg chg="mod">
          <ac:chgData name="Lalitha Sivakumar" userId="97edc6261cb124e6" providerId="LiveId" clId="{35434D6F-2C91-4B94-8CDA-DECBD3A2397E}" dt="2026-09-15T13:16:01.822" v="23286" actId="207"/>
          <ac:spMkLst>
            <pc:docMk/>
            <pc:sldMk cId="3419631679" sldId="303"/>
            <ac:spMk id="3" creationId="{779A6C9F-E6AE-5AFE-4E7C-0BE8F9EFA4B2}"/>
          </ac:spMkLst>
        </pc:spChg>
        <pc:spChg chg="add mod">
          <ac:chgData name="Lalitha Sivakumar" userId="97edc6261cb124e6" providerId="LiveId" clId="{35434D6F-2C91-4B94-8CDA-DECBD3A2397E}" dt="2026-09-18T07:39:23.888" v="42152" actId="404"/>
          <ac:spMkLst>
            <pc:docMk/>
            <pc:sldMk cId="3419631679" sldId="303"/>
            <ac:spMk id="7" creationId="{5F6B5C9A-BCDF-8E4C-2B2B-45F5BE3EC127}"/>
          </ac:spMkLst>
        </pc:spChg>
        <pc:spChg chg="add mod">
          <ac:chgData name="Lalitha Sivakumar" userId="97edc6261cb124e6" providerId="LiveId" clId="{35434D6F-2C91-4B94-8CDA-DECBD3A2397E}" dt="2026-09-15T15:09:28.756" v="25054" actId="404"/>
          <ac:spMkLst>
            <pc:docMk/>
            <pc:sldMk cId="3419631679" sldId="303"/>
            <ac:spMk id="10" creationId="{00FA48AC-93BA-C6A6-BA4F-ECE6AF6C08A1}"/>
          </ac:spMkLst>
        </pc:spChg>
        <pc:spChg chg="add mod">
          <ac:chgData name="Lalitha Sivakumar" userId="97edc6261cb124e6" providerId="LiveId" clId="{35434D6F-2C91-4B94-8CDA-DECBD3A2397E}" dt="2026-09-15T15:10:09.081" v="25089" actId="20577"/>
          <ac:spMkLst>
            <pc:docMk/>
            <pc:sldMk cId="3419631679" sldId="303"/>
            <ac:spMk id="12" creationId="{1A9F0B57-EAFE-B2B2-5C02-205F7BCAB290}"/>
          </ac:spMkLst>
        </pc:spChg>
        <pc:spChg chg="add mod">
          <ac:chgData name="Lalitha Sivakumar" userId="97edc6261cb124e6" providerId="LiveId" clId="{35434D6F-2C91-4B94-8CDA-DECBD3A2397E}" dt="2026-09-17T16:15:42.587" v="37097" actId="1076"/>
          <ac:spMkLst>
            <pc:docMk/>
            <pc:sldMk cId="3419631679" sldId="303"/>
            <ac:spMk id="13" creationId="{E3B9D2B9-F2DD-AF54-410F-192ED30E3226}"/>
          </ac:spMkLst>
        </pc:spChg>
        <pc:picChg chg="add mod modCrop">
          <ac:chgData name="Lalitha Sivakumar" userId="97edc6261cb124e6" providerId="LiveId" clId="{35434D6F-2C91-4B94-8CDA-DECBD3A2397E}" dt="2026-09-18T14:22:34.161" v="44804" actId="1036"/>
          <ac:picMkLst>
            <pc:docMk/>
            <pc:sldMk cId="3419631679" sldId="303"/>
            <ac:picMk id="4" creationId="{B3D237D3-1291-A75E-318A-35512044C5A2}"/>
          </ac:picMkLst>
        </pc:picChg>
        <pc:picChg chg="add mod modCrop">
          <ac:chgData name="Lalitha Sivakumar" userId="97edc6261cb124e6" providerId="LiveId" clId="{35434D6F-2C91-4B94-8CDA-DECBD3A2397E}" dt="2026-09-15T15:08:39.446" v="25040" actId="1076"/>
          <ac:picMkLst>
            <pc:docMk/>
            <pc:sldMk cId="3419631679" sldId="303"/>
            <ac:picMk id="6" creationId="{4FE3A4D2-5FA5-6F0F-3952-C1FD5A4F6983}"/>
          </ac:picMkLst>
        </pc:picChg>
        <pc:cxnChg chg="add mod">
          <ac:chgData name="Lalitha Sivakumar" userId="97edc6261cb124e6" providerId="LiveId" clId="{35434D6F-2C91-4B94-8CDA-DECBD3A2397E}" dt="2026-09-15T15:09:09.345" v="25045" actId="208"/>
          <ac:cxnSpMkLst>
            <pc:docMk/>
            <pc:sldMk cId="3419631679" sldId="303"/>
            <ac:cxnSpMk id="8" creationId="{43E47AA7-96BA-C934-6C64-B17AEA57DAC9}"/>
          </ac:cxnSpMkLst>
        </pc:cxnChg>
        <pc:cxnChg chg="add mod">
          <ac:chgData name="Lalitha Sivakumar" userId="97edc6261cb124e6" providerId="LiveId" clId="{35434D6F-2C91-4B94-8CDA-DECBD3A2397E}" dt="2026-09-15T15:09:01.847" v="25044" actId="208"/>
          <ac:cxnSpMkLst>
            <pc:docMk/>
            <pc:sldMk cId="3419631679" sldId="303"/>
            <ac:cxnSpMk id="9" creationId="{620A62B8-9EB0-60E2-3676-0F1024151FD9}"/>
          </ac:cxnSpMkLst>
        </pc:cxnChg>
      </pc:sldChg>
      <pc:sldChg chg="addSp delSp modSp new mod ord modShow modNotesTx">
        <pc:chgData name="Lalitha Sivakumar" userId="97edc6261cb124e6" providerId="LiveId" clId="{35434D6F-2C91-4B94-8CDA-DECBD3A2397E}" dt="2026-09-20T06:24:56.175" v="47116"/>
        <pc:sldMkLst>
          <pc:docMk/>
          <pc:sldMk cId="3046074538" sldId="304"/>
        </pc:sldMkLst>
        <pc:spChg chg="mod">
          <ac:chgData name="Lalitha Sivakumar" userId="97edc6261cb124e6" providerId="LiveId" clId="{35434D6F-2C91-4B94-8CDA-DECBD3A2397E}" dt="2026-09-17T10:57:56.098" v="27913" actId="20577"/>
          <ac:spMkLst>
            <pc:docMk/>
            <pc:sldMk cId="3046074538" sldId="304"/>
            <ac:spMk id="2" creationId="{1B9D796A-540A-4FD8-4FCF-3DBE20F76E08}"/>
          </ac:spMkLst>
        </pc:spChg>
        <pc:spChg chg="mod">
          <ac:chgData name="Lalitha Sivakumar" userId="97edc6261cb124e6" providerId="LiveId" clId="{35434D6F-2C91-4B94-8CDA-DECBD3A2397E}" dt="2026-09-17T10:49:00.853" v="27360" actId="1076"/>
          <ac:spMkLst>
            <pc:docMk/>
            <pc:sldMk cId="3046074538" sldId="304"/>
            <ac:spMk id="3" creationId="{3599E802-B695-3FBE-DD87-3CBB75AB5E57}"/>
          </ac:spMkLst>
        </pc:spChg>
        <pc:spChg chg="add mod">
          <ac:chgData name="Lalitha Sivakumar" userId="97edc6261cb124e6" providerId="LiveId" clId="{35434D6F-2C91-4B94-8CDA-DECBD3A2397E}" dt="2026-09-17T10:18:42.767" v="27149" actId="164"/>
          <ac:spMkLst>
            <pc:docMk/>
            <pc:sldMk cId="3046074538" sldId="304"/>
            <ac:spMk id="11" creationId="{01566911-5878-BDEF-FA1D-44469E9FF880}"/>
          </ac:spMkLst>
        </pc:spChg>
        <pc:spChg chg="add mod">
          <ac:chgData name="Lalitha Sivakumar" userId="97edc6261cb124e6" providerId="LiveId" clId="{35434D6F-2C91-4B94-8CDA-DECBD3A2397E}" dt="2026-09-17T10:18:42.767" v="27149" actId="164"/>
          <ac:spMkLst>
            <pc:docMk/>
            <pc:sldMk cId="3046074538" sldId="304"/>
            <ac:spMk id="13" creationId="{C7AA6672-AA36-FFFB-9BC3-D7C026B172FE}"/>
          </ac:spMkLst>
        </pc:spChg>
        <pc:spChg chg="add mod">
          <ac:chgData name="Lalitha Sivakumar" userId="97edc6261cb124e6" providerId="LiveId" clId="{35434D6F-2C91-4B94-8CDA-DECBD3A2397E}" dt="2026-09-15T13:08:22.920" v="23257" actId="14100"/>
          <ac:spMkLst>
            <pc:docMk/>
            <pc:sldMk cId="3046074538" sldId="304"/>
            <ac:spMk id="15" creationId="{E3110A1F-E407-3E6F-600C-D96B1E15D9AE}"/>
          </ac:spMkLst>
        </pc:spChg>
        <pc:grpChg chg="add mod">
          <ac:chgData name="Lalitha Sivakumar" userId="97edc6261cb124e6" providerId="LiveId" clId="{35434D6F-2C91-4B94-8CDA-DECBD3A2397E}" dt="2026-09-17T10:18:42.767" v="27149" actId="164"/>
          <ac:grpSpMkLst>
            <pc:docMk/>
            <pc:sldMk cId="3046074538" sldId="304"/>
            <ac:grpSpMk id="4" creationId="{1E497685-1672-3D84-20B4-9BF7FFBA9882}"/>
          </ac:grpSpMkLst>
        </pc:grpChg>
        <pc:picChg chg="add mod">
          <ac:chgData name="Lalitha Sivakumar" userId="97edc6261cb124e6" providerId="LiveId" clId="{35434D6F-2C91-4B94-8CDA-DECBD3A2397E}" dt="2026-09-17T10:18:42.767" v="27149" actId="164"/>
          <ac:picMkLst>
            <pc:docMk/>
            <pc:sldMk cId="3046074538" sldId="304"/>
            <ac:picMk id="9" creationId="{7E308B23-2393-0186-1201-0382FF12A469}"/>
          </ac:picMkLst>
        </pc:picChg>
      </pc:sldChg>
      <pc:sldChg chg="addSp delSp modSp new mod delAnim modAnim modNotesTx">
        <pc:chgData name="Lalitha Sivakumar" userId="97edc6261cb124e6" providerId="LiveId" clId="{35434D6F-2C91-4B94-8CDA-DECBD3A2397E}" dt="2026-09-20T18:47:58.087" v="56697" actId="20577"/>
        <pc:sldMkLst>
          <pc:docMk/>
          <pc:sldMk cId="2557744395" sldId="305"/>
        </pc:sldMkLst>
        <pc:spChg chg="mod">
          <ac:chgData name="Lalitha Sivakumar" userId="97edc6261cb124e6" providerId="LiveId" clId="{35434D6F-2C91-4B94-8CDA-DECBD3A2397E}" dt="2026-09-15T14:49:37.224" v="25032" actId="207"/>
          <ac:spMkLst>
            <pc:docMk/>
            <pc:sldMk cId="2557744395" sldId="305"/>
            <ac:spMk id="2" creationId="{3C1B3E84-CC9C-1BDF-A383-21ACF1B78779}"/>
          </ac:spMkLst>
        </pc:spChg>
        <pc:spChg chg="add mod">
          <ac:chgData name="Lalitha Sivakumar" userId="97edc6261cb124e6" providerId="LiveId" clId="{35434D6F-2C91-4B94-8CDA-DECBD3A2397E}" dt="2026-09-20T18:34:37.875" v="55680" actId="1076"/>
          <ac:spMkLst>
            <pc:docMk/>
            <pc:sldMk cId="2557744395" sldId="305"/>
            <ac:spMk id="5" creationId="{4B4DAE47-F330-6AB4-A17E-05396F9A2B56}"/>
          </ac:spMkLst>
        </pc:spChg>
        <pc:spChg chg="add mod">
          <ac:chgData name="Lalitha Sivakumar" userId="97edc6261cb124e6" providerId="LiveId" clId="{35434D6F-2C91-4B94-8CDA-DECBD3A2397E}" dt="2026-09-20T18:34:33.349" v="55679" actId="20577"/>
          <ac:spMkLst>
            <pc:docMk/>
            <pc:sldMk cId="2557744395" sldId="305"/>
            <ac:spMk id="7" creationId="{88FF25AB-FE09-85EB-2669-F586B60E2048}"/>
          </ac:spMkLst>
        </pc:spChg>
        <pc:spChg chg="add mod">
          <ac:chgData name="Lalitha Sivakumar" userId="97edc6261cb124e6" providerId="LiveId" clId="{35434D6F-2C91-4B94-8CDA-DECBD3A2397E}" dt="2026-09-20T11:09:49.356" v="49087" actId="14100"/>
          <ac:spMkLst>
            <pc:docMk/>
            <pc:sldMk cId="2557744395" sldId="305"/>
            <ac:spMk id="11" creationId="{88861365-AE02-30D7-FD7A-BC0B4912D52B}"/>
          </ac:spMkLst>
        </pc:spChg>
        <pc:spChg chg="add mod topLvl">
          <ac:chgData name="Lalitha Sivakumar" userId="97edc6261cb124e6" providerId="LiveId" clId="{35434D6F-2C91-4B94-8CDA-DECBD3A2397E}" dt="2026-09-15T14:09:59.995" v="24794" actId="1076"/>
          <ac:spMkLst>
            <pc:docMk/>
            <pc:sldMk cId="2557744395" sldId="305"/>
            <ac:spMk id="19" creationId="{AB6970B0-D0AD-6A55-EA68-88BD9F6A8DC9}"/>
          </ac:spMkLst>
        </pc:spChg>
        <pc:spChg chg="add mod topLvl">
          <ac:chgData name="Lalitha Sivakumar" userId="97edc6261cb124e6" providerId="LiveId" clId="{35434D6F-2C91-4B94-8CDA-DECBD3A2397E}" dt="2026-09-15T14:00:10.609" v="24398" actId="403"/>
          <ac:spMkLst>
            <pc:docMk/>
            <pc:sldMk cId="2557744395" sldId="305"/>
            <ac:spMk id="21" creationId="{3599092D-C62D-F3C6-8A4E-EAF4EBBE58B5}"/>
          </ac:spMkLst>
        </pc:spChg>
        <pc:spChg chg="add mod topLvl">
          <ac:chgData name="Lalitha Sivakumar" userId="97edc6261cb124e6" providerId="LiveId" clId="{35434D6F-2C91-4B94-8CDA-DECBD3A2397E}" dt="2026-09-15T14:00:16.440" v="24400" actId="403"/>
          <ac:spMkLst>
            <pc:docMk/>
            <pc:sldMk cId="2557744395" sldId="305"/>
            <ac:spMk id="23" creationId="{07D4095A-0389-A4C3-D724-6A6DDDA57E97}"/>
          </ac:spMkLst>
        </pc:spChg>
        <pc:spChg chg="add mod topLvl">
          <ac:chgData name="Lalitha Sivakumar" userId="97edc6261cb124e6" providerId="LiveId" clId="{35434D6F-2C91-4B94-8CDA-DECBD3A2397E}" dt="2026-09-15T14:00:19.647" v="24402" actId="403"/>
          <ac:spMkLst>
            <pc:docMk/>
            <pc:sldMk cId="2557744395" sldId="305"/>
            <ac:spMk id="25" creationId="{7CBAC474-853E-67D1-2283-CF37B3C405FC}"/>
          </ac:spMkLst>
        </pc:spChg>
        <pc:spChg chg="add mod">
          <ac:chgData name="Lalitha Sivakumar" userId="97edc6261cb124e6" providerId="LiveId" clId="{35434D6F-2C91-4B94-8CDA-DECBD3A2397E}" dt="2026-09-17T14:56:12.575" v="33726" actId="1076"/>
          <ac:spMkLst>
            <pc:docMk/>
            <pc:sldMk cId="2557744395" sldId="305"/>
            <ac:spMk id="29" creationId="{3484ED6D-A2A1-3F4D-A5B7-38C6B27C99D1}"/>
          </ac:spMkLst>
        </pc:spChg>
        <pc:spChg chg="add mod topLvl">
          <ac:chgData name="Lalitha Sivakumar" userId="97edc6261cb124e6" providerId="LiveId" clId="{35434D6F-2C91-4B94-8CDA-DECBD3A2397E}" dt="2026-09-17T14:55:52.948" v="33722" actId="20577"/>
          <ac:spMkLst>
            <pc:docMk/>
            <pc:sldMk cId="2557744395" sldId="305"/>
            <ac:spMk id="30" creationId="{C114680A-58A4-C084-DAB7-973D94B54FB6}"/>
          </ac:spMkLst>
        </pc:spChg>
        <pc:spChg chg="add mod">
          <ac:chgData name="Lalitha Sivakumar" userId="97edc6261cb124e6" providerId="LiveId" clId="{35434D6F-2C91-4B94-8CDA-DECBD3A2397E}" dt="2026-09-18T11:03:56.906" v="44180" actId="20577"/>
          <ac:spMkLst>
            <pc:docMk/>
            <pc:sldMk cId="2557744395" sldId="305"/>
            <ac:spMk id="32" creationId="{B76AFE5A-6243-B781-7736-09FD9EF5E06E}"/>
          </ac:spMkLst>
        </pc:spChg>
        <pc:spChg chg="add mod">
          <ac:chgData name="Lalitha Sivakumar" userId="97edc6261cb124e6" providerId="LiveId" clId="{35434D6F-2C91-4B94-8CDA-DECBD3A2397E}" dt="2026-09-11T09:01:57.937" v="13187" actId="1076"/>
          <ac:spMkLst>
            <pc:docMk/>
            <pc:sldMk cId="2557744395" sldId="305"/>
            <ac:spMk id="36" creationId="{84A36F88-4247-9630-D84E-FED970A05190}"/>
          </ac:spMkLst>
        </pc:spChg>
        <pc:spChg chg="add mod">
          <ac:chgData name="Lalitha Sivakumar" userId="97edc6261cb124e6" providerId="LiveId" clId="{35434D6F-2C91-4B94-8CDA-DECBD3A2397E}" dt="2026-09-17T14:56:20.396" v="33728" actId="1076"/>
          <ac:spMkLst>
            <pc:docMk/>
            <pc:sldMk cId="2557744395" sldId="305"/>
            <ac:spMk id="51" creationId="{7DC18E86-C851-B834-2A3E-CB83F5A97936}"/>
          </ac:spMkLst>
        </pc:spChg>
        <pc:spChg chg="add mod">
          <ac:chgData name="Lalitha Sivakumar" userId="97edc6261cb124e6" providerId="LiveId" clId="{35434D6F-2C91-4B94-8CDA-DECBD3A2397E}" dt="2026-09-17T14:56:23.352" v="33729" actId="1076"/>
          <ac:spMkLst>
            <pc:docMk/>
            <pc:sldMk cId="2557744395" sldId="305"/>
            <ac:spMk id="53" creationId="{E1BC5442-1AF8-090E-A02C-E560E254CE4B}"/>
          </ac:spMkLst>
        </pc:spChg>
        <pc:spChg chg="add del mod">
          <ac:chgData name="Lalitha Sivakumar" userId="97edc6261cb124e6" providerId="LiveId" clId="{35434D6F-2C91-4B94-8CDA-DECBD3A2397E}" dt="2026-09-15T12:44:23.507" v="23154" actId="1076"/>
          <ac:spMkLst>
            <pc:docMk/>
            <pc:sldMk cId="2557744395" sldId="305"/>
            <ac:spMk id="62" creationId="{8E1ADA08-2225-C5A6-1E42-2395D55CB912}"/>
          </ac:spMkLst>
        </pc:spChg>
        <pc:grpChg chg="add mod ord">
          <ac:chgData name="Lalitha Sivakumar" userId="97edc6261cb124e6" providerId="LiveId" clId="{35434D6F-2C91-4B94-8CDA-DECBD3A2397E}" dt="2026-09-17T14:56:02.997" v="33724" actId="1076"/>
          <ac:grpSpMkLst>
            <pc:docMk/>
            <pc:sldMk cId="2557744395" sldId="305"/>
            <ac:grpSpMk id="56" creationId="{4924ECD3-2713-A017-2B85-A817E15EA8CA}"/>
          </ac:grpSpMkLst>
        </pc:grpChg>
        <pc:picChg chg="add mod">
          <ac:chgData name="Lalitha Sivakumar" userId="97edc6261cb124e6" providerId="LiveId" clId="{35434D6F-2C91-4B94-8CDA-DECBD3A2397E}" dt="2026-09-15T14:05:41.010" v="24712" actId="1076"/>
          <ac:picMkLst>
            <pc:docMk/>
            <pc:sldMk cId="2557744395" sldId="305"/>
            <ac:picMk id="4" creationId="{761B4687-8001-2A28-B218-F6A0B08B6F9F}"/>
          </ac:picMkLst>
        </pc:picChg>
        <pc:picChg chg="add mod modCrop">
          <ac:chgData name="Lalitha Sivakumar" userId="97edc6261cb124e6" providerId="LiveId" clId="{35434D6F-2C91-4B94-8CDA-DECBD3A2397E}" dt="2026-09-17T14:56:35.909" v="33731" actId="1076"/>
          <ac:picMkLst>
            <pc:docMk/>
            <pc:sldMk cId="2557744395" sldId="305"/>
            <ac:picMk id="24" creationId="{484C3107-2136-5755-F7EF-EA897D612694}"/>
          </ac:picMkLst>
        </pc:picChg>
        <pc:cxnChg chg="add mod topLvl">
          <ac:chgData name="Lalitha Sivakumar" userId="97edc6261cb124e6" providerId="LiveId" clId="{35434D6F-2C91-4B94-8CDA-DECBD3A2397E}" dt="2026-09-11T09:43:21.499" v="13412" actId="164"/>
          <ac:cxnSpMkLst>
            <pc:docMk/>
            <pc:sldMk cId="2557744395" sldId="305"/>
            <ac:cxnSpMk id="13" creationId="{1537663D-64E5-BF1D-14CB-C91C4046B341}"/>
          </ac:cxnSpMkLst>
        </pc:cxnChg>
        <pc:cxnChg chg="add mod">
          <ac:chgData name="Lalitha Sivakumar" userId="97edc6261cb124e6" providerId="LiveId" clId="{35434D6F-2C91-4B94-8CDA-DECBD3A2397E}" dt="2026-09-11T08:00:43.280" v="13057" actId="208"/>
          <ac:cxnSpMkLst>
            <pc:docMk/>
            <pc:sldMk cId="2557744395" sldId="305"/>
            <ac:cxnSpMk id="14" creationId="{8F99A007-AF18-C2B3-BA67-ECD3E63151FC}"/>
          </ac:cxnSpMkLst>
        </pc:cxnChg>
        <pc:cxnChg chg="add mod topLvl">
          <ac:chgData name="Lalitha Sivakumar" userId="97edc6261cb124e6" providerId="LiveId" clId="{35434D6F-2C91-4B94-8CDA-DECBD3A2397E}" dt="2026-09-11T09:43:21.499" v="13412" actId="164"/>
          <ac:cxnSpMkLst>
            <pc:docMk/>
            <pc:sldMk cId="2557744395" sldId="305"/>
            <ac:cxnSpMk id="15" creationId="{E10B8967-E368-D40C-371C-9ECB4A9FEA80}"/>
          </ac:cxnSpMkLst>
        </pc:cxnChg>
        <pc:cxnChg chg="add mod topLvl">
          <ac:chgData name="Lalitha Sivakumar" userId="97edc6261cb124e6" providerId="LiveId" clId="{35434D6F-2C91-4B94-8CDA-DECBD3A2397E}" dt="2026-09-11T09:40:38.941" v="13319" actId="165"/>
          <ac:cxnSpMkLst>
            <pc:docMk/>
            <pc:sldMk cId="2557744395" sldId="305"/>
            <ac:cxnSpMk id="16" creationId="{26AE0D0B-3F3D-AC40-AE82-2A025BD5BC18}"/>
          </ac:cxnSpMkLst>
        </pc:cxnChg>
        <pc:cxnChg chg="add mod">
          <ac:chgData name="Lalitha Sivakumar" userId="97edc6261cb124e6" providerId="LiveId" clId="{35434D6F-2C91-4B94-8CDA-DECBD3A2397E}" dt="2026-09-17T14:56:09.433" v="33725" actId="1076"/>
          <ac:cxnSpMkLst>
            <pc:docMk/>
            <pc:sldMk cId="2557744395" sldId="305"/>
            <ac:cxnSpMk id="26" creationId="{B10CA9CA-DBCE-F64E-8295-1E6FA9010608}"/>
          </ac:cxnSpMkLst>
        </pc:cxnChg>
        <pc:cxnChg chg="add mod topLvl">
          <ac:chgData name="Lalitha Sivakumar" userId="97edc6261cb124e6" providerId="LiveId" clId="{35434D6F-2C91-4B94-8CDA-DECBD3A2397E}" dt="2026-09-11T09:40:38.941" v="13319" actId="165"/>
          <ac:cxnSpMkLst>
            <pc:docMk/>
            <pc:sldMk cId="2557744395" sldId="305"/>
            <ac:cxnSpMk id="28" creationId="{F9587194-C07A-3F33-2BC7-06A562A3E5E4}"/>
          </ac:cxnSpMkLst>
        </pc:cxnChg>
        <pc:cxnChg chg="add mod">
          <ac:chgData name="Lalitha Sivakumar" userId="97edc6261cb124e6" providerId="LiveId" clId="{35434D6F-2C91-4B94-8CDA-DECBD3A2397E}" dt="2026-09-17T14:56:26.976" v="33730" actId="1076"/>
          <ac:cxnSpMkLst>
            <pc:docMk/>
            <pc:sldMk cId="2557744395" sldId="305"/>
            <ac:cxnSpMk id="48" creationId="{9CBFBBE3-2088-25DB-4E7D-2B3DF36E626C}"/>
          </ac:cxnSpMkLst>
        </pc:cxnChg>
        <pc:cxnChg chg="add mod">
          <ac:chgData name="Lalitha Sivakumar" userId="97edc6261cb124e6" providerId="LiveId" clId="{35434D6F-2C91-4B94-8CDA-DECBD3A2397E}" dt="2026-09-17T14:56:15.780" v="33727" actId="1076"/>
          <ac:cxnSpMkLst>
            <pc:docMk/>
            <pc:sldMk cId="2557744395" sldId="305"/>
            <ac:cxnSpMk id="49" creationId="{F9F6F703-2AFB-99B4-40CF-81CA7BDE4EA7}"/>
          </ac:cxnSpMkLst>
        </pc:cxnChg>
      </pc:sldChg>
      <pc:sldChg chg="addSp delSp modSp new mod modAnim modShow modNotesTx">
        <pc:chgData name="Lalitha Sivakumar" userId="97edc6261cb124e6" providerId="LiveId" clId="{35434D6F-2C91-4B94-8CDA-DECBD3A2397E}" dt="2026-09-20T10:58:00.460" v="48936" actId="729"/>
        <pc:sldMkLst>
          <pc:docMk/>
          <pc:sldMk cId="3938093014" sldId="306"/>
        </pc:sldMkLst>
        <pc:spChg chg="mod">
          <ac:chgData name="Lalitha Sivakumar" userId="97edc6261cb124e6" providerId="LiveId" clId="{35434D6F-2C91-4B94-8CDA-DECBD3A2397E}" dt="2026-09-15T14:49:47.962" v="25034" actId="207"/>
          <ac:spMkLst>
            <pc:docMk/>
            <pc:sldMk cId="3938093014" sldId="306"/>
            <ac:spMk id="2" creationId="{66122BD6-5D01-6474-AEBB-1AE4BBA6327E}"/>
          </ac:spMkLst>
        </pc:spChg>
        <pc:spChg chg="mod">
          <ac:chgData name="Lalitha Sivakumar" userId="97edc6261cb124e6" providerId="LiveId" clId="{35434D6F-2C91-4B94-8CDA-DECBD3A2397E}" dt="2026-09-15T14:37:28.186" v="24896"/>
          <ac:spMkLst>
            <pc:docMk/>
            <pc:sldMk cId="3938093014" sldId="306"/>
            <ac:spMk id="10" creationId="{BC5E561E-5003-410C-3863-FCC1E4042B7D}"/>
          </ac:spMkLst>
        </pc:spChg>
        <pc:spChg chg="mod">
          <ac:chgData name="Lalitha Sivakumar" userId="97edc6261cb124e6" providerId="LiveId" clId="{35434D6F-2C91-4B94-8CDA-DECBD3A2397E}" dt="2026-09-15T14:37:28.186" v="24896"/>
          <ac:spMkLst>
            <pc:docMk/>
            <pc:sldMk cId="3938093014" sldId="306"/>
            <ac:spMk id="11" creationId="{1013E6FF-CFF4-D8D3-F8FE-7437E8D91E67}"/>
          </ac:spMkLst>
        </pc:spChg>
        <pc:spChg chg="mod">
          <ac:chgData name="Lalitha Sivakumar" userId="97edc6261cb124e6" providerId="LiveId" clId="{35434D6F-2C91-4B94-8CDA-DECBD3A2397E}" dt="2026-09-15T14:37:28.186" v="24896"/>
          <ac:spMkLst>
            <pc:docMk/>
            <pc:sldMk cId="3938093014" sldId="306"/>
            <ac:spMk id="12" creationId="{4E378C45-CA2F-C5D1-3C13-2F437A809D53}"/>
          </ac:spMkLst>
        </pc:spChg>
        <pc:spChg chg="mod">
          <ac:chgData name="Lalitha Sivakumar" userId="97edc6261cb124e6" providerId="LiveId" clId="{35434D6F-2C91-4B94-8CDA-DECBD3A2397E}" dt="2026-09-15T14:37:28.186" v="24896"/>
          <ac:spMkLst>
            <pc:docMk/>
            <pc:sldMk cId="3938093014" sldId="306"/>
            <ac:spMk id="15" creationId="{FB97E54E-EFC2-8048-4E8E-9E4BC9C546B6}"/>
          </ac:spMkLst>
        </pc:spChg>
        <pc:spChg chg="mod">
          <ac:chgData name="Lalitha Sivakumar" userId="97edc6261cb124e6" providerId="LiveId" clId="{35434D6F-2C91-4B94-8CDA-DECBD3A2397E}" dt="2026-09-15T14:37:28.186" v="24896"/>
          <ac:spMkLst>
            <pc:docMk/>
            <pc:sldMk cId="3938093014" sldId="306"/>
            <ac:spMk id="16" creationId="{0E6B71CF-F1E5-47B3-14E4-C2C367EC67BE}"/>
          </ac:spMkLst>
        </pc:spChg>
        <pc:spChg chg="add mod">
          <ac:chgData name="Lalitha Sivakumar" userId="97edc6261cb124e6" providerId="LiveId" clId="{35434D6F-2C91-4B94-8CDA-DECBD3A2397E}" dt="2026-09-18T11:04:12.440" v="44190" actId="20577"/>
          <ac:spMkLst>
            <pc:docMk/>
            <pc:sldMk cId="3938093014" sldId="306"/>
            <ac:spMk id="17" creationId="{ADF26307-8F7A-970D-7AC9-450936A14B09}"/>
          </ac:spMkLst>
        </pc:spChg>
        <pc:spChg chg="add mod">
          <ac:chgData name="Lalitha Sivakumar" userId="97edc6261cb124e6" providerId="LiveId" clId="{35434D6F-2C91-4B94-8CDA-DECBD3A2397E}" dt="2026-09-17T16:03:14.807" v="36711" actId="20577"/>
          <ac:spMkLst>
            <pc:docMk/>
            <pc:sldMk cId="3938093014" sldId="306"/>
            <ac:spMk id="100" creationId="{F4ED5232-46A0-D89B-7DC4-457045471A76}"/>
          </ac:spMkLst>
        </pc:spChg>
        <pc:grpChg chg="add mod">
          <ac:chgData name="Lalitha Sivakumar" userId="97edc6261cb124e6" providerId="LiveId" clId="{35434D6F-2C91-4B94-8CDA-DECBD3A2397E}" dt="2026-09-15T14:37:42.595" v="24899" actId="1076"/>
          <ac:grpSpMkLst>
            <pc:docMk/>
            <pc:sldMk cId="3938093014" sldId="306"/>
            <ac:grpSpMk id="6" creationId="{C2895B2F-25FF-5BF4-B0A8-2DFE99536558}"/>
          </ac:grpSpMkLst>
        </pc:grpChg>
        <pc:picChg chg="add mod">
          <ac:chgData name="Lalitha Sivakumar" userId="97edc6261cb124e6" providerId="LiveId" clId="{35434D6F-2C91-4B94-8CDA-DECBD3A2397E}" dt="2026-09-18T14:20:56.313" v="44803" actId="1036"/>
          <ac:picMkLst>
            <pc:docMk/>
            <pc:sldMk cId="3938093014" sldId="306"/>
            <ac:picMk id="3" creationId="{4BA6D042-9A7A-5DA0-DDF7-29CA9C5BE770}"/>
          </ac:picMkLst>
        </pc:picChg>
        <pc:picChg chg="add mod modCrop">
          <ac:chgData name="Lalitha Sivakumar" userId="97edc6261cb124e6" providerId="LiveId" clId="{35434D6F-2C91-4B94-8CDA-DECBD3A2397E}" dt="2026-09-15T14:36:53.703" v="24889" actId="14100"/>
          <ac:picMkLst>
            <pc:docMk/>
            <pc:sldMk cId="3938093014" sldId="306"/>
            <ac:picMk id="5" creationId="{843910D1-8AD2-D916-F529-FB2D0564C84E}"/>
          </ac:picMkLst>
        </pc:picChg>
        <pc:cxnChg chg="mod">
          <ac:chgData name="Lalitha Sivakumar" userId="97edc6261cb124e6" providerId="LiveId" clId="{35434D6F-2C91-4B94-8CDA-DECBD3A2397E}" dt="2026-09-15T14:37:28.186" v="24896"/>
          <ac:cxnSpMkLst>
            <pc:docMk/>
            <pc:sldMk cId="3938093014" sldId="306"/>
            <ac:cxnSpMk id="7" creationId="{C5EEEE42-D2BF-53CE-C689-8146E2C08A58}"/>
          </ac:cxnSpMkLst>
        </pc:cxnChg>
        <pc:cxnChg chg="mod">
          <ac:chgData name="Lalitha Sivakumar" userId="97edc6261cb124e6" providerId="LiveId" clId="{35434D6F-2C91-4B94-8CDA-DECBD3A2397E}" dt="2026-09-15T14:37:28.186" v="24896"/>
          <ac:cxnSpMkLst>
            <pc:docMk/>
            <pc:sldMk cId="3938093014" sldId="306"/>
            <ac:cxnSpMk id="8" creationId="{826D34D6-521A-6B20-5541-877D63F0E4A1}"/>
          </ac:cxnSpMkLst>
        </pc:cxnChg>
        <pc:cxnChg chg="mod">
          <ac:chgData name="Lalitha Sivakumar" userId="97edc6261cb124e6" providerId="LiveId" clId="{35434D6F-2C91-4B94-8CDA-DECBD3A2397E}" dt="2026-09-15T14:37:28.186" v="24896"/>
          <ac:cxnSpMkLst>
            <pc:docMk/>
            <pc:sldMk cId="3938093014" sldId="306"/>
            <ac:cxnSpMk id="13" creationId="{CD2FA6BE-0EBA-0D2F-1042-F9ECE38AFD45}"/>
          </ac:cxnSpMkLst>
        </pc:cxnChg>
        <pc:cxnChg chg="mod">
          <ac:chgData name="Lalitha Sivakumar" userId="97edc6261cb124e6" providerId="LiveId" clId="{35434D6F-2C91-4B94-8CDA-DECBD3A2397E}" dt="2026-09-15T14:37:28.186" v="24896"/>
          <ac:cxnSpMkLst>
            <pc:docMk/>
            <pc:sldMk cId="3938093014" sldId="306"/>
            <ac:cxnSpMk id="14" creationId="{015EA4A0-09C1-8AB7-D70B-29C4C260D5A7}"/>
          </ac:cxnSpMkLst>
        </pc:cxnChg>
      </pc:sldChg>
      <pc:sldChg chg="addSp modSp add mod ord modNotesTx">
        <pc:chgData name="Lalitha Sivakumar" userId="97edc6261cb124e6" providerId="LiveId" clId="{35434D6F-2C91-4B94-8CDA-DECBD3A2397E}" dt="2026-09-20T21:29:50.528" v="61005" actId="20577"/>
        <pc:sldMkLst>
          <pc:docMk/>
          <pc:sldMk cId="3061194535" sldId="308"/>
        </pc:sldMkLst>
        <pc:spChg chg="mod">
          <ac:chgData name="Lalitha Sivakumar" userId="97edc6261cb124e6" providerId="LiveId" clId="{35434D6F-2C91-4B94-8CDA-DECBD3A2397E}" dt="2026-09-11T10:39:03.981" v="14917" actId="20577"/>
          <ac:spMkLst>
            <pc:docMk/>
            <pc:sldMk cId="3061194535" sldId="308"/>
            <ac:spMk id="2" creationId="{F6513222-30B3-FEDF-D259-2DC8029DC327}"/>
          </ac:spMkLst>
        </pc:spChg>
        <pc:spChg chg="add mod">
          <ac:chgData name="Lalitha Sivakumar" userId="97edc6261cb124e6" providerId="LiveId" clId="{35434D6F-2C91-4B94-8CDA-DECBD3A2397E}" dt="2026-09-20T18:34:51.337" v="55688" actId="20577"/>
          <ac:spMkLst>
            <pc:docMk/>
            <pc:sldMk cId="3061194535" sldId="308"/>
            <ac:spMk id="4" creationId="{21D6EA78-DBC6-7C35-FB96-55A59CB8F72C}"/>
          </ac:spMkLst>
        </pc:spChg>
      </pc:sldChg>
      <pc:sldChg chg="addSp delSp modSp new mod modNotesTx">
        <pc:chgData name="Lalitha Sivakumar" userId="97edc6261cb124e6" providerId="LiveId" clId="{35434D6F-2C91-4B94-8CDA-DECBD3A2397E}" dt="2026-09-20T18:34:13.062" v="55665" actId="20577"/>
        <pc:sldMkLst>
          <pc:docMk/>
          <pc:sldMk cId="4014940385" sldId="312"/>
        </pc:sldMkLst>
        <pc:spChg chg="mod">
          <ac:chgData name="Lalitha Sivakumar" userId="97edc6261cb124e6" providerId="LiveId" clId="{35434D6F-2C91-4B94-8CDA-DECBD3A2397E}" dt="2026-09-20T10:59:02.210" v="48939" actId="1076"/>
          <ac:spMkLst>
            <pc:docMk/>
            <pc:sldMk cId="4014940385" sldId="312"/>
            <ac:spMk id="2" creationId="{B2D0F1D5-6682-F39C-8236-9DDF74E7F95F}"/>
          </ac:spMkLst>
        </pc:spChg>
        <pc:spChg chg="add mod ord">
          <ac:chgData name="Lalitha Sivakumar" userId="97edc6261cb124e6" providerId="LiveId" clId="{35434D6F-2C91-4B94-8CDA-DECBD3A2397E}" dt="2026-09-20T11:03:36.137" v="49019" actId="1076"/>
          <ac:spMkLst>
            <pc:docMk/>
            <pc:sldMk cId="4014940385" sldId="312"/>
            <ac:spMk id="3" creationId="{5815A774-45B6-72A2-9312-A8912698AE66}"/>
          </ac:spMkLst>
        </pc:spChg>
        <pc:spChg chg="add mod">
          <ac:chgData name="Lalitha Sivakumar" userId="97edc6261cb124e6" providerId="LiveId" clId="{35434D6F-2C91-4B94-8CDA-DECBD3A2397E}" dt="2026-09-19T09:29:13.117" v="45161" actId="1076"/>
          <ac:spMkLst>
            <pc:docMk/>
            <pc:sldMk cId="4014940385" sldId="312"/>
            <ac:spMk id="6" creationId="{788E078F-405F-1746-9ABF-7658F7A50F29}"/>
          </ac:spMkLst>
        </pc:spChg>
        <pc:spChg chg="add mod">
          <ac:chgData name="Lalitha Sivakumar" userId="97edc6261cb124e6" providerId="LiveId" clId="{35434D6F-2C91-4B94-8CDA-DECBD3A2397E}" dt="2026-09-20T11:03:36.137" v="49019" actId="1076"/>
          <ac:spMkLst>
            <pc:docMk/>
            <pc:sldMk cId="4014940385" sldId="312"/>
            <ac:spMk id="7" creationId="{DF384661-9A4D-09F0-2A76-AFA553FC990A}"/>
          </ac:spMkLst>
        </pc:spChg>
        <pc:spChg chg="add mod">
          <ac:chgData name="Lalitha Sivakumar" userId="97edc6261cb124e6" providerId="LiveId" clId="{35434D6F-2C91-4B94-8CDA-DECBD3A2397E}" dt="2026-09-20T12:42:41.292" v="49473" actId="20577"/>
          <ac:spMkLst>
            <pc:docMk/>
            <pc:sldMk cId="4014940385" sldId="312"/>
            <ac:spMk id="8" creationId="{6F53D324-F52E-DC26-7A7C-AA5BBB691186}"/>
          </ac:spMkLst>
        </pc:spChg>
        <pc:spChg chg="add mod">
          <ac:chgData name="Lalitha Sivakumar" userId="97edc6261cb124e6" providerId="LiveId" clId="{35434D6F-2C91-4B94-8CDA-DECBD3A2397E}" dt="2026-09-19T09:43:28.685" v="45312" actId="207"/>
          <ac:spMkLst>
            <pc:docMk/>
            <pc:sldMk cId="4014940385" sldId="312"/>
            <ac:spMk id="11" creationId="{828E9692-260F-3435-2918-D7DD89C7C3CA}"/>
          </ac:spMkLst>
        </pc:spChg>
        <pc:spChg chg="add mod ord">
          <ac:chgData name="Lalitha Sivakumar" userId="97edc6261cb124e6" providerId="LiveId" clId="{35434D6F-2C91-4B94-8CDA-DECBD3A2397E}" dt="2026-09-19T09:42:50.585" v="45310" actId="404"/>
          <ac:spMkLst>
            <pc:docMk/>
            <pc:sldMk cId="4014940385" sldId="312"/>
            <ac:spMk id="12" creationId="{52F4B9C7-2AFF-4B35-E4B9-CC12C0CF1DAA}"/>
          </ac:spMkLst>
        </pc:spChg>
        <pc:spChg chg="add mod">
          <ac:chgData name="Lalitha Sivakumar" userId="97edc6261cb124e6" providerId="LiveId" clId="{35434D6F-2C91-4B94-8CDA-DECBD3A2397E}" dt="2026-09-19T09:51:01.878" v="45350"/>
          <ac:spMkLst>
            <pc:docMk/>
            <pc:sldMk cId="4014940385" sldId="312"/>
            <ac:spMk id="13" creationId="{9CC3E1B0-14ED-4AC6-C022-7DE06C6B07C3}"/>
          </ac:spMkLst>
        </pc:spChg>
        <pc:spChg chg="add mod">
          <ac:chgData name="Lalitha Sivakumar" userId="97edc6261cb124e6" providerId="LiveId" clId="{35434D6F-2C91-4B94-8CDA-DECBD3A2397E}" dt="2026-09-19T09:46:17.849" v="45333" actId="1076"/>
          <ac:spMkLst>
            <pc:docMk/>
            <pc:sldMk cId="4014940385" sldId="312"/>
            <ac:spMk id="19" creationId="{678E26A0-92FE-DFD5-0D6E-C8E485BE14CC}"/>
          </ac:spMkLst>
        </pc:spChg>
        <pc:spChg chg="add mod">
          <ac:chgData name="Lalitha Sivakumar" userId="97edc6261cb124e6" providerId="LiveId" clId="{35434D6F-2C91-4B94-8CDA-DECBD3A2397E}" dt="2026-09-19T09:43:28.685" v="45312" actId="207"/>
          <ac:spMkLst>
            <pc:docMk/>
            <pc:sldMk cId="4014940385" sldId="312"/>
            <ac:spMk id="22" creationId="{34A80298-AA71-31A1-013D-BD28917EB8C7}"/>
          </ac:spMkLst>
        </pc:spChg>
        <pc:spChg chg="add mod">
          <ac:chgData name="Lalitha Sivakumar" userId="97edc6261cb124e6" providerId="LiveId" clId="{35434D6F-2C91-4B94-8CDA-DECBD3A2397E}" dt="2026-09-19T09:44:50.622" v="45321" actId="1076"/>
          <ac:spMkLst>
            <pc:docMk/>
            <pc:sldMk cId="4014940385" sldId="312"/>
            <ac:spMk id="24" creationId="{76110E3B-4C20-5B14-46FE-9ED3E3603871}"/>
          </ac:spMkLst>
        </pc:spChg>
        <pc:spChg chg="add mod">
          <ac:chgData name="Lalitha Sivakumar" userId="97edc6261cb124e6" providerId="LiveId" clId="{35434D6F-2C91-4B94-8CDA-DECBD3A2397E}" dt="2026-09-20T18:13:04.123" v="54530" actId="1076"/>
          <ac:spMkLst>
            <pc:docMk/>
            <pc:sldMk cId="4014940385" sldId="312"/>
            <ac:spMk id="32" creationId="{402D1ADC-069E-C200-935C-9717BF1A2698}"/>
          </ac:spMkLst>
        </pc:spChg>
        <pc:spChg chg="add mod">
          <ac:chgData name="Lalitha Sivakumar" userId="97edc6261cb124e6" providerId="LiveId" clId="{35434D6F-2C91-4B94-8CDA-DECBD3A2397E}" dt="2026-09-20T18:10:20.014" v="54493" actId="1076"/>
          <ac:spMkLst>
            <pc:docMk/>
            <pc:sldMk cId="4014940385" sldId="312"/>
            <ac:spMk id="38" creationId="{ED6AFAE5-FF37-F548-07A4-13DF68CA9178}"/>
          </ac:spMkLst>
        </pc:spChg>
        <pc:spChg chg="add mod">
          <ac:chgData name="Lalitha Sivakumar" userId="97edc6261cb124e6" providerId="LiveId" clId="{35434D6F-2C91-4B94-8CDA-DECBD3A2397E}" dt="2026-09-20T18:34:13.062" v="55665" actId="20577"/>
          <ac:spMkLst>
            <pc:docMk/>
            <pc:sldMk cId="4014940385" sldId="312"/>
            <ac:spMk id="40" creationId="{6A2307D2-2FA2-54A3-1568-185FC30D7D99}"/>
          </ac:spMkLst>
        </pc:spChg>
        <pc:spChg chg="add mod">
          <ac:chgData name="Lalitha Sivakumar" userId="97edc6261cb124e6" providerId="LiveId" clId="{35434D6F-2C91-4B94-8CDA-DECBD3A2397E}" dt="2026-09-20T18:12:57.472" v="54529" actId="1076"/>
          <ac:spMkLst>
            <pc:docMk/>
            <pc:sldMk cId="4014940385" sldId="312"/>
            <ac:spMk id="58" creationId="{58F49AB4-14E0-503B-01AD-E5304ADF13AE}"/>
          </ac:spMkLst>
        </pc:spChg>
        <pc:spChg chg="add mod">
          <ac:chgData name="Lalitha Sivakumar" userId="97edc6261cb124e6" providerId="LiveId" clId="{35434D6F-2C91-4B94-8CDA-DECBD3A2397E}" dt="2026-09-15T13:14:47.463" v="23281" actId="20577"/>
          <ac:spMkLst>
            <pc:docMk/>
            <pc:sldMk cId="4014940385" sldId="312"/>
            <ac:spMk id="91" creationId="{B5C6CD04-F0EF-8DCC-05AC-A679BC4C66E3}"/>
          </ac:spMkLst>
        </pc:spChg>
        <pc:spChg chg="add mod">
          <ac:chgData name="Lalitha Sivakumar" userId="97edc6261cb124e6" providerId="LiveId" clId="{35434D6F-2C91-4B94-8CDA-DECBD3A2397E}" dt="2026-09-20T11:03:56.770" v="49021" actId="14100"/>
          <ac:spMkLst>
            <pc:docMk/>
            <pc:sldMk cId="4014940385" sldId="312"/>
            <ac:spMk id="122" creationId="{6A993F9D-D6AA-270E-308F-78EAD4132985}"/>
          </ac:spMkLst>
        </pc:spChg>
        <pc:spChg chg="add mod">
          <ac:chgData name="Lalitha Sivakumar" userId="97edc6261cb124e6" providerId="LiveId" clId="{35434D6F-2C91-4B94-8CDA-DECBD3A2397E}" dt="2026-09-20T18:10:27.480" v="54495" actId="1076"/>
          <ac:spMkLst>
            <pc:docMk/>
            <pc:sldMk cId="4014940385" sldId="312"/>
            <ac:spMk id="124" creationId="{07B7796A-40E9-E1F1-EE3A-CD6BBA1D264C}"/>
          </ac:spMkLst>
        </pc:spChg>
        <pc:spChg chg="add mod">
          <ac:chgData name="Lalitha Sivakumar" userId="97edc6261cb124e6" providerId="LiveId" clId="{35434D6F-2C91-4B94-8CDA-DECBD3A2397E}" dt="2026-09-19T09:47:29.620" v="45340" actId="164"/>
          <ac:spMkLst>
            <pc:docMk/>
            <pc:sldMk cId="4014940385" sldId="312"/>
            <ac:spMk id="125" creationId="{D81F0747-183C-2631-DBFE-BCF457CBC7AE}"/>
          </ac:spMkLst>
        </pc:spChg>
        <pc:spChg chg="add mod">
          <ac:chgData name="Lalitha Sivakumar" userId="97edc6261cb124e6" providerId="LiveId" clId="{35434D6F-2C91-4B94-8CDA-DECBD3A2397E}" dt="2026-09-19T09:47:29.620" v="45340" actId="164"/>
          <ac:spMkLst>
            <pc:docMk/>
            <pc:sldMk cId="4014940385" sldId="312"/>
            <ac:spMk id="126" creationId="{E5200F9C-5D11-22EE-24AB-2A4C057CBD89}"/>
          </ac:spMkLst>
        </pc:spChg>
        <pc:spChg chg="add mod">
          <ac:chgData name="Lalitha Sivakumar" userId="97edc6261cb124e6" providerId="LiveId" clId="{35434D6F-2C91-4B94-8CDA-DECBD3A2397E}" dt="2026-09-19T09:47:29.620" v="45340" actId="164"/>
          <ac:spMkLst>
            <pc:docMk/>
            <pc:sldMk cId="4014940385" sldId="312"/>
            <ac:spMk id="128" creationId="{373991F5-3310-A783-CE59-336A699BE977}"/>
          </ac:spMkLst>
        </pc:spChg>
        <pc:spChg chg="add mod">
          <ac:chgData name="Lalitha Sivakumar" userId="97edc6261cb124e6" providerId="LiveId" clId="{35434D6F-2C91-4B94-8CDA-DECBD3A2397E}" dt="2026-09-19T09:47:29.620" v="45340" actId="164"/>
          <ac:spMkLst>
            <pc:docMk/>
            <pc:sldMk cId="4014940385" sldId="312"/>
            <ac:spMk id="134" creationId="{3865E22B-06C1-54EB-56FD-896654AA0636}"/>
          </ac:spMkLst>
        </pc:spChg>
        <pc:spChg chg="add mod">
          <ac:chgData name="Lalitha Sivakumar" userId="97edc6261cb124e6" providerId="LiveId" clId="{35434D6F-2C91-4B94-8CDA-DECBD3A2397E}" dt="2026-09-19T09:47:29.620" v="45340" actId="164"/>
          <ac:spMkLst>
            <pc:docMk/>
            <pc:sldMk cId="4014940385" sldId="312"/>
            <ac:spMk id="137" creationId="{771E7CB7-5D16-54D3-4A9C-FD46BB96A6E9}"/>
          </ac:spMkLst>
        </pc:spChg>
        <pc:spChg chg="add mod">
          <ac:chgData name="Lalitha Sivakumar" userId="97edc6261cb124e6" providerId="LiveId" clId="{35434D6F-2C91-4B94-8CDA-DECBD3A2397E}" dt="2026-09-19T09:47:29.620" v="45340" actId="164"/>
          <ac:spMkLst>
            <pc:docMk/>
            <pc:sldMk cId="4014940385" sldId="312"/>
            <ac:spMk id="146" creationId="{8970F312-8269-A4DC-C1C3-126CF683800A}"/>
          </ac:spMkLst>
        </pc:spChg>
        <pc:grpChg chg="add mod ord">
          <ac:chgData name="Lalitha Sivakumar" userId="97edc6261cb124e6" providerId="LiveId" clId="{35434D6F-2C91-4B94-8CDA-DECBD3A2397E}" dt="2026-09-20T18:12:43.161" v="54528" actId="166"/>
          <ac:grpSpMkLst>
            <pc:docMk/>
            <pc:sldMk cId="4014940385" sldId="312"/>
            <ac:grpSpMk id="33" creationId="{26426454-86E9-6065-F407-1F6B7CA59D48}"/>
          </ac:grpSpMkLst>
        </pc:grpChg>
        <pc:grpChg chg="mod ord">
          <ac:chgData name="Lalitha Sivakumar" userId="97edc6261cb124e6" providerId="LiveId" clId="{35434D6F-2C91-4B94-8CDA-DECBD3A2397E}" dt="2026-09-20T18:12:41.828" v="54525" actId="167"/>
          <ac:grpSpMkLst>
            <pc:docMk/>
            <pc:sldMk cId="4014940385" sldId="312"/>
            <ac:grpSpMk id="41" creationId="{4979AF13-D972-917D-DFA7-92D18FF12B45}"/>
          </ac:grpSpMkLst>
        </pc:grpChg>
        <pc:grpChg chg="add mod">
          <ac:chgData name="Lalitha Sivakumar" userId="97edc6261cb124e6" providerId="LiveId" clId="{35434D6F-2C91-4B94-8CDA-DECBD3A2397E}" dt="2026-09-15T11:55:22.160" v="22160" actId="1076"/>
          <ac:grpSpMkLst>
            <pc:docMk/>
            <pc:sldMk cId="4014940385" sldId="312"/>
            <ac:grpSpMk id="53" creationId="{207BF4A0-A3D5-8525-0D39-43D9DB2E16F4}"/>
          </ac:grpSpMkLst>
        </pc:grpChg>
        <pc:grpChg chg="add mod">
          <ac:chgData name="Lalitha Sivakumar" userId="97edc6261cb124e6" providerId="LiveId" clId="{35434D6F-2C91-4B94-8CDA-DECBD3A2397E}" dt="2026-09-19T09:47:48.720" v="45341" actId="1076"/>
          <ac:grpSpMkLst>
            <pc:docMk/>
            <pc:sldMk cId="4014940385" sldId="312"/>
            <ac:grpSpMk id="181" creationId="{BE83A0D3-05F2-CA35-0336-97067E499CDE}"/>
          </ac:grpSpMkLst>
        </pc:grpChg>
        <pc:picChg chg="add mod">
          <ac:chgData name="Lalitha Sivakumar" userId="97edc6261cb124e6" providerId="LiveId" clId="{35434D6F-2C91-4B94-8CDA-DECBD3A2397E}" dt="2026-09-20T18:10:27.480" v="54495" actId="1076"/>
          <ac:picMkLst>
            <pc:docMk/>
            <pc:sldMk cId="4014940385" sldId="312"/>
            <ac:picMk id="5" creationId="{E7A20C59-FBC4-4339-DF97-24DBEBFD8CB3}"/>
          </ac:picMkLst>
        </pc:picChg>
        <pc:picChg chg="add mod ord">
          <ac:chgData name="Lalitha Sivakumar" userId="97edc6261cb124e6" providerId="LiveId" clId="{35434D6F-2C91-4B94-8CDA-DECBD3A2397E}" dt="2026-09-20T18:12:42.714" v="54527" actId="166"/>
          <ac:picMkLst>
            <pc:docMk/>
            <pc:sldMk cId="4014940385" sldId="312"/>
            <ac:picMk id="110" creationId="{821442AE-5919-BE46-68D8-CEE25C11034C}"/>
          </ac:picMkLst>
        </pc:picChg>
        <pc:cxnChg chg="add mod">
          <ac:chgData name="Lalitha Sivakumar" userId="97edc6261cb124e6" providerId="LiveId" clId="{35434D6F-2C91-4B94-8CDA-DECBD3A2397E}" dt="2026-09-20T18:11:59.195" v="54516" actId="208"/>
          <ac:cxnSpMkLst>
            <pc:docMk/>
            <pc:sldMk cId="4014940385" sldId="312"/>
            <ac:cxnSpMk id="14" creationId="{FC43A56E-6A65-244A-CC39-37DC6E7B0222}"/>
          </ac:cxnSpMkLst>
        </pc:cxnChg>
        <pc:cxnChg chg="mod">
          <ac:chgData name="Lalitha Sivakumar" userId="97edc6261cb124e6" providerId="LiveId" clId="{35434D6F-2C91-4B94-8CDA-DECBD3A2397E}" dt="2026-09-19T09:45:01.738" v="45324" actId="14100"/>
          <ac:cxnSpMkLst>
            <pc:docMk/>
            <pc:sldMk cId="4014940385" sldId="312"/>
            <ac:cxnSpMk id="15" creationId="{DEEB3A67-AF4B-EFE7-7FF2-CA587E75DE49}"/>
          </ac:cxnSpMkLst>
        </pc:cxnChg>
        <pc:cxnChg chg="add mod">
          <ac:chgData name="Lalitha Sivakumar" userId="97edc6261cb124e6" providerId="LiveId" clId="{35434D6F-2C91-4B94-8CDA-DECBD3A2397E}" dt="2026-09-20T18:10:35.611" v="54496" actId="14100"/>
          <ac:cxnSpMkLst>
            <pc:docMk/>
            <pc:sldMk cId="4014940385" sldId="312"/>
            <ac:cxnSpMk id="18" creationId="{FD642CDC-9E53-A7FB-8C98-094B9EDB2C3A}"/>
          </ac:cxnSpMkLst>
        </pc:cxnChg>
        <pc:cxnChg chg="mod">
          <ac:chgData name="Lalitha Sivakumar" userId="97edc6261cb124e6" providerId="LiveId" clId="{35434D6F-2C91-4B94-8CDA-DECBD3A2397E}" dt="2026-09-15T11:49:55.002" v="22110" actId="1076"/>
          <ac:cxnSpMkLst>
            <pc:docMk/>
            <pc:sldMk cId="4014940385" sldId="312"/>
            <ac:cxnSpMk id="20" creationId="{6A5CFB51-E4E9-4372-553D-0D1C1140BA6D}"/>
          </ac:cxnSpMkLst>
        </pc:cxnChg>
        <pc:cxnChg chg="add mod">
          <ac:chgData name="Lalitha Sivakumar" userId="97edc6261cb124e6" providerId="LiveId" clId="{35434D6F-2C91-4B94-8CDA-DECBD3A2397E}" dt="2026-09-20T18:10:27.480" v="54495" actId="1076"/>
          <ac:cxnSpMkLst>
            <pc:docMk/>
            <pc:sldMk cId="4014940385" sldId="312"/>
            <ac:cxnSpMk id="21" creationId="{308FB96A-F2AB-8846-5BFE-EE1BEA33C2C4}"/>
          </ac:cxnSpMkLst>
        </pc:cxnChg>
        <pc:cxnChg chg="add mod">
          <ac:chgData name="Lalitha Sivakumar" userId="97edc6261cb124e6" providerId="LiveId" clId="{35434D6F-2C91-4B94-8CDA-DECBD3A2397E}" dt="2026-09-20T18:11:59.195" v="54516" actId="208"/>
          <ac:cxnSpMkLst>
            <pc:docMk/>
            <pc:sldMk cId="4014940385" sldId="312"/>
            <ac:cxnSpMk id="25" creationId="{E72C0297-9D1F-BF86-7A77-7CB543B2CE7B}"/>
          </ac:cxnSpMkLst>
        </pc:cxnChg>
        <pc:cxnChg chg="add mod">
          <ac:chgData name="Lalitha Sivakumar" userId="97edc6261cb124e6" providerId="LiveId" clId="{35434D6F-2C91-4B94-8CDA-DECBD3A2397E}" dt="2026-09-19T09:28:09.845" v="45153" actId="1076"/>
          <ac:cxnSpMkLst>
            <pc:docMk/>
            <pc:sldMk cId="4014940385" sldId="312"/>
            <ac:cxnSpMk id="30" creationId="{7ED29088-524B-9968-80C2-5775BC72E208}"/>
          </ac:cxnSpMkLst>
        </pc:cxnChg>
        <pc:cxnChg chg="add mod">
          <ac:chgData name="Lalitha Sivakumar" userId="97edc6261cb124e6" providerId="LiveId" clId="{35434D6F-2C91-4B94-8CDA-DECBD3A2397E}" dt="2026-09-20T18:11:59.195" v="54516" actId="208"/>
          <ac:cxnSpMkLst>
            <pc:docMk/>
            <pc:sldMk cId="4014940385" sldId="312"/>
            <ac:cxnSpMk id="31" creationId="{31A69FED-4974-F96A-4779-FB36008E89A8}"/>
          </ac:cxnSpMkLst>
        </pc:cxnChg>
        <pc:cxnChg chg="add mod">
          <ac:chgData name="Lalitha Sivakumar" userId="97edc6261cb124e6" providerId="LiveId" clId="{35434D6F-2C91-4B94-8CDA-DECBD3A2397E}" dt="2026-09-20T18:13:44.482" v="54535" actId="208"/>
          <ac:cxnSpMkLst>
            <pc:docMk/>
            <pc:sldMk cId="4014940385" sldId="312"/>
            <ac:cxnSpMk id="35" creationId="{9C09E067-B406-C786-9EC7-4583E1994C73}"/>
          </ac:cxnSpMkLst>
        </pc:cxnChg>
        <pc:cxnChg chg="add mod">
          <ac:chgData name="Lalitha Sivakumar" userId="97edc6261cb124e6" providerId="LiveId" clId="{35434D6F-2C91-4B94-8CDA-DECBD3A2397E}" dt="2026-09-20T18:10:21.872" v="54494" actId="1076"/>
          <ac:cxnSpMkLst>
            <pc:docMk/>
            <pc:sldMk cId="4014940385" sldId="312"/>
            <ac:cxnSpMk id="56" creationId="{265C258E-B073-7F16-127B-A92EFCAF1371}"/>
          </ac:cxnSpMkLst>
        </pc:cxnChg>
        <pc:cxnChg chg="add mod">
          <ac:chgData name="Lalitha Sivakumar" userId="97edc6261cb124e6" providerId="LiveId" clId="{35434D6F-2C91-4B94-8CDA-DECBD3A2397E}" dt="2026-09-19T09:44:38.881" v="45319" actId="14100"/>
          <ac:cxnSpMkLst>
            <pc:docMk/>
            <pc:sldMk cId="4014940385" sldId="312"/>
            <ac:cxnSpMk id="80" creationId="{B84DB9D6-5E77-8F1B-140E-588636F123FF}"/>
          </ac:cxnSpMkLst>
        </pc:cxnChg>
        <pc:cxnChg chg="add mod">
          <ac:chgData name="Lalitha Sivakumar" userId="97edc6261cb124e6" providerId="LiveId" clId="{35434D6F-2C91-4B94-8CDA-DECBD3A2397E}" dt="2026-09-19T09:45:08.990" v="45325" actId="14100"/>
          <ac:cxnSpMkLst>
            <pc:docMk/>
            <pc:sldMk cId="4014940385" sldId="312"/>
            <ac:cxnSpMk id="82" creationId="{3BB1E677-011C-C001-0938-D145FF28E9E5}"/>
          </ac:cxnSpMkLst>
        </pc:cxnChg>
        <pc:cxnChg chg="add mod">
          <ac:chgData name="Lalitha Sivakumar" userId="97edc6261cb124e6" providerId="LiveId" clId="{35434D6F-2C91-4B94-8CDA-DECBD3A2397E}" dt="2026-09-19T09:27:29.360" v="45148" actId="1076"/>
          <ac:cxnSpMkLst>
            <pc:docMk/>
            <pc:sldMk cId="4014940385" sldId="312"/>
            <ac:cxnSpMk id="85" creationId="{D62D4616-6B4F-A990-09F0-D51B196787E0}"/>
          </ac:cxnSpMkLst>
        </pc:cxnChg>
        <pc:cxnChg chg="add mod">
          <ac:chgData name="Lalitha Sivakumar" userId="97edc6261cb124e6" providerId="LiveId" clId="{35434D6F-2C91-4B94-8CDA-DECBD3A2397E}" dt="2026-09-19T09:44:35.241" v="45318" actId="14100"/>
          <ac:cxnSpMkLst>
            <pc:docMk/>
            <pc:sldMk cId="4014940385" sldId="312"/>
            <ac:cxnSpMk id="87" creationId="{E8775B17-566D-B27F-E451-C394B5002932}"/>
          </ac:cxnSpMkLst>
        </pc:cxnChg>
        <pc:cxnChg chg="add mod">
          <ac:chgData name="Lalitha Sivakumar" userId="97edc6261cb124e6" providerId="LiveId" clId="{35434D6F-2C91-4B94-8CDA-DECBD3A2397E}" dt="2026-09-20T18:10:17.148" v="54492" actId="1076"/>
          <ac:cxnSpMkLst>
            <pc:docMk/>
            <pc:sldMk cId="4014940385" sldId="312"/>
            <ac:cxnSpMk id="92" creationId="{F9260B3A-3C3F-F6A4-63D6-84C43690BCC1}"/>
          </ac:cxnSpMkLst>
        </pc:cxnChg>
        <pc:cxnChg chg="add mod">
          <ac:chgData name="Lalitha Sivakumar" userId="97edc6261cb124e6" providerId="LiveId" clId="{35434D6F-2C91-4B94-8CDA-DECBD3A2397E}" dt="2026-09-19T09:44:29.894" v="45317" actId="14100"/>
          <ac:cxnSpMkLst>
            <pc:docMk/>
            <pc:sldMk cId="4014940385" sldId="312"/>
            <ac:cxnSpMk id="94" creationId="{EEC8B726-8AFA-0E1D-21D7-F2B43742AAD3}"/>
          </ac:cxnSpMkLst>
        </pc:cxnChg>
        <pc:cxnChg chg="add mod">
          <ac:chgData name="Lalitha Sivakumar" userId="97edc6261cb124e6" providerId="LiveId" clId="{35434D6F-2C91-4B94-8CDA-DECBD3A2397E}" dt="2026-09-20T18:10:10.234" v="54491" actId="1076"/>
          <ac:cxnSpMkLst>
            <pc:docMk/>
            <pc:sldMk cId="4014940385" sldId="312"/>
            <ac:cxnSpMk id="112" creationId="{DAFCF12C-3944-CF44-22BF-80B40F8092AA}"/>
          </ac:cxnSpMkLst>
        </pc:cxnChg>
        <pc:cxnChg chg="add mod">
          <ac:chgData name="Lalitha Sivakumar" userId="97edc6261cb124e6" providerId="LiveId" clId="{35434D6F-2C91-4B94-8CDA-DECBD3A2397E}" dt="2026-09-19T09:47:29.620" v="45340" actId="164"/>
          <ac:cxnSpMkLst>
            <pc:docMk/>
            <pc:sldMk cId="4014940385" sldId="312"/>
            <ac:cxnSpMk id="130" creationId="{26E3DB98-F824-6AAD-1C68-E1E7FF6EB652}"/>
          </ac:cxnSpMkLst>
        </pc:cxnChg>
        <pc:cxnChg chg="add mod">
          <ac:chgData name="Lalitha Sivakumar" userId="97edc6261cb124e6" providerId="LiveId" clId="{35434D6F-2C91-4B94-8CDA-DECBD3A2397E}" dt="2026-09-19T09:34:53.686" v="45222" actId="1076"/>
          <ac:cxnSpMkLst>
            <pc:docMk/>
            <pc:sldMk cId="4014940385" sldId="312"/>
            <ac:cxnSpMk id="131" creationId="{5A274364-DCB8-5CAB-4C16-8C750F7AD710}"/>
          </ac:cxnSpMkLst>
        </pc:cxnChg>
        <pc:cxnChg chg="mod">
          <ac:chgData name="Lalitha Sivakumar" userId="97edc6261cb124e6" providerId="LiveId" clId="{35434D6F-2C91-4B94-8CDA-DECBD3A2397E}" dt="2026-09-19T09:39:55.620" v="45279" actId="14100"/>
          <ac:cxnSpMkLst>
            <pc:docMk/>
            <pc:sldMk cId="4014940385" sldId="312"/>
            <ac:cxnSpMk id="133" creationId="{3CE94767-838F-0D05-E375-804A9F0D9BC8}"/>
          </ac:cxnSpMkLst>
        </pc:cxnChg>
        <pc:cxnChg chg="add mod">
          <ac:chgData name="Lalitha Sivakumar" userId="97edc6261cb124e6" providerId="LiveId" clId="{35434D6F-2C91-4B94-8CDA-DECBD3A2397E}" dt="2026-09-19T09:41:28.598" v="45295" actId="1076"/>
          <ac:cxnSpMkLst>
            <pc:docMk/>
            <pc:sldMk cId="4014940385" sldId="312"/>
            <ac:cxnSpMk id="135" creationId="{D5586706-B904-EAD0-5BC9-9738671855B7}"/>
          </ac:cxnSpMkLst>
        </pc:cxnChg>
        <pc:cxnChg chg="mod">
          <ac:chgData name="Lalitha Sivakumar" userId="97edc6261cb124e6" providerId="LiveId" clId="{35434D6F-2C91-4B94-8CDA-DECBD3A2397E}" dt="2026-09-19T09:37:10.793" v="45248" actId="14100"/>
          <ac:cxnSpMkLst>
            <pc:docMk/>
            <pc:sldMk cId="4014940385" sldId="312"/>
            <ac:cxnSpMk id="136" creationId="{3EC95B56-289E-789E-7C3D-934DD10971F9}"/>
          </ac:cxnSpMkLst>
        </pc:cxnChg>
        <pc:cxnChg chg="add mod">
          <ac:chgData name="Lalitha Sivakumar" userId="97edc6261cb124e6" providerId="LiveId" clId="{35434D6F-2C91-4B94-8CDA-DECBD3A2397E}" dt="2026-09-19T09:47:29.620" v="45340" actId="164"/>
          <ac:cxnSpMkLst>
            <pc:docMk/>
            <pc:sldMk cId="4014940385" sldId="312"/>
            <ac:cxnSpMk id="141" creationId="{5070D271-2CDC-98A1-AF7F-B1266550D9A7}"/>
          </ac:cxnSpMkLst>
        </pc:cxnChg>
        <pc:cxnChg chg="add mod">
          <ac:chgData name="Lalitha Sivakumar" userId="97edc6261cb124e6" providerId="LiveId" clId="{35434D6F-2C91-4B94-8CDA-DECBD3A2397E}" dt="2026-09-19T09:35:20.766" v="45229" actId="14100"/>
          <ac:cxnSpMkLst>
            <pc:docMk/>
            <pc:sldMk cId="4014940385" sldId="312"/>
            <ac:cxnSpMk id="142" creationId="{4A746343-A2FE-298C-C5C2-925E5AA6F3EC}"/>
          </ac:cxnSpMkLst>
        </pc:cxnChg>
        <pc:cxnChg chg="add mod">
          <ac:chgData name="Lalitha Sivakumar" userId="97edc6261cb124e6" providerId="LiveId" clId="{35434D6F-2C91-4B94-8CDA-DECBD3A2397E}" dt="2026-09-19T09:47:29.620" v="45340" actId="164"/>
          <ac:cxnSpMkLst>
            <pc:docMk/>
            <pc:sldMk cId="4014940385" sldId="312"/>
            <ac:cxnSpMk id="151" creationId="{4A77E31E-74BF-D05D-37A2-3FEEB96984EB}"/>
          </ac:cxnSpMkLst>
        </pc:cxnChg>
        <pc:cxnChg chg="add mod">
          <ac:chgData name="Lalitha Sivakumar" userId="97edc6261cb124e6" providerId="LiveId" clId="{35434D6F-2C91-4B94-8CDA-DECBD3A2397E}" dt="2026-09-19T09:40:12.942" v="45281" actId="1076"/>
          <ac:cxnSpMkLst>
            <pc:docMk/>
            <pc:sldMk cId="4014940385" sldId="312"/>
            <ac:cxnSpMk id="158" creationId="{0FC5466E-C659-9085-9FD6-31C97A4A29D1}"/>
          </ac:cxnSpMkLst>
        </pc:cxnChg>
      </pc:sldChg>
      <pc:sldChg chg="addSp delSp modSp new mod ord modNotesTx">
        <pc:chgData name="Lalitha Sivakumar" userId="97edc6261cb124e6" providerId="LiveId" clId="{35434D6F-2C91-4B94-8CDA-DECBD3A2397E}" dt="2026-09-26T19:39:51.854" v="69843" actId="14734"/>
        <pc:sldMkLst>
          <pc:docMk/>
          <pc:sldMk cId="773463303" sldId="315"/>
        </pc:sldMkLst>
        <pc:spChg chg="mod">
          <ac:chgData name="Lalitha Sivakumar" userId="97edc6261cb124e6" providerId="LiveId" clId="{35434D6F-2C91-4B94-8CDA-DECBD3A2397E}" dt="2026-09-15T20:09:17.877" v="25790" actId="20577"/>
          <ac:spMkLst>
            <pc:docMk/>
            <pc:sldMk cId="773463303" sldId="315"/>
            <ac:spMk id="2" creationId="{7A30A2D7-9664-FEDD-8C31-85D30E21F3F7}"/>
          </ac:spMkLst>
        </pc:spChg>
        <pc:spChg chg="add mod">
          <ac:chgData name="Lalitha Sivakumar" userId="97edc6261cb124e6" providerId="LiveId" clId="{35434D6F-2C91-4B94-8CDA-DECBD3A2397E}" dt="2026-09-20T20:36:18.808" v="59743" actId="208"/>
          <ac:spMkLst>
            <pc:docMk/>
            <pc:sldMk cId="773463303" sldId="315"/>
            <ac:spMk id="3" creationId="{B23F4764-929C-2CBE-1488-0F22282A3233}"/>
          </ac:spMkLst>
        </pc:spChg>
        <pc:spChg chg="add mod">
          <ac:chgData name="Lalitha Sivakumar" userId="97edc6261cb124e6" providerId="LiveId" clId="{35434D6F-2C91-4B94-8CDA-DECBD3A2397E}" dt="2026-09-20T20:15:30.809" v="59409" actId="20577"/>
          <ac:spMkLst>
            <pc:docMk/>
            <pc:sldMk cId="773463303" sldId="315"/>
            <ac:spMk id="4" creationId="{8C879334-F42E-6572-26AC-EF12791054DF}"/>
          </ac:spMkLst>
        </pc:spChg>
        <pc:spChg chg="add del mod">
          <ac:chgData name="Lalitha Sivakumar" userId="97edc6261cb124e6" providerId="LiveId" clId="{35434D6F-2C91-4B94-8CDA-DECBD3A2397E}" dt="2026-09-21T03:51:57.515" v="65865" actId="20577"/>
          <ac:spMkLst>
            <pc:docMk/>
            <pc:sldMk cId="773463303" sldId="315"/>
            <ac:spMk id="5" creationId="{C0B089DD-E745-987E-CB3C-EE81C1A6D4B6}"/>
          </ac:spMkLst>
        </pc:spChg>
        <pc:spChg chg="add mod">
          <ac:chgData name="Lalitha Sivakumar" userId="97edc6261cb124e6" providerId="LiveId" clId="{35434D6F-2C91-4B94-8CDA-DECBD3A2397E}" dt="2026-09-20T19:52:49.777" v="58304" actId="207"/>
          <ac:spMkLst>
            <pc:docMk/>
            <pc:sldMk cId="773463303" sldId="315"/>
            <ac:spMk id="16" creationId="{CB8FA28F-9EDB-93AE-6D25-9EEE4C2574C4}"/>
          </ac:spMkLst>
        </pc:spChg>
        <pc:spChg chg="add mod">
          <ac:chgData name="Lalitha Sivakumar" userId="97edc6261cb124e6" providerId="LiveId" clId="{35434D6F-2C91-4B94-8CDA-DECBD3A2397E}" dt="2026-09-20T19:54:54.649" v="58359" actId="1076"/>
          <ac:spMkLst>
            <pc:docMk/>
            <pc:sldMk cId="773463303" sldId="315"/>
            <ac:spMk id="33" creationId="{A09E5047-0AD3-1F9C-4344-D5DAAEEE8640}"/>
          </ac:spMkLst>
        </pc:spChg>
        <pc:spChg chg="add mod">
          <ac:chgData name="Lalitha Sivakumar" userId="97edc6261cb124e6" providerId="LiveId" clId="{35434D6F-2C91-4B94-8CDA-DECBD3A2397E}" dt="2026-09-20T19:55:05.796" v="58368" actId="207"/>
          <ac:spMkLst>
            <pc:docMk/>
            <pc:sldMk cId="773463303" sldId="315"/>
            <ac:spMk id="41" creationId="{541E37FF-634B-38EA-5F3D-CBF4393017D5}"/>
          </ac:spMkLst>
        </pc:spChg>
        <pc:spChg chg="add mod">
          <ac:chgData name="Lalitha Sivakumar" userId="97edc6261cb124e6" providerId="LiveId" clId="{35434D6F-2C91-4B94-8CDA-DECBD3A2397E}" dt="2026-09-20T20:20:55.134" v="59450" actId="207"/>
          <ac:spMkLst>
            <pc:docMk/>
            <pc:sldMk cId="773463303" sldId="315"/>
            <ac:spMk id="46" creationId="{8EE0C77C-C5F6-459A-270E-F7C66AC272B0}"/>
          </ac:spMkLst>
        </pc:spChg>
        <pc:graphicFrameChg chg="add mod modGraphic">
          <ac:chgData name="Lalitha Sivakumar" userId="97edc6261cb124e6" providerId="LiveId" clId="{35434D6F-2C91-4B94-8CDA-DECBD3A2397E}" dt="2026-09-26T19:39:51.854" v="69843" actId="14734"/>
          <ac:graphicFrameMkLst>
            <pc:docMk/>
            <pc:sldMk cId="773463303" sldId="315"/>
            <ac:graphicFrameMk id="10" creationId="{1E8C56DE-79B0-6202-795B-746C81226716}"/>
          </ac:graphicFrameMkLst>
        </pc:graphicFrameChg>
        <pc:picChg chg="add mod modCrop">
          <ac:chgData name="Lalitha Sivakumar" userId="97edc6261cb124e6" providerId="LiveId" clId="{35434D6F-2C91-4B94-8CDA-DECBD3A2397E}" dt="2026-09-20T21:59:02.046" v="63307" actId="1076"/>
          <ac:picMkLst>
            <pc:docMk/>
            <pc:sldMk cId="773463303" sldId="315"/>
            <ac:picMk id="8" creationId="{2CC8AC01-5E74-9628-DADF-56DE33CB6949}"/>
          </ac:picMkLst>
        </pc:picChg>
        <pc:picChg chg="add mod modCrop">
          <ac:chgData name="Lalitha Sivakumar" userId="97edc6261cb124e6" providerId="LiveId" clId="{35434D6F-2C91-4B94-8CDA-DECBD3A2397E}" dt="2026-09-21T03:52:05.503" v="65866" actId="1076"/>
          <ac:picMkLst>
            <pc:docMk/>
            <pc:sldMk cId="773463303" sldId="315"/>
            <ac:picMk id="20" creationId="{18419F9B-2904-497D-16DD-E4826E0C190D}"/>
          </ac:picMkLst>
        </pc:picChg>
        <pc:picChg chg="add mod modCrop">
          <ac:chgData name="Lalitha Sivakumar" userId="97edc6261cb124e6" providerId="LiveId" clId="{35434D6F-2C91-4B94-8CDA-DECBD3A2397E}" dt="2026-09-21T03:52:20.315" v="65867" actId="14100"/>
          <ac:picMkLst>
            <pc:docMk/>
            <pc:sldMk cId="773463303" sldId="315"/>
            <ac:picMk id="23" creationId="{1FCFAF88-79F3-7491-E507-93624849BAA0}"/>
          </ac:picMkLst>
        </pc:picChg>
        <pc:cxnChg chg="add mod">
          <ac:chgData name="Lalitha Sivakumar" userId="97edc6261cb124e6" providerId="LiveId" clId="{35434D6F-2C91-4B94-8CDA-DECBD3A2397E}" dt="2026-09-20T19:54:36.445" v="58353" actId="1076"/>
          <ac:cxnSpMkLst>
            <pc:docMk/>
            <pc:sldMk cId="773463303" sldId="315"/>
            <ac:cxnSpMk id="28" creationId="{CACE2157-61C4-78AF-F728-5F79C7644B72}"/>
          </ac:cxnSpMkLst>
        </pc:cxnChg>
        <pc:cxnChg chg="add mod">
          <ac:chgData name="Lalitha Sivakumar" userId="97edc6261cb124e6" providerId="LiveId" clId="{35434D6F-2C91-4B94-8CDA-DECBD3A2397E}" dt="2026-09-20T19:54:48.119" v="58356" actId="208"/>
          <ac:cxnSpMkLst>
            <pc:docMk/>
            <pc:sldMk cId="773463303" sldId="315"/>
            <ac:cxnSpMk id="30" creationId="{13F09DA5-B860-C122-5533-7820959C20B0}"/>
          </ac:cxnSpMkLst>
        </pc:cxnChg>
      </pc:sldChg>
      <pc:sldChg chg="addSp delSp modSp new add del mod ord modNotesTx">
        <pc:chgData name="Lalitha Sivakumar" userId="97edc6261cb124e6" providerId="LiveId" clId="{35434D6F-2C91-4B94-8CDA-DECBD3A2397E}" dt="2026-09-20T21:12:45.770" v="59815" actId="1076"/>
        <pc:sldMkLst>
          <pc:docMk/>
          <pc:sldMk cId="4235276499" sldId="316"/>
        </pc:sldMkLst>
        <pc:spChg chg="mod">
          <ac:chgData name="Lalitha Sivakumar" userId="97edc6261cb124e6" providerId="LiveId" clId="{35434D6F-2C91-4B94-8CDA-DECBD3A2397E}" dt="2026-09-20T10:32:43.158" v="48415" actId="1076"/>
          <ac:spMkLst>
            <pc:docMk/>
            <pc:sldMk cId="4235276499" sldId="316"/>
            <ac:spMk id="2" creationId="{B5DAC682-EDB5-07F5-CEF5-15FD11A2F362}"/>
          </ac:spMkLst>
        </pc:spChg>
        <pc:spChg chg="add mod">
          <ac:chgData name="Lalitha Sivakumar" userId="97edc6261cb124e6" providerId="LiveId" clId="{35434D6F-2C91-4B94-8CDA-DECBD3A2397E}" dt="2026-09-20T21:12:45.770" v="59815" actId="1076"/>
          <ac:spMkLst>
            <pc:docMk/>
            <pc:sldMk cId="4235276499" sldId="316"/>
            <ac:spMk id="4" creationId="{E9CF4E26-72CA-18CC-71E7-A286EC28B90C}"/>
          </ac:spMkLst>
        </pc:spChg>
        <pc:spChg chg="add mod">
          <ac:chgData name="Lalitha Sivakumar" userId="97edc6261cb124e6" providerId="LiveId" clId="{35434D6F-2C91-4B94-8CDA-DECBD3A2397E}" dt="2026-09-20T18:34:23.137" v="55671" actId="20577"/>
          <ac:spMkLst>
            <pc:docMk/>
            <pc:sldMk cId="4235276499" sldId="316"/>
            <ac:spMk id="6" creationId="{99111092-BEDC-0866-9655-9A358C64ACA1}"/>
          </ac:spMkLst>
        </pc:spChg>
        <pc:spChg chg="add mod">
          <ac:chgData name="Lalitha Sivakumar" userId="97edc6261cb124e6" providerId="LiveId" clId="{35434D6F-2C91-4B94-8CDA-DECBD3A2397E}" dt="2026-09-20T10:31:58.005" v="48405" actId="1076"/>
          <ac:spMkLst>
            <pc:docMk/>
            <pc:sldMk cId="4235276499" sldId="316"/>
            <ac:spMk id="7" creationId="{28C34292-571C-31AD-E5EB-4325D3F8D264}"/>
          </ac:spMkLst>
        </pc:spChg>
        <pc:spChg chg="add mod">
          <ac:chgData name="Lalitha Sivakumar" userId="97edc6261cb124e6" providerId="LiveId" clId="{35434D6F-2C91-4B94-8CDA-DECBD3A2397E}" dt="2026-09-20T10:31:42.689" v="48402" actId="1076"/>
          <ac:spMkLst>
            <pc:docMk/>
            <pc:sldMk cId="4235276499" sldId="316"/>
            <ac:spMk id="11" creationId="{270ED13F-889B-6023-FCCE-D65C1A86DA99}"/>
          </ac:spMkLst>
        </pc:spChg>
        <pc:spChg chg="add mod">
          <ac:chgData name="Lalitha Sivakumar" userId="97edc6261cb124e6" providerId="LiveId" clId="{35434D6F-2C91-4B94-8CDA-DECBD3A2397E}" dt="2026-09-20T10:32:10.692" v="48408" actId="1076"/>
          <ac:spMkLst>
            <pc:docMk/>
            <pc:sldMk cId="4235276499" sldId="316"/>
            <ac:spMk id="17" creationId="{157B57CF-5157-3091-990F-EDFC836BA4BD}"/>
          </ac:spMkLst>
        </pc:spChg>
        <pc:spChg chg="add mod">
          <ac:chgData name="Lalitha Sivakumar" userId="97edc6261cb124e6" providerId="LiveId" clId="{35434D6F-2C91-4B94-8CDA-DECBD3A2397E}" dt="2026-09-20T21:01:46.764" v="59779" actId="1076"/>
          <ac:spMkLst>
            <pc:docMk/>
            <pc:sldMk cId="4235276499" sldId="316"/>
            <ac:spMk id="19" creationId="{EFD53B53-2BF3-B8FD-2292-3B8D4421B4C4}"/>
          </ac:spMkLst>
        </pc:spChg>
        <pc:spChg chg="add mod">
          <ac:chgData name="Lalitha Sivakumar" userId="97edc6261cb124e6" providerId="LiveId" clId="{35434D6F-2C91-4B94-8CDA-DECBD3A2397E}" dt="2026-09-20T21:01:38.160" v="59778" actId="1076"/>
          <ac:spMkLst>
            <pc:docMk/>
            <pc:sldMk cId="4235276499" sldId="316"/>
            <ac:spMk id="21" creationId="{2AF9536E-A356-6094-5533-B39AD8A97D7A}"/>
          </ac:spMkLst>
        </pc:spChg>
        <pc:spChg chg="add mod">
          <ac:chgData name="Lalitha Sivakumar" userId="97edc6261cb124e6" providerId="LiveId" clId="{35434D6F-2C91-4B94-8CDA-DECBD3A2397E}" dt="2026-09-20T21:01:59.577" v="59780" actId="1076"/>
          <ac:spMkLst>
            <pc:docMk/>
            <pc:sldMk cId="4235276499" sldId="316"/>
            <ac:spMk id="23" creationId="{37032448-4107-4F0C-7ECB-A50FD360A095}"/>
          </ac:spMkLst>
        </pc:spChg>
        <pc:spChg chg="add mod">
          <ac:chgData name="Lalitha Sivakumar" userId="97edc6261cb124e6" providerId="LiveId" clId="{35434D6F-2C91-4B94-8CDA-DECBD3A2397E}" dt="2026-09-17T12:23:04.412" v="31775" actId="1076"/>
          <ac:spMkLst>
            <pc:docMk/>
            <pc:sldMk cId="4235276499" sldId="316"/>
            <ac:spMk id="24" creationId="{6E4355AC-ACC8-6BE1-042D-017820252574}"/>
          </ac:spMkLst>
        </pc:spChg>
        <pc:spChg chg="add mod">
          <ac:chgData name="Lalitha Sivakumar" userId="97edc6261cb124e6" providerId="LiveId" clId="{35434D6F-2C91-4B94-8CDA-DECBD3A2397E}" dt="2026-09-17T12:23:04.412" v="31775" actId="1076"/>
          <ac:spMkLst>
            <pc:docMk/>
            <pc:sldMk cId="4235276499" sldId="316"/>
            <ac:spMk id="26" creationId="{F2CEC6BC-BA1A-85E6-8298-D6BEF748BC16}"/>
          </ac:spMkLst>
        </pc:spChg>
        <pc:spChg chg="add mod">
          <ac:chgData name="Lalitha Sivakumar" userId="97edc6261cb124e6" providerId="LiveId" clId="{35434D6F-2C91-4B94-8CDA-DECBD3A2397E}" dt="2026-09-17T12:23:04.412" v="31775" actId="1076"/>
          <ac:spMkLst>
            <pc:docMk/>
            <pc:sldMk cId="4235276499" sldId="316"/>
            <ac:spMk id="28" creationId="{CC287124-153A-AB79-0EEC-9012DAF214E6}"/>
          </ac:spMkLst>
        </pc:spChg>
        <pc:spChg chg="add mod">
          <ac:chgData name="Lalitha Sivakumar" userId="97edc6261cb124e6" providerId="LiveId" clId="{35434D6F-2C91-4B94-8CDA-DECBD3A2397E}" dt="2026-09-20T21:01:32.024" v="59777" actId="120"/>
          <ac:spMkLst>
            <pc:docMk/>
            <pc:sldMk cId="4235276499" sldId="316"/>
            <ac:spMk id="29" creationId="{572F9D4A-654E-5519-FC70-30ED282CF7F5}"/>
          </ac:spMkLst>
        </pc:spChg>
        <pc:spChg chg="add mod">
          <ac:chgData name="Lalitha Sivakumar" userId="97edc6261cb124e6" providerId="LiveId" clId="{35434D6F-2C91-4B94-8CDA-DECBD3A2397E}" dt="2026-09-20T21:02:14.900" v="59782" actId="120"/>
          <ac:spMkLst>
            <pc:docMk/>
            <pc:sldMk cId="4235276499" sldId="316"/>
            <ac:spMk id="30" creationId="{11F70C91-507F-B0DE-F65B-B1A576A18F38}"/>
          </ac:spMkLst>
        </pc:spChg>
      </pc:sldChg>
      <pc:sldChg chg="addSp delSp modSp new mod ord modNotesTx">
        <pc:chgData name="Lalitha Sivakumar" userId="97edc6261cb124e6" providerId="LiveId" clId="{35434D6F-2C91-4B94-8CDA-DECBD3A2397E}" dt="2026-09-21T06:50:59.856" v="69841" actId="20577"/>
        <pc:sldMkLst>
          <pc:docMk/>
          <pc:sldMk cId="1071454785" sldId="318"/>
        </pc:sldMkLst>
        <pc:spChg chg="mod">
          <ac:chgData name="Lalitha Sivakumar" userId="97edc6261cb124e6" providerId="LiveId" clId="{35434D6F-2C91-4B94-8CDA-DECBD3A2397E}" dt="2026-09-20T21:57:09.465" v="63188" actId="404"/>
          <ac:spMkLst>
            <pc:docMk/>
            <pc:sldMk cId="1071454785" sldId="318"/>
            <ac:spMk id="2" creationId="{A562CB96-4B68-8101-0E07-5657CD71986E}"/>
          </ac:spMkLst>
        </pc:spChg>
        <pc:spChg chg="add mod">
          <ac:chgData name="Lalitha Sivakumar" userId="97edc6261cb124e6" providerId="LiveId" clId="{35434D6F-2C91-4B94-8CDA-DECBD3A2397E}" dt="2026-09-17T18:10:42.581" v="39377" actId="164"/>
          <ac:spMkLst>
            <pc:docMk/>
            <pc:sldMk cId="1071454785" sldId="318"/>
            <ac:spMk id="4" creationId="{0F5868AB-28D6-0B44-155E-FFD84651B0EE}"/>
          </ac:spMkLst>
        </pc:spChg>
        <pc:spChg chg="add mod">
          <ac:chgData name="Lalitha Sivakumar" userId="97edc6261cb124e6" providerId="LiveId" clId="{35434D6F-2C91-4B94-8CDA-DECBD3A2397E}" dt="2026-09-20T20:15:25.233" v="59404" actId="20577"/>
          <ac:spMkLst>
            <pc:docMk/>
            <pc:sldMk cId="1071454785" sldId="318"/>
            <ac:spMk id="5" creationId="{57816C98-1D54-DAC3-146A-E647C35AD428}"/>
          </ac:spMkLst>
        </pc:spChg>
        <pc:spChg chg="add mod">
          <ac:chgData name="Lalitha Sivakumar" userId="97edc6261cb124e6" providerId="LiveId" clId="{35434D6F-2C91-4B94-8CDA-DECBD3A2397E}" dt="2026-09-17T18:10:42.581" v="39377" actId="164"/>
          <ac:spMkLst>
            <pc:docMk/>
            <pc:sldMk cId="1071454785" sldId="318"/>
            <ac:spMk id="8" creationId="{0A62ADD7-83EB-786F-906E-958F5F2CA090}"/>
          </ac:spMkLst>
        </pc:spChg>
        <pc:spChg chg="add mod">
          <ac:chgData name="Lalitha Sivakumar" userId="97edc6261cb124e6" providerId="LiveId" clId="{35434D6F-2C91-4B94-8CDA-DECBD3A2397E}" dt="2026-09-17T18:10:42.581" v="39377" actId="164"/>
          <ac:spMkLst>
            <pc:docMk/>
            <pc:sldMk cId="1071454785" sldId="318"/>
            <ac:spMk id="10" creationId="{D2F73B74-588B-537B-B483-0BC0087AF873}"/>
          </ac:spMkLst>
        </pc:spChg>
        <pc:spChg chg="add mod">
          <ac:chgData name="Lalitha Sivakumar" userId="97edc6261cb124e6" providerId="LiveId" clId="{35434D6F-2C91-4B94-8CDA-DECBD3A2397E}" dt="2026-09-17T18:10:42.581" v="39377" actId="164"/>
          <ac:spMkLst>
            <pc:docMk/>
            <pc:sldMk cId="1071454785" sldId="318"/>
            <ac:spMk id="11" creationId="{B0C6DD7C-6B10-A0E0-59C1-69A4BE59FE2E}"/>
          </ac:spMkLst>
        </pc:spChg>
        <pc:grpChg chg="add mod">
          <ac:chgData name="Lalitha Sivakumar" userId="97edc6261cb124e6" providerId="LiveId" clId="{35434D6F-2C91-4B94-8CDA-DECBD3A2397E}" dt="2026-09-17T18:10:54.732" v="39380" actId="1076"/>
          <ac:grpSpMkLst>
            <pc:docMk/>
            <pc:sldMk cId="1071454785" sldId="318"/>
            <ac:grpSpMk id="17" creationId="{5E643D36-B558-57FE-8F16-67FC736632AB}"/>
          </ac:grpSpMkLst>
        </pc:grpChg>
        <pc:picChg chg="add mod modCrop">
          <ac:chgData name="Lalitha Sivakumar" userId="97edc6261cb124e6" providerId="LiveId" clId="{35434D6F-2C91-4B94-8CDA-DECBD3A2397E}" dt="2026-09-17T18:12:31.469" v="39384" actId="1076"/>
          <ac:picMkLst>
            <pc:docMk/>
            <pc:sldMk cId="1071454785" sldId="318"/>
            <ac:picMk id="19" creationId="{82DE999B-0310-3529-880C-39E76603166C}"/>
          </ac:picMkLst>
        </pc:picChg>
        <pc:cxnChg chg="add mod">
          <ac:chgData name="Lalitha Sivakumar" userId="97edc6261cb124e6" providerId="LiveId" clId="{35434D6F-2C91-4B94-8CDA-DECBD3A2397E}" dt="2026-09-17T18:10:42.581" v="39377" actId="164"/>
          <ac:cxnSpMkLst>
            <pc:docMk/>
            <pc:sldMk cId="1071454785" sldId="318"/>
            <ac:cxnSpMk id="6" creationId="{83E98247-765B-DC5C-B84C-2AAAED2A4BD4}"/>
          </ac:cxnSpMkLst>
        </pc:cxnChg>
        <pc:cxnChg chg="add mod">
          <ac:chgData name="Lalitha Sivakumar" userId="97edc6261cb124e6" providerId="LiveId" clId="{35434D6F-2C91-4B94-8CDA-DECBD3A2397E}" dt="2026-09-17T18:10:42.581" v="39377" actId="164"/>
          <ac:cxnSpMkLst>
            <pc:docMk/>
            <pc:sldMk cId="1071454785" sldId="318"/>
            <ac:cxnSpMk id="7" creationId="{322D9846-557C-E73A-996F-9C156A267B22}"/>
          </ac:cxnSpMkLst>
        </pc:cxnChg>
      </pc:sldChg>
      <pc:sldChg chg="addSp modSp new mod ord modNotesTx">
        <pc:chgData name="Lalitha Sivakumar" userId="97edc6261cb124e6" providerId="LiveId" clId="{35434D6F-2C91-4B94-8CDA-DECBD3A2397E}" dt="2026-09-21T04:41:12.175" v="69408" actId="20577"/>
        <pc:sldMkLst>
          <pc:docMk/>
          <pc:sldMk cId="557643095" sldId="320"/>
        </pc:sldMkLst>
        <pc:spChg chg="mod">
          <ac:chgData name="Lalitha Sivakumar" userId="97edc6261cb124e6" providerId="LiveId" clId="{35434D6F-2C91-4B94-8CDA-DECBD3A2397E}" dt="2026-09-17T18:51:27.486" v="40864" actId="20577"/>
          <ac:spMkLst>
            <pc:docMk/>
            <pc:sldMk cId="557643095" sldId="320"/>
            <ac:spMk id="2" creationId="{4D0D1C44-FD42-1BB8-E2FF-EF243C3A66BF}"/>
          </ac:spMkLst>
        </pc:spChg>
        <pc:spChg chg="mod">
          <ac:chgData name="Lalitha Sivakumar" userId="97edc6261cb124e6" providerId="LiveId" clId="{35434D6F-2C91-4B94-8CDA-DECBD3A2397E}" dt="2026-09-21T04:25:05.478" v="68125" actId="20577"/>
          <ac:spMkLst>
            <pc:docMk/>
            <pc:sldMk cId="557643095" sldId="320"/>
            <ac:spMk id="3" creationId="{E79731E7-BE1E-BE2B-8DA9-5CFF3E2332E8}"/>
          </ac:spMkLst>
        </pc:spChg>
        <pc:spChg chg="add mod">
          <ac:chgData name="Lalitha Sivakumar" userId="97edc6261cb124e6" providerId="LiveId" clId="{35434D6F-2C91-4B94-8CDA-DECBD3A2397E}" dt="2026-09-20T20:15:38.941" v="59414" actId="20577"/>
          <ac:spMkLst>
            <pc:docMk/>
            <pc:sldMk cId="557643095" sldId="320"/>
            <ac:spMk id="5" creationId="{2201C743-9528-909F-408D-35D531B9FE13}"/>
          </ac:spMkLst>
        </pc:spChg>
      </pc:sldChg>
      <pc:sldChg chg="addSp delSp modSp new add del mod ord modShow modNotesTx">
        <pc:chgData name="Lalitha Sivakumar" userId="97edc6261cb124e6" providerId="LiveId" clId="{35434D6F-2C91-4B94-8CDA-DECBD3A2397E}" dt="2026-09-18T13:18:31.383" v="44757" actId="729"/>
        <pc:sldMkLst>
          <pc:docMk/>
          <pc:sldMk cId="2401274006" sldId="321"/>
        </pc:sldMkLst>
        <pc:spChg chg="add mod">
          <ac:chgData name="Lalitha Sivakumar" userId="97edc6261cb124e6" providerId="LiveId" clId="{35434D6F-2C91-4B94-8CDA-DECBD3A2397E}" dt="2026-09-17T19:07:23.970" v="41038" actId="20577"/>
          <ac:spMkLst>
            <pc:docMk/>
            <pc:sldMk cId="2401274006" sldId="321"/>
            <ac:spMk id="10" creationId="{C10108D5-F64D-2E83-FDAA-9327C5FA25D5}"/>
          </ac:spMkLst>
        </pc:spChg>
        <pc:spChg chg="add mod">
          <ac:chgData name="Lalitha Sivakumar" userId="97edc6261cb124e6" providerId="LiveId" clId="{35434D6F-2C91-4B94-8CDA-DECBD3A2397E}" dt="2026-09-17T19:07:27.065" v="41040" actId="20577"/>
          <ac:spMkLst>
            <pc:docMk/>
            <pc:sldMk cId="2401274006" sldId="321"/>
            <ac:spMk id="12" creationId="{A977B5EF-EF0D-7F77-FB7D-A862781BBA7C}"/>
          </ac:spMkLst>
        </pc:spChg>
        <pc:spChg chg="add mod">
          <ac:chgData name="Lalitha Sivakumar" userId="97edc6261cb124e6" providerId="LiveId" clId="{35434D6F-2C91-4B94-8CDA-DECBD3A2397E}" dt="2026-09-17T19:12:11.227" v="41083" actId="1076"/>
          <ac:spMkLst>
            <pc:docMk/>
            <pc:sldMk cId="2401274006" sldId="321"/>
            <ac:spMk id="17" creationId="{95253593-2C79-9C95-25BD-90D3884439BA}"/>
          </ac:spMkLst>
        </pc:spChg>
        <pc:spChg chg="add mod">
          <ac:chgData name="Lalitha Sivakumar" userId="97edc6261cb124e6" providerId="LiveId" clId="{35434D6F-2C91-4B94-8CDA-DECBD3A2397E}" dt="2026-09-17T19:30:42.404" v="41414" actId="14100"/>
          <ac:spMkLst>
            <pc:docMk/>
            <pc:sldMk cId="2401274006" sldId="321"/>
            <ac:spMk id="21" creationId="{6E992505-013C-5DE9-B4C5-7549B9A9FB00}"/>
          </ac:spMkLst>
        </pc:spChg>
        <pc:spChg chg="add mod">
          <ac:chgData name="Lalitha Sivakumar" userId="97edc6261cb124e6" providerId="LiveId" clId="{35434D6F-2C91-4B94-8CDA-DECBD3A2397E}" dt="2026-09-17T19:57:05.947" v="41499" actId="1076"/>
          <ac:spMkLst>
            <pc:docMk/>
            <pc:sldMk cId="2401274006" sldId="321"/>
            <ac:spMk id="24" creationId="{14434635-0FCA-0825-52CD-1D23154D05EB}"/>
          </ac:spMkLst>
        </pc:spChg>
        <pc:spChg chg="add mod">
          <ac:chgData name="Lalitha Sivakumar" userId="97edc6261cb124e6" providerId="LiveId" clId="{35434D6F-2C91-4B94-8CDA-DECBD3A2397E}" dt="2026-09-18T13:13:17.078" v="44754" actId="20577"/>
          <ac:spMkLst>
            <pc:docMk/>
            <pc:sldMk cId="2401274006" sldId="321"/>
            <ac:spMk id="26" creationId="{2DCD3F82-DF8D-9CCA-71C8-C104056695F4}"/>
          </ac:spMkLst>
        </pc:spChg>
        <pc:spChg chg="add mod">
          <ac:chgData name="Lalitha Sivakumar" userId="97edc6261cb124e6" providerId="LiveId" clId="{35434D6F-2C91-4B94-8CDA-DECBD3A2397E}" dt="2026-09-17T19:57:11.078" v="41501" actId="1076"/>
          <ac:spMkLst>
            <pc:docMk/>
            <pc:sldMk cId="2401274006" sldId="321"/>
            <ac:spMk id="30" creationId="{63E86A48-CB71-C246-AE5A-F87EBBBA8A33}"/>
          </ac:spMkLst>
        </pc:spChg>
        <pc:picChg chg="add mod modCrop">
          <ac:chgData name="Lalitha Sivakumar" userId="97edc6261cb124e6" providerId="LiveId" clId="{35434D6F-2C91-4B94-8CDA-DECBD3A2397E}" dt="2026-09-18T13:13:35.538" v="44756" actId="1076"/>
          <ac:picMkLst>
            <pc:docMk/>
            <pc:sldMk cId="2401274006" sldId="321"/>
            <ac:picMk id="16" creationId="{3997F7FA-02F3-A29C-EE1B-AD2857CF5EA8}"/>
          </ac:picMkLst>
        </pc:picChg>
        <pc:picChg chg="add mod modCrop">
          <ac:chgData name="Lalitha Sivakumar" userId="97edc6261cb124e6" providerId="LiveId" clId="{35434D6F-2C91-4B94-8CDA-DECBD3A2397E}" dt="2026-09-17T19:56:54.169" v="41496" actId="1076"/>
          <ac:picMkLst>
            <pc:docMk/>
            <pc:sldMk cId="2401274006" sldId="321"/>
            <ac:picMk id="23" creationId="{EF44D963-9D73-BA1A-713A-44FAC3E3A5EC}"/>
          </ac:picMkLst>
        </pc:picChg>
        <pc:picChg chg="add mod modCrop">
          <ac:chgData name="Lalitha Sivakumar" userId="97edc6261cb124e6" providerId="LiveId" clId="{35434D6F-2C91-4B94-8CDA-DECBD3A2397E}" dt="2026-09-18T13:03:11.657" v="44724" actId="1076"/>
          <ac:picMkLst>
            <pc:docMk/>
            <pc:sldMk cId="2401274006" sldId="321"/>
            <ac:picMk id="28" creationId="{A9DCFF76-EDFD-72DF-E5B0-155AA390B6A8}"/>
          </ac:picMkLst>
        </pc:picChg>
        <pc:picChg chg="add mod modCrop">
          <ac:chgData name="Lalitha Sivakumar" userId="97edc6261cb124e6" providerId="LiveId" clId="{35434D6F-2C91-4B94-8CDA-DECBD3A2397E}" dt="2026-09-18T13:13:27.201" v="44755" actId="1076"/>
          <ac:picMkLst>
            <pc:docMk/>
            <pc:sldMk cId="2401274006" sldId="321"/>
            <ac:picMk id="32" creationId="{E3C75DD5-DE7E-22C8-2967-AE75E0AD67ED}"/>
          </ac:picMkLst>
        </pc:picChg>
      </pc:sldChg>
      <pc:sldChg chg="addSp delSp modSp new mod ord modShow">
        <pc:chgData name="Lalitha Sivakumar" userId="97edc6261cb124e6" providerId="LiveId" clId="{35434D6F-2C91-4B94-8CDA-DECBD3A2397E}" dt="2026-09-18T11:33:03.643" v="44248" actId="403"/>
        <pc:sldMkLst>
          <pc:docMk/>
          <pc:sldMk cId="3582157472" sldId="323"/>
        </pc:sldMkLst>
        <pc:spChg chg="add mod">
          <ac:chgData name="Lalitha Sivakumar" userId="97edc6261cb124e6" providerId="LiveId" clId="{35434D6F-2C91-4B94-8CDA-DECBD3A2397E}" dt="2026-09-18T11:33:03.643" v="44248" actId="403"/>
          <ac:spMkLst>
            <pc:docMk/>
            <pc:sldMk cId="3582157472" sldId="323"/>
            <ac:spMk id="6" creationId="{1E77FC76-D29E-1215-5D67-62561B3AD73C}"/>
          </ac:spMkLst>
        </pc:spChg>
        <pc:picChg chg="add mod modCrop">
          <ac:chgData name="Lalitha Sivakumar" userId="97edc6261cb124e6" providerId="LiveId" clId="{35434D6F-2C91-4B94-8CDA-DECBD3A2397E}" dt="2026-09-17T20:14:39.729" v="41772" actId="732"/>
          <ac:picMkLst>
            <pc:docMk/>
            <pc:sldMk cId="3582157472" sldId="323"/>
            <ac:picMk id="5" creationId="{A901448A-5397-AF5B-E0A5-7A8389A0A508}"/>
          </ac:picMkLst>
        </pc:picChg>
      </pc:sldChg>
      <pc:sldChg chg="addSp delSp modSp new add del mod modShow">
        <pc:chgData name="Lalitha Sivakumar" userId="97edc6261cb124e6" providerId="LiveId" clId="{35434D6F-2C91-4B94-8CDA-DECBD3A2397E}" dt="2026-09-18T11:07:35.274" v="44232" actId="47"/>
        <pc:sldMkLst>
          <pc:docMk/>
          <pc:sldMk cId="3887586252" sldId="324"/>
        </pc:sldMkLst>
        <pc:spChg chg="mod">
          <ac:chgData name="Lalitha Sivakumar" userId="97edc6261cb124e6" providerId="LiveId" clId="{35434D6F-2C91-4B94-8CDA-DECBD3A2397E}" dt="2026-09-17T20:16:58.579" v="41796" actId="20577"/>
          <ac:spMkLst>
            <pc:docMk/>
            <pc:sldMk cId="3887586252" sldId="324"/>
            <ac:spMk id="2" creationId="{C2BB6563-99AE-7364-B380-ACDF63DD49A0}"/>
          </ac:spMkLst>
        </pc:spChg>
        <pc:picChg chg="add mod modCrop">
          <ac:chgData name="Lalitha Sivakumar" userId="97edc6261cb124e6" providerId="LiveId" clId="{35434D6F-2C91-4B94-8CDA-DECBD3A2397E}" dt="2026-09-17T20:17:09.082" v="41800" actId="1076"/>
          <ac:picMkLst>
            <pc:docMk/>
            <pc:sldMk cId="3887586252" sldId="324"/>
            <ac:picMk id="5" creationId="{51A8D310-EEBB-F6C5-F2FA-A5F63248E19D}"/>
          </ac:picMkLst>
        </pc:picChg>
      </pc:sldChg>
      <pc:sldChg chg="addSp delSp modSp new mod ord delAnim modAnim modNotesTx">
        <pc:chgData name="Lalitha Sivakumar" userId="97edc6261cb124e6" providerId="LiveId" clId="{35434D6F-2C91-4B94-8CDA-DECBD3A2397E}" dt="2026-09-20T21:37:50.491" v="61824" actId="20577"/>
        <pc:sldMkLst>
          <pc:docMk/>
          <pc:sldMk cId="2559541525" sldId="325"/>
        </pc:sldMkLst>
        <pc:spChg chg="mod">
          <ac:chgData name="Lalitha Sivakumar" userId="97edc6261cb124e6" providerId="LiveId" clId="{35434D6F-2C91-4B94-8CDA-DECBD3A2397E}" dt="2026-09-20T21:35:15.478" v="61738" actId="20577"/>
          <ac:spMkLst>
            <pc:docMk/>
            <pc:sldMk cId="2559541525" sldId="325"/>
            <ac:spMk id="2" creationId="{DFE3C63A-1435-CF45-5767-B1C5817D5507}"/>
          </ac:spMkLst>
        </pc:spChg>
        <pc:spChg chg="add mod">
          <ac:chgData name="Lalitha Sivakumar" userId="97edc6261cb124e6" providerId="LiveId" clId="{35434D6F-2C91-4B94-8CDA-DECBD3A2397E}" dt="2026-09-20T11:31:36.086" v="49208" actId="1076"/>
          <ac:spMkLst>
            <pc:docMk/>
            <pc:sldMk cId="2559541525" sldId="325"/>
            <ac:spMk id="6" creationId="{CA31D9D5-92AA-1395-C477-0086A9A90B9D}"/>
          </ac:spMkLst>
        </pc:spChg>
        <pc:spChg chg="add mod">
          <ac:chgData name="Lalitha Sivakumar" userId="97edc6261cb124e6" providerId="LiveId" clId="{35434D6F-2C91-4B94-8CDA-DECBD3A2397E}" dt="2026-09-20T18:56:11.164" v="57271" actId="1582"/>
          <ac:spMkLst>
            <pc:docMk/>
            <pc:sldMk cId="2559541525" sldId="325"/>
            <ac:spMk id="10" creationId="{843C04A7-0B98-0432-EEC4-BBA45F24C316}"/>
          </ac:spMkLst>
        </pc:spChg>
        <pc:spChg chg="add mod">
          <ac:chgData name="Lalitha Sivakumar" userId="97edc6261cb124e6" providerId="LiveId" clId="{35434D6F-2C91-4B94-8CDA-DECBD3A2397E}" dt="2026-09-20T18:57:05.754" v="57281" actId="255"/>
          <ac:spMkLst>
            <pc:docMk/>
            <pc:sldMk cId="2559541525" sldId="325"/>
            <ac:spMk id="16" creationId="{FC5D8BA6-8F87-0490-6712-8C9CE53A1EFE}"/>
          </ac:spMkLst>
        </pc:spChg>
        <pc:spChg chg="add mod">
          <ac:chgData name="Lalitha Sivakumar" userId="97edc6261cb124e6" providerId="LiveId" clId="{35434D6F-2C91-4B94-8CDA-DECBD3A2397E}" dt="2026-09-20T19:00:53.990" v="57284" actId="20577"/>
          <ac:spMkLst>
            <pc:docMk/>
            <pc:sldMk cId="2559541525" sldId="325"/>
            <ac:spMk id="18" creationId="{25C54D2A-7DDE-21B5-556A-6A9D0D52A73D}"/>
          </ac:spMkLst>
        </pc:spChg>
        <pc:spChg chg="add mod">
          <ac:chgData name="Lalitha Sivakumar" userId="97edc6261cb124e6" providerId="LiveId" clId="{35434D6F-2C91-4B94-8CDA-DECBD3A2397E}" dt="2026-09-20T19:07:55.622" v="57321" actId="1582"/>
          <ac:spMkLst>
            <pc:docMk/>
            <pc:sldMk cId="2559541525" sldId="325"/>
            <ac:spMk id="19" creationId="{5520402E-DB26-CCD2-3BE3-D41A82692514}"/>
          </ac:spMkLst>
        </pc:spChg>
        <pc:spChg chg="add mod">
          <ac:chgData name="Lalitha Sivakumar" userId="97edc6261cb124e6" providerId="LiveId" clId="{35434D6F-2C91-4B94-8CDA-DECBD3A2397E}" dt="2026-09-18T10:32:28.040" v="43615" actId="1076"/>
          <ac:spMkLst>
            <pc:docMk/>
            <pc:sldMk cId="2559541525" sldId="325"/>
            <ac:spMk id="28" creationId="{12E85EC1-A38F-A086-8BAB-9646E5EB90EF}"/>
          </ac:spMkLst>
        </pc:spChg>
        <pc:spChg chg="add mod">
          <ac:chgData name="Lalitha Sivakumar" userId="97edc6261cb124e6" providerId="LiveId" clId="{35434D6F-2C91-4B94-8CDA-DECBD3A2397E}" dt="2026-09-20T11:23:29.326" v="49163" actId="1076"/>
          <ac:spMkLst>
            <pc:docMk/>
            <pc:sldMk cId="2559541525" sldId="325"/>
            <ac:spMk id="34" creationId="{C2F53D2A-E23F-74B4-4BB5-E2DD6879BC62}"/>
          </ac:spMkLst>
        </pc:spChg>
        <pc:spChg chg="add mod">
          <ac:chgData name="Lalitha Sivakumar" userId="97edc6261cb124e6" providerId="LiveId" clId="{35434D6F-2C91-4B94-8CDA-DECBD3A2397E}" dt="2026-09-20T11:23:29.326" v="49163" actId="1076"/>
          <ac:spMkLst>
            <pc:docMk/>
            <pc:sldMk cId="2559541525" sldId="325"/>
            <ac:spMk id="36" creationId="{BE4A9CD9-BA66-17DD-DABA-E38E7FEDD540}"/>
          </ac:spMkLst>
        </pc:spChg>
        <pc:spChg chg="add mod">
          <ac:chgData name="Lalitha Sivakumar" userId="97edc6261cb124e6" providerId="LiveId" clId="{35434D6F-2C91-4B94-8CDA-DECBD3A2397E}" dt="2026-09-20T11:23:29.326" v="49163" actId="1076"/>
          <ac:spMkLst>
            <pc:docMk/>
            <pc:sldMk cId="2559541525" sldId="325"/>
            <ac:spMk id="38" creationId="{642F1593-E618-579F-2266-432AE3BE41D0}"/>
          </ac:spMkLst>
        </pc:spChg>
        <pc:spChg chg="add mod">
          <ac:chgData name="Lalitha Sivakumar" userId="97edc6261cb124e6" providerId="LiveId" clId="{35434D6F-2C91-4B94-8CDA-DECBD3A2397E}" dt="2026-09-20T11:23:29.326" v="49163" actId="1076"/>
          <ac:spMkLst>
            <pc:docMk/>
            <pc:sldMk cId="2559541525" sldId="325"/>
            <ac:spMk id="40" creationId="{1D8DEE83-CC0E-5ECF-EC48-0C7F85E27999}"/>
          </ac:spMkLst>
        </pc:spChg>
        <pc:spChg chg="add mod ord">
          <ac:chgData name="Lalitha Sivakumar" userId="97edc6261cb124e6" providerId="LiveId" clId="{35434D6F-2C91-4B94-8CDA-DECBD3A2397E}" dt="2026-09-20T11:31:31.799" v="49206" actId="1076"/>
          <ac:spMkLst>
            <pc:docMk/>
            <pc:sldMk cId="2559541525" sldId="325"/>
            <ac:spMk id="43" creationId="{6EAC5789-DD11-B6A7-79BA-5BCDD18F7210}"/>
          </ac:spMkLst>
        </pc:spChg>
        <pc:picChg chg="add mod">
          <ac:chgData name="Lalitha Sivakumar" userId="97edc6261cb124e6" providerId="LiveId" clId="{35434D6F-2C91-4B94-8CDA-DECBD3A2397E}" dt="2026-09-20T19:08:08.726" v="57322" actId="1076"/>
          <ac:picMkLst>
            <pc:docMk/>
            <pc:sldMk cId="2559541525" sldId="325"/>
            <ac:picMk id="4" creationId="{45F0155A-612A-01E2-8E30-6D4B0D1E224F}"/>
          </ac:picMkLst>
        </pc:picChg>
        <pc:picChg chg="add mod">
          <ac:chgData name="Lalitha Sivakumar" userId="97edc6261cb124e6" providerId="LiveId" clId="{35434D6F-2C91-4B94-8CDA-DECBD3A2397E}" dt="2026-09-20T11:31:29.014" v="49205" actId="1076"/>
          <ac:picMkLst>
            <pc:docMk/>
            <pc:sldMk cId="2559541525" sldId="325"/>
            <ac:picMk id="8" creationId="{B2A7BA22-6F37-D997-2012-65AB2D5F314B}"/>
          </ac:picMkLst>
        </pc:picChg>
        <pc:picChg chg="add mod modCrop">
          <ac:chgData name="Lalitha Sivakumar" userId="97edc6261cb124e6" providerId="LiveId" clId="{35434D6F-2C91-4B94-8CDA-DECBD3A2397E}" dt="2026-09-20T11:23:29.326" v="49163" actId="1076"/>
          <ac:picMkLst>
            <pc:docMk/>
            <pc:sldMk cId="2559541525" sldId="325"/>
            <ac:picMk id="30" creationId="{362E3697-E96D-D3A5-9081-1F0F8AB9F7CF}"/>
          </ac:picMkLst>
        </pc:picChg>
        <pc:picChg chg="add mod modCrop">
          <ac:chgData name="Lalitha Sivakumar" userId="97edc6261cb124e6" providerId="LiveId" clId="{35434D6F-2C91-4B94-8CDA-DECBD3A2397E}" dt="2026-09-20T11:23:29.326" v="49163" actId="1076"/>
          <ac:picMkLst>
            <pc:docMk/>
            <pc:sldMk cId="2559541525" sldId="325"/>
            <ac:picMk id="32" creationId="{AEAC2E77-72FB-B9BE-5D94-D754E21C75BF}"/>
          </ac:picMkLst>
        </pc:picChg>
        <pc:cxnChg chg="add mod">
          <ac:chgData name="Lalitha Sivakumar" userId="97edc6261cb124e6" providerId="LiveId" clId="{35434D6F-2C91-4B94-8CDA-DECBD3A2397E}" dt="2026-09-20T18:56:25.348" v="57274" actId="208"/>
          <ac:cxnSpMkLst>
            <pc:docMk/>
            <pc:sldMk cId="2559541525" sldId="325"/>
            <ac:cxnSpMk id="12" creationId="{C9E616DA-0DDB-6DAC-41C4-A7F2CD1CA0DC}"/>
          </ac:cxnSpMkLst>
        </pc:cxnChg>
        <pc:cxnChg chg="add mod">
          <ac:chgData name="Lalitha Sivakumar" userId="97edc6261cb124e6" providerId="LiveId" clId="{35434D6F-2C91-4B94-8CDA-DECBD3A2397E}" dt="2026-09-20T18:56:25.348" v="57274" actId="208"/>
          <ac:cxnSpMkLst>
            <pc:docMk/>
            <pc:sldMk cId="2559541525" sldId="325"/>
            <ac:cxnSpMk id="14" creationId="{90DD1B05-332B-E982-A23F-A05CB6ED4DC7}"/>
          </ac:cxnSpMkLst>
        </pc:cxnChg>
      </pc:sldChg>
      <pc:sldChg chg="addSp delSp modSp new mod modShow">
        <pc:chgData name="Lalitha Sivakumar" userId="97edc6261cb124e6" providerId="LiveId" clId="{35434D6F-2C91-4B94-8CDA-DECBD3A2397E}" dt="2026-09-20T19:21:02.429" v="57500" actId="729"/>
        <pc:sldMkLst>
          <pc:docMk/>
          <pc:sldMk cId="2373972417" sldId="328"/>
        </pc:sldMkLst>
        <pc:spChg chg="mod">
          <ac:chgData name="Lalitha Sivakumar" userId="97edc6261cb124e6" providerId="LiveId" clId="{35434D6F-2C91-4B94-8CDA-DECBD3A2397E}" dt="2026-09-18T10:03:26.196" v="42852" actId="255"/>
          <ac:spMkLst>
            <pc:docMk/>
            <pc:sldMk cId="2373972417" sldId="328"/>
            <ac:spMk id="2" creationId="{FD19A406-3BCA-00FB-CB57-E12D6AA883E5}"/>
          </ac:spMkLst>
        </pc:spChg>
        <pc:picChg chg="add mod">
          <ac:chgData name="Lalitha Sivakumar" userId="97edc6261cb124e6" providerId="LiveId" clId="{35434D6F-2C91-4B94-8CDA-DECBD3A2397E}" dt="2026-09-18T10:03:33.442" v="42853" actId="1076"/>
          <ac:picMkLst>
            <pc:docMk/>
            <pc:sldMk cId="2373972417" sldId="328"/>
            <ac:picMk id="5" creationId="{1621E548-2E6E-88CC-F959-E8F9E9B86002}"/>
          </ac:picMkLst>
        </pc:picChg>
      </pc:sldChg>
      <pc:sldChg chg="addSp delSp modSp new mod ord delAnim modAnim modNotesTx">
        <pc:chgData name="Lalitha Sivakumar" userId="97edc6261cb124e6" providerId="LiveId" clId="{35434D6F-2C91-4B94-8CDA-DECBD3A2397E}" dt="2026-09-20T21:43:59.436" v="62290" actId="1076"/>
        <pc:sldMkLst>
          <pc:docMk/>
          <pc:sldMk cId="857675483" sldId="329"/>
        </pc:sldMkLst>
        <pc:spChg chg="mod">
          <ac:chgData name="Lalitha Sivakumar" userId="97edc6261cb124e6" providerId="LiveId" clId="{35434D6F-2C91-4B94-8CDA-DECBD3A2397E}" dt="2026-09-20T19:08:26.120" v="57333" actId="20577"/>
          <ac:spMkLst>
            <pc:docMk/>
            <pc:sldMk cId="857675483" sldId="329"/>
            <ac:spMk id="2" creationId="{0966E654-99B6-8057-6FC1-4D2B700A4E95}"/>
          </ac:spMkLst>
        </pc:spChg>
        <pc:spChg chg="add mod">
          <ac:chgData name="Lalitha Sivakumar" userId="97edc6261cb124e6" providerId="LiveId" clId="{35434D6F-2C91-4B94-8CDA-DECBD3A2397E}" dt="2026-09-20T11:39:19.979" v="49219" actId="207"/>
          <ac:spMkLst>
            <pc:docMk/>
            <pc:sldMk cId="857675483" sldId="329"/>
            <ac:spMk id="4" creationId="{F7F12EBD-0367-6226-9FB6-979423B62754}"/>
          </ac:spMkLst>
        </pc:spChg>
        <pc:spChg chg="add mod">
          <ac:chgData name="Lalitha Sivakumar" userId="97edc6261cb124e6" providerId="LiveId" clId="{35434D6F-2C91-4B94-8CDA-DECBD3A2397E}" dt="2026-09-20T19:05:35.932" v="57304" actId="1076"/>
          <ac:spMkLst>
            <pc:docMk/>
            <pc:sldMk cId="857675483" sldId="329"/>
            <ac:spMk id="6" creationId="{36DE2FFC-7D07-B484-81CA-21156ED2219F}"/>
          </ac:spMkLst>
        </pc:spChg>
        <pc:spChg chg="add mod">
          <ac:chgData name="Lalitha Sivakumar" userId="97edc6261cb124e6" providerId="LiveId" clId="{35434D6F-2C91-4B94-8CDA-DECBD3A2397E}" dt="2026-09-20T19:00:58.784" v="57287" actId="20577"/>
          <ac:spMkLst>
            <pc:docMk/>
            <pc:sldMk cId="857675483" sldId="329"/>
            <ac:spMk id="10" creationId="{56146AE5-7492-27E1-AEE7-C06A61E5CC0D}"/>
          </ac:spMkLst>
        </pc:spChg>
        <pc:spChg chg="add mod">
          <ac:chgData name="Lalitha Sivakumar" userId="97edc6261cb124e6" providerId="LiveId" clId="{35434D6F-2C91-4B94-8CDA-DECBD3A2397E}" dt="2026-09-20T19:05:50.861" v="57307" actId="1076"/>
          <ac:spMkLst>
            <pc:docMk/>
            <pc:sldMk cId="857675483" sldId="329"/>
            <ac:spMk id="25" creationId="{C57309DB-F2D5-AD6F-36EA-4711B3CFC981}"/>
          </ac:spMkLst>
        </pc:spChg>
        <pc:spChg chg="add mod">
          <ac:chgData name="Lalitha Sivakumar" userId="97edc6261cb124e6" providerId="LiveId" clId="{35434D6F-2C91-4B94-8CDA-DECBD3A2397E}" dt="2026-09-18T11:05:28.158" v="44209" actId="1076"/>
          <ac:spMkLst>
            <pc:docMk/>
            <pc:sldMk cId="857675483" sldId="329"/>
            <ac:spMk id="26" creationId="{1A70513C-8A70-5DCE-6035-CF47646F451E}"/>
          </ac:spMkLst>
        </pc:spChg>
        <pc:spChg chg="add mod">
          <ac:chgData name="Lalitha Sivakumar" userId="97edc6261cb124e6" providerId="LiveId" clId="{35434D6F-2C91-4B94-8CDA-DECBD3A2397E}" dt="2026-09-18T11:05:41.587" v="44219" actId="20577"/>
          <ac:spMkLst>
            <pc:docMk/>
            <pc:sldMk cId="857675483" sldId="329"/>
            <ac:spMk id="28" creationId="{1CD1FB65-EF23-E800-EE62-5ADA89EF6461}"/>
          </ac:spMkLst>
        </pc:spChg>
        <pc:graphicFrameChg chg="add mod modGraphic">
          <ac:chgData name="Lalitha Sivakumar" userId="97edc6261cb124e6" providerId="LiveId" clId="{35434D6F-2C91-4B94-8CDA-DECBD3A2397E}" dt="2026-09-20T21:43:49.938" v="62287" actId="2165"/>
          <ac:graphicFrameMkLst>
            <pc:docMk/>
            <pc:sldMk cId="857675483" sldId="329"/>
            <ac:graphicFrameMk id="11" creationId="{D7BF5092-A66C-7CEC-AF65-CCC69277336B}"/>
          </ac:graphicFrameMkLst>
        </pc:graphicFrameChg>
        <pc:graphicFrameChg chg="add mod modGraphic">
          <ac:chgData name="Lalitha Sivakumar" userId="97edc6261cb124e6" providerId="LiveId" clId="{35434D6F-2C91-4B94-8CDA-DECBD3A2397E}" dt="2026-09-20T19:08:48.221" v="57335" actId="20577"/>
          <ac:graphicFrameMkLst>
            <pc:docMk/>
            <pc:sldMk cId="857675483" sldId="329"/>
            <ac:graphicFrameMk id="13" creationId="{5E0205EF-A58A-10A2-C87C-6ED78CD7326D}"/>
          </ac:graphicFrameMkLst>
        </pc:graphicFrameChg>
        <pc:picChg chg="add mod">
          <ac:chgData name="Lalitha Sivakumar" userId="97edc6261cb124e6" providerId="LiveId" clId="{35434D6F-2C91-4B94-8CDA-DECBD3A2397E}" dt="2026-09-20T11:40:41.578" v="49246" actId="1076"/>
          <ac:picMkLst>
            <pc:docMk/>
            <pc:sldMk cId="857675483" sldId="329"/>
            <ac:picMk id="8" creationId="{F2A09976-D773-E431-E0F7-345A49DA69A0}"/>
          </ac:picMkLst>
        </pc:picChg>
        <pc:picChg chg="add mod">
          <ac:chgData name="Lalitha Sivakumar" userId="97edc6261cb124e6" providerId="LiveId" clId="{35434D6F-2C91-4B94-8CDA-DECBD3A2397E}" dt="2026-09-20T19:05:24.173" v="57301" actId="14100"/>
          <ac:picMkLst>
            <pc:docMk/>
            <pc:sldMk cId="857675483" sldId="329"/>
            <ac:picMk id="12" creationId="{1FC8EAEA-44AD-4BE5-8743-FA0C516985AE}"/>
          </ac:picMkLst>
        </pc:picChg>
        <pc:inkChg chg="add">
          <ac:chgData name="Lalitha Sivakumar" userId="97edc6261cb124e6" providerId="LiveId" clId="{35434D6F-2C91-4B94-8CDA-DECBD3A2397E}" dt="2026-09-18T12:47:24.883" v="44464" actId="9405"/>
          <ac:inkMkLst>
            <pc:docMk/>
            <pc:sldMk cId="857675483" sldId="329"/>
            <ac:inkMk id="29" creationId="{F555561C-BC58-3251-42D6-24BEEAA5725B}"/>
          </ac:inkMkLst>
        </pc:inkChg>
        <pc:inkChg chg="add">
          <ac:chgData name="Lalitha Sivakumar" userId="97edc6261cb124e6" providerId="LiveId" clId="{35434D6F-2C91-4B94-8CDA-DECBD3A2397E}" dt="2026-09-18T12:47:27.034" v="44465" actId="9405"/>
          <ac:inkMkLst>
            <pc:docMk/>
            <pc:sldMk cId="857675483" sldId="329"/>
            <ac:inkMk id="30" creationId="{4C365455-2A2C-266C-0C3A-613819DE9F9D}"/>
          </ac:inkMkLst>
        </pc:inkChg>
        <pc:inkChg chg="add mod">
          <ac:chgData name="Lalitha Sivakumar" userId="97edc6261cb124e6" providerId="LiveId" clId="{35434D6F-2C91-4B94-8CDA-DECBD3A2397E}" dt="2026-09-20T21:43:52.905" v="62288" actId="1076"/>
          <ac:inkMkLst>
            <pc:docMk/>
            <pc:sldMk cId="857675483" sldId="329"/>
            <ac:inkMk id="31" creationId="{E8A99406-A574-0B6B-51FF-904CE418C38F}"/>
          </ac:inkMkLst>
        </pc:inkChg>
        <pc:inkChg chg="add mod">
          <ac:chgData name="Lalitha Sivakumar" userId="97edc6261cb124e6" providerId="LiveId" clId="{35434D6F-2C91-4B94-8CDA-DECBD3A2397E}" dt="2026-09-20T21:43:59.436" v="62290" actId="1076"/>
          <ac:inkMkLst>
            <pc:docMk/>
            <pc:sldMk cId="857675483" sldId="329"/>
            <ac:inkMk id="33" creationId="{97753B6F-A68E-C71A-9855-42F6DE57BA79}"/>
          </ac:inkMkLst>
        </pc:inkChg>
        <pc:inkChg chg="add mod">
          <ac:chgData name="Lalitha Sivakumar" userId="97edc6261cb124e6" providerId="LiveId" clId="{35434D6F-2C91-4B94-8CDA-DECBD3A2397E}" dt="2026-09-18T12:47:46.007" v="44471"/>
          <ac:inkMkLst>
            <pc:docMk/>
            <pc:sldMk cId="857675483" sldId="329"/>
            <ac:inkMk id="35" creationId="{63D8EEB6-8D32-2075-72AC-4C4FB0448099}"/>
          </ac:inkMkLst>
        </pc:inkChg>
        <pc:inkChg chg="add">
          <ac:chgData name="Lalitha Sivakumar" userId="97edc6261cb124e6" providerId="LiveId" clId="{35434D6F-2C91-4B94-8CDA-DECBD3A2397E}" dt="2026-09-18T12:47:50.564" v="44473"/>
          <ac:inkMkLst>
            <pc:docMk/>
            <pc:sldMk cId="857675483" sldId="329"/>
            <ac:inkMk id="37" creationId="{E21DD32E-374B-2A0A-5659-628081301EC6}"/>
          </ac:inkMkLst>
        </pc:inkChg>
        <pc:inkChg chg="add">
          <ac:chgData name="Lalitha Sivakumar" userId="97edc6261cb124e6" providerId="LiveId" clId="{35434D6F-2C91-4B94-8CDA-DECBD3A2397E}" dt="2026-09-18T12:47:55.113" v="44474" actId="9405"/>
          <ac:inkMkLst>
            <pc:docMk/>
            <pc:sldMk cId="857675483" sldId="329"/>
            <ac:inkMk id="38" creationId="{CF3F08F7-B966-FA01-3199-22398EA9ADB8}"/>
          </ac:inkMkLst>
        </pc:inkChg>
        <pc:inkChg chg="add">
          <ac:chgData name="Lalitha Sivakumar" userId="97edc6261cb124e6" providerId="LiveId" clId="{35434D6F-2C91-4B94-8CDA-DECBD3A2397E}" dt="2026-09-18T12:47:56.510" v="44475" actId="9405"/>
          <ac:inkMkLst>
            <pc:docMk/>
            <pc:sldMk cId="857675483" sldId="329"/>
            <ac:inkMk id="39" creationId="{471D6258-1E5B-33A4-931F-2F84614BBBF5}"/>
          </ac:inkMkLst>
        </pc:inkChg>
        <pc:cxnChg chg="add mod">
          <ac:chgData name="Lalitha Sivakumar" userId="97edc6261cb124e6" providerId="LiveId" clId="{35434D6F-2C91-4B94-8CDA-DECBD3A2397E}" dt="2026-09-20T21:43:57.827" v="62289" actId="1076"/>
          <ac:cxnSpMkLst>
            <pc:docMk/>
            <pc:sldMk cId="857675483" sldId="329"/>
            <ac:cxnSpMk id="9" creationId="{70CD6111-B6D3-DE31-A52B-5340359A8BB7}"/>
          </ac:cxnSpMkLst>
        </pc:cxnChg>
        <pc:cxnChg chg="add mod">
          <ac:chgData name="Lalitha Sivakumar" userId="97edc6261cb124e6" providerId="LiveId" clId="{35434D6F-2C91-4B94-8CDA-DECBD3A2397E}" dt="2026-09-20T21:37:07.475" v="61759" actId="1076"/>
          <ac:cxnSpMkLst>
            <pc:docMk/>
            <pc:sldMk cId="857675483" sldId="329"/>
            <ac:cxnSpMk id="14" creationId="{856A4963-5D37-25CA-BCC7-751D2BB30E9B}"/>
          </ac:cxnSpMkLst>
        </pc:cxnChg>
      </pc:sldChg>
      <pc:sldChg chg="addSp delSp modSp new mod ord modNotesTx">
        <pc:chgData name="Lalitha Sivakumar" userId="97edc6261cb124e6" providerId="LiveId" clId="{35434D6F-2C91-4B94-8CDA-DECBD3A2397E}" dt="2026-09-27T16:40:36.078" v="69846" actId="20577"/>
        <pc:sldMkLst>
          <pc:docMk/>
          <pc:sldMk cId="18073458" sldId="330"/>
        </pc:sldMkLst>
        <pc:spChg chg="mod">
          <ac:chgData name="Lalitha Sivakumar" userId="97edc6261cb124e6" providerId="LiveId" clId="{35434D6F-2C91-4B94-8CDA-DECBD3A2397E}" dt="2026-09-20T19:12:45.027" v="57406" actId="20577"/>
          <ac:spMkLst>
            <pc:docMk/>
            <pc:sldMk cId="18073458" sldId="330"/>
            <ac:spMk id="2" creationId="{75259032-4931-1A23-396D-573B080F6F46}"/>
          </ac:spMkLst>
        </pc:spChg>
        <pc:spChg chg="add mod">
          <ac:chgData name="Lalitha Sivakumar" userId="97edc6261cb124e6" providerId="LiveId" clId="{35434D6F-2C91-4B94-8CDA-DECBD3A2397E}" dt="2026-09-20T19:01:04.494" v="57292" actId="20577"/>
          <ac:spMkLst>
            <pc:docMk/>
            <pc:sldMk cId="18073458" sldId="330"/>
            <ac:spMk id="4" creationId="{7E71D69F-A59B-3A9F-55AC-694FF09F11F4}"/>
          </ac:spMkLst>
        </pc:spChg>
        <pc:spChg chg="add mod">
          <ac:chgData name="Lalitha Sivakumar" userId="97edc6261cb124e6" providerId="LiveId" clId="{35434D6F-2C91-4B94-8CDA-DECBD3A2397E}" dt="2026-09-27T16:40:36.078" v="69846" actId="20577"/>
          <ac:spMkLst>
            <pc:docMk/>
            <pc:sldMk cId="18073458" sldId="330"/>
            <ac:spMk id="8" creationId="{520D404B-5661-B62A-9DAA-03197077022E}"/>
          </ac:spMkLst>
        </pc:spChg>
        <pc:spChg chg="add mod">
          <ac:chgData name="Lalitha Sivakumar" userId="97edc6261cb124e6" providerId="LiveId" clId="{35434D6F-2C91-4B94-8CDA-DECBD3A2397E}" dt="2026-09-18T12:40:13.495" v="44354" actId="108"/>
          <ac:spMkLst>
            <pc:docMk/>
            <pc:sldMk cId="18073458" sldId="330"/>
            <ac:spMk id="10" creationId="{4C54CEE3-E413-D442-37DD-E548A2C878CF}"/>
          </ac:spMkLst>
        </pc:spChg>
        <pc:spChg chg="add mod">
          <ac:chgData name="Lalitha Sivakumar" userId="97edc6261cb124e6" providerId="LiveId" clId="{35434D6F-2C91-4B94-8CDA-DECBD3A2397E}" dt="2026-09-20T19:14:31.276" v="57423" actId="14100"/>
          <ac:spMkLst>
            <pc:docMk/>
            <pc:sldMk cId="18073458" sldId="330"/>
            <ac:spMk id="13" creationId="{F824D548-FA8D-D1C8-46B4-47CBED42C290}"/>
          </ac:spMkLst>
        </pc:spChg>
        <pc:spChg chg="add mod">
          <ac:chgData name="Lalitha Sivakumar" userId="97edc6261cb124e6" providerId="LiveId" clId="{35434D6F-2C91-4B94-8CDA-DECBD3A2397E}" dt="2026-09-18T12:40:28.934" v="44364" actId="14100"/>
          <ac:spMkLst>
            <pc:docMk/>
            <pc:sldMk cId="18073458" sldId="330"/>
            <ac:spMk id="14" creationId="{E1F43CA8-11FA-8763-9BDD-D30A6648902E}"/>
          </ac:spMkLst>
        </pc:spChg>
        <pc:picChg chg="add mod modCrop">
          <ac:chgData name="Lalitha Sivakumar" userId="97edc6261cb124e6" providerId="LiveId" clId="{35434D6F-2C91-4B94-8CDA-DECBD3A2397E}" dt="2026-09-20T19:13:24.007" v="57413" actId="14100"/>
          <ac:picMkLst>
            <pc:docMk/>
            <pc:sldMk cId="18073458" sldId="330"/>
            <ac:picMk id="6" creationId="{AB11F959-39E6-D12A-5929-19C3A3DC4E4A}"/>
          </ac:picMkLst>
        </pc:picChg>
        <pc:picChg chg="add mod modCrop">
          <ac:chgData name="Lalitha Sivakumar" userId="97edc6261cb124e6" providerId="LiveId" clId="{35434D6F-2C91-4B94-8CDA-DECBD3A2397E}" dt="2026-09-20T19:07:17.069" v="57314" actId="1076"/>
          <ac:picMkLst>
            <pc:docMk/>
            <pc:sldMk cId="18073458" sldId="330"/>
            <ac:picMk id="7" creationId="{FF082B50-8CA4-294F-A9C8-6C7C2EAF7E4C}"/>
          </ac:picMkLst>
        </pc:picChg>
        <pc:picChg chg="add mod">
          <ac:chgData name="Lalitha Sivakumar" userId="97edc6261cb124e6" providerId="LiveId" clId="{35434D6F-2C91-4B94-8CDA-DECBD3A2397E}" dt="2026-09-20T19:14:02.326" v="57417" actId="1076"/>
          <ac:picMkLst>
            <pc:docMk/>
            <pc:sldMk cId="18073458" sldId="330"/>
            <ac:picMk id="11" creationId="{F6536A7E-73C0-9A45-E985-36383D07021D}"/>
          </ac:picMkLst>
        </pc:picChg>
      </pc:sldChg>
      <pc:sldChg chg="addSp delSp modSp new mod ord modNotesTx">
        <pc:chgData name="Lalitha Sivakumar" userId="97edc6261cb124e6" providerId="LiveId" clId="{35434D6F-2C91-4B94-8CDA-DECBD3A2397E}" dt="2026-09-20T21:52:41.291" v="62917" actId="1076"/>
        <pc:sldMkLst>
          <pc:docMk/>
          <pc:sldMk cId="2467036162" sldId="331"/>
        </pc:sldMkLst>
        <pc:spChg chg="mod">
          <ac:chgData name="Lalitha Sivakumar" userId="97edc6261cb124e6" providerId="LiveId" clId="{35434D6F-2C91-4B94-8CDA-DECBD3A2397E}" dt="2026-09-20T21:48:49.112" v="62902" actId="20577"/>
          <ac:spMkLst>
            <pc:docMk/>
            <pc:sldMk cId="2467036162" sldId="331"/>
            <ac:spMk id="2" creationId="{D6A4E86F-D839-E90F-F609-EA079A5E7A85}"/>
          </ac:spMkLst>
        </pc:spChg>
        <pc:spChg chg="add mod">
          <ac:chgData name="Lalitha Sivakumar" userId="97edc6261cb124e6" providerId="LiveId" clId="{35434D6F-2C91-4B94-8CDA-DECBD3A2397E}" dt="2026-09-20T19:01:13.830" v="57295" actId="20577"/>
          <ac:spMkLst>
            <pc:docMk/>
            <pc:sldMk cId="2467036162" sldId="331"/>
            <ac:spMk id="4" creationId="{ECCDCCB3-413A-0C8F-CC19-721673672F89}"/>
          </ac:spMkLst>
        </pc:spChg>
        <pc:spChg chg="add mod">
          <ac:chgData name="Lalitha Sivakumar" userId="97edc6261cb124e6" providerId="LiveId" clId="{35434D6F-2C91-4B94-8CDA-DECBD3A2397E}" dt="2026-09-18T12:51:29.559" v="44564" actId="207"/>
          <ac:spMkLst>
            <pc:docMk/>
            <pc:sldMk cId="2467036162" sldId="331"/>
            <ac:spMk id="12" creationId="{AEA99C5E-4953-9D37-1172-462FE9D5EE22}"/>
          </ac:spMkLst>
        </pc:spChg>
        <pc:spChg chg="add mod">
          <ac:chgData name="Lalitha Sivakumar" userId="97edc6261cb124e6" providerId="LiveId" clId="{35434D6F-2C91-4B94-8CDA-DECBD3A2397E}" dt="2026-09-18T12:51:32.081" v="44565" actId="207"/>
          <ac:spMkLst>
            <pc:docMk/>
            <pc:sldMk cId="2467036162" sldId="331"/>
            <ac:spMk id="14" creationId="{76914158-1F0F-5AF4-D180-D4CE9F4D666A}"/>
          </ac:spMkLst>
        </pc:spChg>
        <pc:graphicFrameChg chg="add mod modGraphic">
          <ac:chgData name="Lalitha Sivakumar" userId="97edc6261cb124e6" providerId="LiveId" clId="{35434D6F-2C91-4B94-8CDA-DECBD3A2397E}" dt="2026-09-20T21:52:34.470" v="62913" actId="113"/>
          <ac:graphicFrameMkLst>
            <pc:docMk/>
            <pc:sldMk cId="2467036162" sldId="331"/>
            <ac:graphicFrameMk id="5" creationId="{A0C66E61-7757-F4D2-78EB-D84A77643C6C}"/>
          </ac:graphicFrameMkLst>
        </pc:graphicFrameChg>
        <pc:graphicFrameChg chg="add mod modGraphic">
          <ac:chgData name="Lalitha Sivakumar" userId="97edc6261cb124e6" providerId="LiveId" clId="{35434D6F-2C91-4B94-8CDA-DECBD3A2397E}" dt="2026-09-18T12:50:37.710" v="44555" actId="20577"/>
          <ac:graphicFrameMkLst>
            <pc:docMk/>
            <pc:sldMk cId="2467036162" sldId="331"/>
            <ac:graphicFrameMk id="10" creationId="{C25606CA-14D5-878F-0F3B-572FCFC7156F}"/>
          </ac:graphicFrameMkLst>
        </pc:graphicFrameChg>
        <pc:inkChg chg="add mod">
          <ac:chgData name="Lalitha Sivakumar" userId="97edc6261cb124e6" providerId="LiveId" clId="{35434D6F-2C91-4B94-8CDA-DECBD3A2397E}" dt="2026-09-20T21:45:11.291" v="62410" actId="1076"/>
          <ac:inkMkLst>
            <pc:docMk/>
            <pc:sldMk cId="2467036162" sldId="331"/>
            <ac:inkMk id="8" creationId="{CEBDB13C-E370-D036-6B61-3C59B09F9517}"/>
          </ac:inkMkLst>
        </pc:inkChg>
        <pc:inkChg chg="add mod">
          <ac:chgData name="Lalitha Sivakumar" userId="97edc6261cb124e6" providerId="LiveId" clId="{35434D6F-2C91-4B94-8CDA-DECBD3A2397E}" dt="2026-09-20T21:41:46.076" v="62123"/>
          <ac:inkMkLst>
            <pc:docMk/>
            <pc:sldMk cId="2467036162" sldId="331"/>
            <ac:inkMk id="13" creationId="{A3B01D47-6DBE-80B1-96A3-DDFB3F2B89B3}"/>
          </ac:inkMkLst>
        </pc:inkChg>
        <pc:inkChg chg="add">
          <ac:chgData name="Lalitha Sivakumar" userId="97edc6261cb124e6" providerId="LiveId" clId="{35434D6F-2C91-4B94-8CDA-DECBD3A2397E}" dt="2026-09-18T12:50:44.891" v="44556" actId="9405"/>
          <ac:inkMkLst>
            <pc:docMk/>
            <pc:sldMk cId="2467036162" sldId="331"/>
            <ac:inkMk id="15" creationId="{141A2F3A-82A2-99C6-2C7E-EF87CF2B7924}"/>
          </ac:inkMkLst>
        </pc:inkChg>
        <pc:inkChg chg="add mod">
          <ac:chgData name="Lalitha Sivakumar" userId="97edc6261cb124e6" providerId="LiveId" clId="{35434D6F-2C91-4B94-8CDA-DECBD3A2397E}" dt="2026-09-20T21:52:41.291" v="62917" actId="1076"/>
          <ac:inkMkLst>
            <pc:docMk/>
            <pc:sldMk cId="2467036162" sldId="331"/>
            <ac:inkMk id="16" creationId="{D849A8C7-A145-67E0-3E4B-7B80485B7A3E}"/>
          </ac:inkMkLst>
        </pc:inkChg>
        <pc:inkChg chg="add">
          <ac:chgData name="Lalitha Sivakumar" userId="97edc6261cb124e6" providerId="LiveId" clId="{35434D6F-2C91-4B94-8CDA-DECBD3A2397E}" dt="2026-09-18T12:50:46.915" v="44558"/>
          <ac:inkMkLst>
            <pc:docMk/>
            <pc:sldMk cId="2467036162" sldId="331"/>
            <ac:inkMk id="17" creationId="{B5417B79-4143-A610-C7FC-3FEAE6A99BEC}"/>
          </ac:inkMkLst>
        </pc:inkChg>
        <pc:inkChg chg="add">
          <ac:chgData name="Lalitha Sivakumar" userId="97edc6261cb124e6" providerId="LiveId" clId="{35434D6F-2C91-4B94-8CDA-DECBD3A2397E}" dt="2026-09-18T12:50:51.703" v="44559" actId="9405"/>
          <ac:inkMkLst>
            <pc:docMk/>
            <pc:sldMk cId="2467036162" sldId="331"/>
            <ac:inkMk id="18" creationId="{1D235567-0562-A5BD-8327-99F9DDEC8BFD}"/>
          </ac:inkMkLst>
        </pc:inkChg>
        <pc:cxnChg chg="add mod">
          <ac:chgData name="Lalitha Sivakumar" userId="97edc6261cb124e6" providerId="LiveId" clId="{35434D6F-2C91-4B94-8CDA-DECBD3A2397E}" dt="2026-09-20T21:44:20.846" v="62295" actId="1076"/>
          <ac:cxnSpMkLst>
            <pc:docMk/>
            <pc:sldMk cId="2467036162" sldId="331"/>
            <ac:cxnSpMk id="3" creationId="{0FF4F005-60C7-86F6-5D05-4FFE4B725FD2}"/>
          </ac:cxnSpMkLst>
        </pc:cxnChg>
        <pc:cxnChg chg="add mod">
          <ac:chgData name="Lalitha Sivakumar" userId="97edc6261cb124e6" providerId="LiveId" clId="{35434D6F-2C91-4B94-8CDA-DECBD3A2397E}" dt="2026-09-20T21:44:23.286" v="62296" actId="1076"/>
          <ac:cxnSpMkLst>
            <pc:docMk/>
            <pc:sldMk cId="2467036162" sldId="331"/>
            <ac:cxnSpMk id="9" creationId="{2A3B9D56-2973-3A37-C1E3-B94ADDFF2402}"/>
          </ac:cxnSpMkLst>
        </pc:cxnChg>
      </pc:sldChg>
      <pc:sldChg chg="addSp modSp add mod modNotesTx">
        <pc:chgData name="Lalitha Sivakumar" userId="97edc6261cb124e6" providerId="LiveId" clId="{35434D6F-2C91-4B94-8CDA-DECBD3A2397E}" dt="2026-09-20T21:05:01.506" v="59811" actId="20577"/>
        <pc:sldMkLst>
          <pc:docMk/>
          <pc:sldMk cId="2300991334" sldId="332"/>
        </pc:sldMkLst>
        <pc:spChg chg="mod">
          <ac:chgData name="Lalitha Sivakumar" userId="97edc6261cb124e6" providerId="LiveId" clId="{35434D6F-2C91-4B94-8CDA-DECBD3A2397E}" dt="2026-09-20T21:05:01.506" v="59811" actId="20577"/>
          <ac:spMkLst>
            <pc:docMk/>
            <pc:sldMk cId="2300991334" sldId="332"/>
            <ac:spMk id="2" creationId="{3B7F294C-0DF6-FA6B-1771-7D3F2CFC2E90}"/>
          </ac:spMkLst>
        </pc:spChg>
        <pc:spChg chg="add mod">
          <ac:chgData name="Lalitha Sivakumar" userId="97edc6261cb124e6" providerId="LiveId" clId="{35434D6F-2C91-4B94-8CDA-DECBD3A2397E}" dt="2026-09-20T16:46:16.604" v="49856" actId="20577"/>
          <ac:spMkLst>
            <pc:docMk/>
            <pc:sldMk cId="2300991334" sldId="332"/>
            <ac:spMk id="4" creationId="{19EEB0CD-51F0-54AA-D6AF-B6FB6825143B}"/>
          </ac:spMkLst>
        </pc:spChg>
      </pc:sldChg>
      <pc:sldChg chg="addSp delSp modSp new mod delAnim modAnim modNotesTx">
        <pc:chgData name="Lalitha Sivakumar" userId="97edc6261cb124e6" providerId="LiveId" clId="{35434D6F-2C91-4B94-8CDA-DECBD3A2397E}" dt="2026-09-21T04:50:12.374" v="69637" actId="20577"/>
        <pc:sldMkLst>
          <pc:docMk/>
          <pc:sldMk cId="700493091" sldId="333"/>
        </pc:sldMkLst>
        <pc:spChg chg="mod">
          <ac:chgData name="Lalitha Sivakumar" userId="97edc6261cb124e6" providerId="LiveId" clId="{35434D6F-2C91-4B94-8CDA-DECBD3A2397E}" dt="2026-09-20T10:19:00.494" v="48372" actId="20577"/>
          <ac:spMkLst>
            <pc:docMk/>
            <pc:sldMk cId="700493091" sldId="333"/>
            <ac:spMk id="2" creationId="{406790ED-4245-42F9-B269-242D5A3AF6EB}"/>
          </ac:spMkLst>
        </pc:spChg>
        <pc:spChg chg="add mod">
          <ac:chgData name="Lalitha Sivakumar" userId="97edc6261cb124e6" providerId="LiveId" clId="{35434D6F-2C91-4B94-8CDA-DECBD3A2397E}" dt="2026-09-20T16:51:20.851" v="49870" actId="207"/>
          <ac:spMkLst>
            <pc:docMk/>
            <pc:sldMk cId="700493091" sldId="333"/>
            <ac:spMk id="5" creationId="{4D626130-FEA3-3679-7799-A9B2594191A9}"/>
          </ac:spMkLst>
        </pc:spChg>
        <pc:spChg chg="add mod">
          <ac:chgData name="Lalitha Sivakumar" userId="97edc6261cb124e6" providerId="LiveId" clId="{35434D6F-2C91-4B94-8CDA-DECBD3A2397E}" dt="2026-09-20T10:20:49.839" v="48375" actId="1076"/>
          <ac:spMkLst>
            <pc:docMk/>
            <pc:sldMk cId="700493091" sldId="333"/>
            <ac:spMk id="11" creationId="{303D2B51-20F0-1AA7-4850-8BC207E37E88}"/>
          </ac:spMkLst>
        </pc:spChg>
        <pc:spChg chg="add mod">
          <ac:chgData name="Lalitha Sivakumar" userId="97edc6261cb124e6" providerId="LiveId" clId="{35434D6F-2C91-4B94-8CDA-DECBD3A2397E}" dt="2026-09-20T10:09:58.464" v="48152" actId="1076"/>
          <ac:spMkLst>
            <pc:docMk/>
            <pc:sldMk cId="700493091" sldId="333"/>
            <ac:spMk id="13" creationId="{B6FF9E81-44F8-063B-0DC1-638B4B3C3B0D}"/>
          </ac:spMkLst>
        </pc:spChg>
        <pc:spChg chg="add mod">
          <ac:chgData name="Lalitha Sivakumar" userId="97edc6261cb124e6" providerId="LiveId" clId="{35434D6F-2C91-4B94-8CDA-DECBD3A2397E}" dt="2026-09-20T16:51:41.663" v="49871" actId="14100"/>
          <ac:spMkLst>
            <pc:docMk/>
            <pc:sldMk cId="700493091" sldId="333"/>
            <ac:spMk id="15" creationId="{D91F5556-3AA8-BAE2-65F8-15A7287AB671}"/>
          </ac:spMkLst>
        </pc:spChg>
        <pc:spChg chg="add mod">
          <ac:chgData name="Lalitha Sivakumar" userId="97edc6261cb124e6" providerId="LiveId" clId="{35434D6F-2C91-4B94-8CDA-DECBD3A2397E}" dt="2026-09-20T10:17:34.361" v="48266" actId="17032"/>
          <ac:spMkLst>
            <pc:docMk/>
            <pc:sldMk cId="700493091" sldId="333"/>
            <ac:spMk id="18" creationId="{8EB235DB-095B-A3CF-6418-A5060D695E5A}"/>
          </ac:spMkLst>
        </pc:spChg>
        <pc:spChg chg="add mod">
          <ac:chgData name="Lalitha Sivakumar" userId="97edc6261cb124e6" providerId="LiveId" clId="{35434D6F-2C91-4B94-8CDA-DECBD3A2397E}" dt="2026-09-20T16:47:10.732" v="49857" actId="1076"/>
          <ac:spMkLst>
            <pc:docMk/>
            <pc:sldMk cId="700493091" sldId="333"/>
            <ac:spMk id="20" creationId="{4C539C3F-CCCB-DA2B-7163-511C7671762D}"/>
          </ac:spMkLst>
        </pc:spChg>
        <pc:spChg chg="add mod">
          <ac:chgData name="Lalitha Sivakumar" userId="97edc6261cb124e6" providerId="LiveId" clId="{35434D6F-2C91-4B94-8CDA-DECBD3A2397E}" dt="2026-09-20T10:49:42.272" v="48643" actId="1076"/>
          <ac:spMkLst>
            <pc:docMk/>
            <pc:sldMk cId="700493091" sldId="333"/>
            <ac:spMk id="22" creationId="{FB81D4FC-A6B5-D45F-801F-209632AEEBBB}"/>
          </ac:spMkLst>
        </pc:spChg>
        <pc:spChg chg="add mod">
          <ac:chgData name="Lalitha Sivakumar" userId="97edc6261cb124e6" providerId="LiveId" clId="{35434D6F-2C91-4B94-8CDA-DECBD3A2397E}" dt="2026-09-20T16:39:25.041" v="49699" actId="20577"/>
          <ac:spMkLst>
            <pc:docMk/>
            <pc:sldMk cId="700493091" sldId="333"/>
            <ac:spMk id="26" creationId="{5C50D1B1-23EC-A628-41FB-674A248AC487}"/>
          </ac:spMkLst>
        </pc:spChg>
        <pc:picChg chg="add mod modCrop">
          <ac:chgData name="Lalitha Sivakumar" userId="97edc6261cb124e6" providerId="LiveId" clId="{35434D6F-2C91-4B94-8CDA-DECBD3A2397E}" dt="2026-09-20T16:58:23.721" v="49873" actId="1076"/>
          <ac:picMkLst>
            <pc:docMk/>
            <pc:sldMk cId="700493091" sldId="333"/>
            <ac:picMk id="4" creationId="{1A909EEA-F0B3-B28D-B7E2-54D3A32B5961}"/>
          </ac:picMkLst>
        </pc:picChg>
        <pc:picChg chg="add mod modCrop">
          <ac:chgData name="Lalitha Sivakumar" userId="97edc6261cb124e6" providerId="LiveId" clId="{35434D6F-2C91-4B94-8CDA-DECBD3A2397E}" dt="2026-09-20T16:58:26.582" v="49874" actId="1076"/>
          <ac:picMkLst>
            <pc:docMk/>
            <pc:sldMk cId="700493091" sldId="333"/>
            <ac:picMk id="6" creationId="{E74EFA5D-8AAE-68C0-F050-B845DE1350CC}"/>
          </ac:picMkLst>
        </pc:picChg>
      </pc:sldChg>
      <pc:sldChg chg="addSp delSp modSp new mod modAnim modNotesTx">
        <pc:chgData name="Lalitha Sivakumar" userId="97edc6261cb124e6" providerId="LiveId" clId="{35434D6F-2C91-4B94-8CDA-DECBD3A2397E}" dt="2026-09-20T20:38:26.313" v="59744" actId="20577"/>
        <pc:sldMkLst>
          <pc:docMk/>
          <pc:sldMk cId="350764143" sldId="335"/>
        </pc:sldMkLst>
        <pc:spChg chg="mod">
          <ac:chgData name="Lalitha Sivakumar" userId="97edc6261cb124e6" providerId="LiveId" clId="{35434D6F-2C91-4B94-8CDA-DECBD3A2397E}" dt="2026-09-20T07:55:40.868" v="47616" actId="20577"/>
          <ac:spMkLst>
            <pc:docMk/>
            <pc:sldMk cId="350764143" sldId="335"/>
            <ac:spMk id="2" creationId="{413413CC-4EC7-7756-8AD1-862283F02411}"/>
          </ac:spMkLst>
        </pc:spChg>
        <pc:spChg chg="add mod">
          <ac:chgData name="Lalitha Sivakumar" userId="97edc6261cb124e6" providerId="LiveId" clId="{35434D6F-2C91-4B94-8CDA-DECBD3A2397E}" dt="2026-09-20T17:52:13.511" v="53220" actId="20577"/>
          <ac:spMkLst>
            <pc:docMk/>
            <pc:sldMk cId="350764143" sldId="335"/>
            <ac:spMk id="6" creationId="{E696E798-F048-3C75-642D-D85E62884D5F}"/>
          </ac:spMkLst>
        </pc:spChg>
        <pc:spChg chg="add mod">
          <ac:chgData name="Lalitha Sivakumar" userId="97edc6261cb124e6" providerId="LiveId" clId="{35434D6F-2C91-4B94-8CDA-DECBD3A2397E}" dt="2026-09-20T17:52:28.706" v="53223" actId="20577"/>
          <ac:spMkLst>
            <pc:docMk/>
            <pc:sldMk cId="350764143" sldId="335"/>
            <ac:spMk id="8" creationId="{5BE9D44C-1DBF-D618-7C71-FA2BF8538128}"/>
          </ac:spMkLst>
        </pc:spChg>
        <pc:spChg chg="add mod">
          <ac:chgData name="Lalitha Sivakumar" userId="97edc6261cb124e6" providerId="LiveId" clId="{35434D6F-2C91-4B94-8CDA-DECBD3A2397E}" dt="2026-09-20T16:39:31.529" v="49702" actId="20577"/>
          <ac:spMkLst>
            <pc:docMk/>
            <pc:sldMk cId="350764143" sldId="335"/>
            <ac:spMk id="10" creationId="{05CD2774-C601-BA64-CD16-B7BD642E59C5}"/>
          </ac:spMkLst>
        </pc:spChg>
        <pc:spChg chg="add mod">
          <ac:chgData name="Lalitha Sivakumar" userId="97edc6261cb124e6" providerId="LiveId" clId="{35434D6F-2C91-4B94-8CDA-DECBD3A2397E}" dt="2026-09-20T17:51:55.945" v="53218" actId="207"/>
          <ac:spMkLst>
            <pc:docMk/>
            <pc:sldMk cId="350764143" sldId="335"/>
            <ac:spMk id="11" creationId="{C5347473-51D6-27B7-0736-CCC178C09934}"/>
          </ac:spMkLst>
        </pc:spChg>
        <pc:spChg chg="add mod">
          <ac:chgData name="Lalitha Sivakumar" userId="97edc6261cb124e6" providerId="LiveId" clId="{35434D6F-2C91-4B94-8CDA-DECBD3A2397E}" dt="2026-09-19T20:48:15.177" v="46217" actId="114"/>
          <ac:spMkLst>
            <pc:docMk/>
            <pc:sldMk cId="350764143" sldId="335"/>
            <ac:spMk id="26" creationId="{43E0ED75-8FF6-FEC1-BFA4-5B770A3453BE}"/>
          </ac:spMkLst>
        </pc:spChg>
        <pc:spChg chg="add mod">
          <ac:chgData name="Lalitha Sivakumar" userId="97edc6261cb124e6" providerId="LiveId" clId="{35434D6F-2C91-4B94-8CDA-DECBD3A2397E}" dt="2026-09-20T20:38:26.313" v="59744" actId="20577"/>
          <ac:spMkLst>
            <pc:docMk/>
            <pc:sldMk cId="350764143" sldId="335"/>
            <ac:spMk id="29" creationId="{3BC3B14F-EFEA-5DE6-9BF3-35E085F456C5}"/>
          </ac:spMkLst>
        </pc:spChg>
        <pc:spChg chg="add mod">
          <ac:chgData name="Lalitha Sivakumar" userId="97edc6261cb124e6" providerId="LiveId" clId="{35434D6F-2C91-4B94-8CDA-DECBD3A2397E}" dt="2026-09-20T17:34:54.272" v="51186" actId="1076"/>
          <ac:spMkLst>
            <pc:docMk/>
            <pc:sldMk cId="350764143" sldId="335"/>
            <ac:spMk id="33" creationId="{7075B5D4-68D3-0BBC-1ACD-BE9292D943CC}"/>
          </ac:spMkLst>
        </pc:spChg>
        <pc:picChg chg="add mod">
          <ac:chgData name="Lalitha Sivakumar" userId="97edc6261cb124e6" providerId="LiveId" clId="{35434D6F-2C91-4B94-8CDA-DECBD3A2397E}" dt="2026-09-20T17:31:23.535" v="51079" actId="1076"/>
          <ac:picMkLst>
            <pc:docMk/>
            <pc:sldMk cId="350764143" sldId="335"/>
            <ac:picMk id="4" creationId="{316D63CD-1BF6-4B16-52A6-71A33D5585F9}"/>
          </ac:picMkLst>
        </pc:picChg>
      </pc:sldChg>
      <pc:sldChg chg="addSp delSp modSp new mod modAnim modNotesTx">
        <pc:chgData name="Lalitha Sivakumar" userId="97edc6261cb124e6" providerId="LiveId" clId="{35434D6F-2C91-4B94-8CDA-DECBD3A2397E}" dt="2026-09-20T21:05:30.902" v="59813" actId="20577"/>
        <pc:sldMkLst>
          <pc:docMk/>
          <pc:sldMk cId="1469772741" sldId="336"/>
        </pc:sldMkLst>
        <pc:spChg chg="mod">
          <ac:chgData name="Lalitha Sivakumar" userId="97edc6261cb124e6" providerId="LiveId" clId="{35434D6F-2C91-4B94-8CDA-DECBD3A2397E}" dt="2026-09-20T10:52:03.980" v="48656" actId="21"/>
          <ac:spMkLst>
            <pc:docMk/>
            <pc:sldMk cId="1469772741" sldId="336"/>
            <ac:spMk id="2" creationId="{7D2D2370-0CD2-A371-5E72-09284CC2FEF6}"/>
          </ac:spMkLst>
        </pc:spChg>
        <pc:spChg chg="add mod">
          <ac:chgData name="Lalitha Sivakumar" userId="97edc6261cb124e6" providerId="LiveId" clId="{35434D6F-2C91-4B94-8CDA-DECBD3A2397E}" dt="2026-09-20T10:54:50.497" v="48759" actId="1076"/>
          <ac:spMkLst>
            <pc:docMk/>
            <pc:sldMk cId="1469772741" sldId="336"/>
            <ac:spMk id="7" creationId="{D68E831F-3D42-9C2A-A5CA-61B27C0E486A}"/>
          </ac:spMkLst>
        </pc:spChg>
        <pc:spChg chg="add del mod">
          <ac:chgData name="Lalitha Sivakumar" userId="97edc6261cb124e6" providerId="LiveId" clId="{35434D6F-2C91-4B94-8CDA-DECBD3A2397E}" dt="2026-09-20T10:54:50.497" v="48759" actId="1076"/>
          <ac:spMkLst>
            <pc:docMk/>
            <pc:sldMk cId="1469772741" sldId="336"/>
            <ac:spMk id="10" creationId="{1D945CED-9837-3F29-CBEE-9C0FCFB02EED}"/>
          </ac:spMkLst>
        </pc:spChg>
        <pc:spChg chg="add mod">
          <ac:chgData name="Lalitha Sivakumar" userId="97edc6261cb124e6" providerId="LiveId" clId="{35434D6F-2C91-4B94-8CDA-DECBD3A2397E}" dt="2026-09-20T10:54:50.497" v="48759" actId="1076"/>
          <ac:spMkLst>
            <pc:docMk/>
            <pc:sldMk cId="1469772741" sldId="336"/>
            <ac:spMk id="12" creationId="{2F73BED7-4FC1-F32D-CA44-0926DB60486B}"/>
          </ac:spMkLst>
        </pc:spChg>
        <pc:spChg chg="add mod">
          <ac:chgData name="Lalitha Sivakumar" userId="97edc6261cb124e6" providerId="LiveId" clId="{35434D6F-2C91-4B94-8CDA-DECBD3A2397E}" dt="2026-09-20T10:56:11.131" v="48852" actId="1076"/>
          <ac:spMkLst>
            <pc:docMk/>
            <pc:sldMk cId="1469772741" sldId="336"/>
            <ac:spMk id="13" creationId="{46B18964-9CFD-D38B-FEFD-00E5E5EA9744}"/>
          </ac:spMkLst>
        </pc:spChg>
        <pc:spChg chg="add mod">
          <ac:chgData name="Lalitha Sivakumar" userId="97edc6261cb124e6" providerId="LiveId" clId="{35434D6F-2C91-4B94-8CDA-DECBD3A2397E}" dt="2026-09-20T11:10:04.407" v="49088" actId="1076"/>
          <ac:spMkLst>
            <pc:docMk/>
            <pc:sldMk cId="1469772741" sldId="336"/>
            <ac:spMk id="17" creationId="{606FD580-1C61-E2DF-76D1-E5B488BF51C3}"/>
          </ac:spMkLst>
        </pc:spChg>
        <pc:spChg chg="add mod">
          <ac:chgData name="Lalitha Sivakumar" userId="97edc6261cb124e6" providerId="LiveId" clId="{35434D6F-2C91-4B94-8CDA-DECBD3A2397E}" dt="2026-09-20T18:34:46.755" v="55684" actId="20577"/>
          <ac:spMkLst>
            <pc:docMk/>
            <pc:sldMk cId="1469772741" sldId="336"/>
            <ac:spMk id="19" creationId="{421632E1-5330-4B2C-4971-B664768F31BB}"/>
          </ac:spMkLst>
        </pc:spChg>
        <pc:picChg chg="add mod modCrop">
          <ac:chgData name="Lalitha Sivakumar" userId="97edc6261cb124e6" providerId="LiveId" clId="{35434D6F-2C91-4B94-8CDA-DECBD3A2397E}" dt="2026-09-20T10:54:50.497" v="48759" actId="1076"/>
          <ac:picMkLst>
            <pc:docMk/>
            <pc:sldMk cId="1469772741" sldId="336"/>
            <ac:picMk id="4" creationId="{DEA0372F-236A-8947-02A3-C42F84C01CF2}"/>
          </ac:picMkLst>
        </pc:picChg>
        <pc:picChg chg="add mod modCrop">
          <ac:chgData name="Lalitha Sivakumar" userId="97edc6261cb124e6" providerId="LiveId" clId="{35434D6F-2C91-4B94-8CDA-DECBD3A2397E}" dt="2026-09-20T10:54:50.497" v="48759" actId="1076"/>
          <ac:picMkLst>
            <pc:docMk/>
            <pc:sldMk cId="1469772741" sldId="336"/>
            <ac:picMk id="5" creationId="{F7D02A32-3B63-CA89-0FB2-81DFB135B91C}"/>
          </ac:picMkLst>
        </pc:picChg>
      </pc:sldChg>
      <pc:sldChg chg="delSp modSp new mod modShow">
        <pc:chgData name="Lalitha Sivakumar" userId="97edc6261cb124e6" providerId="LiveId" clId="{35434D6F-2C91-4B94-8CDA-DECBD3A2397E}" dt="2026-09-20T19:21:07.668" v="57501" actId="729"/>
        <pc:sldMkLst>
          <pc:docMk/>
          <pc:sldMk cId="559337767" sldId="338"/>
        </pc:sldMkLst>
        <pc:spChg chg="mod">
          <ac:chgData name="Lalitha Sivakumar" userId="97edc6261cb124e6" providerId="LiveId" clId="{35434D6F-2C91-4B94-8CDA-DECBD3A2397E}" dt="2026-09-20T19:20:44.869" v="57499" actId="207"/>
          <ac:spMkLst>
            <pc:docMk/>
            <pc:sldMk cId="559337767" sldId="338"/>
            <ac:spMk id="2" creationId="{938C9B73-76B1-A957-0AE7-41F650FB2F78}"/>
          </ac:spMkLst>
        </pc:spChg>
      </pc:sldChg>
      <pc:sldChg chg="delSp modSp new mod">
        <pc:chgData name="Lalitha Sivakumar" userId="97edc6261cb124e6" providerId="LiveId" clId="{35434D6F-2C91-4B94-8CDA-DECBD3A2397E}" dt="2026-09-20T19:21:48.871" v="57547" actId="1076"/>
        <pc:sldMkLst>
          <pc:docMk/>
          <pc:sldMk cId="1924705326" sldId="339"/>
        </pc:sldMkLst>
        <pc:spChg chg="mod">
          <ac:chgData name="Lalitha Sivakumar" userId="97edc6261cb124e6" providerId="LiveId" clId="{35434D6F-2C91-4B94-8CDA-DECBD3A2397E}" dt="2026-09-20T19:21:48.871" v="57547" actId="1076"/>
          <ac:spMkLst>
            <pc:docMk/>
            <pc:sldMk cId="1924705326" sldId="339"/>
            <ac:spMk id="2" creationId="{9A3F594C-D9D5-FE45-D461-BD623B0F3F14}"/>
          </ac:spMkLst>
        </pc:spChg>
      </pc:sldChg>
      <pc:sldChg chg="addSp modSp new mod modNotesTx">
        <pc:chgData name="Lalitha Sivakumar" userId="97edc6261cb124e6" providerId="LiveId" clId="{35434D6F-2C91-4B94-8CDA-DECBD3A2397E}" dt="2026-09-21T04:42:46.966" v="69415" actId="20577"/>
        <pc:sldMkLst>
          <pc:docMk/>
          <pc:sldMk cId="3293343993" sldId="340"/>
        </pc:sldMkLst>
        <pc:spChg chg="mod">
          <ac:chgData name="Lalitha Sivakumar" userId="97edc6261cb124e6" providerId="LiveId" clId="{35434D6F-2C91-4B94-8CDA-DECBD3A2397E}" dt="2026-09-20T19:29:13.059" v="57593" actId="207"/>
          <ac:spMkLst>
            <pc:docMk/>
            <pc:sldMk cId="3293343993" sldId="340"/>
            <ac:spMk id="2" creationId="{4DD91205-1CAB-C82B-B65E-49EE2DE47AA1}"/>
          </ac:spMkLst>
        </pc:spChg>
        <pc:spChg chg="mod">
          <ac:chgData name="Lalitha Sivakumar" userId="97edc6261cb124e6" providerId="LiveId" clId="{35434D6F-2C91-4B94-8CDA-DECBD3A2397E}" dt="2026-09-21T04:35:27.844" v="69352" actId="20577"/>
          <ac:spMkLst>
            <pc:docMk/>
            <pc:sldMk cId="3293343993" sldId="340"/>
            <ac:spMk id="3" creationId="{1A4F17A6-B6AA-510E-EEF6-F1293ACA5136}"/>
          </ac:spMkLst>
        </pc:spChg>
        <pc:spChg chg="add mod">
          <ac:chgData name="Lalitha Sivakumar" userId="97edc6261cb124e6" providerId="LiveId" clId="{35434D6F-2C91-4B94-8CDA-DECBD3A2397E}" dt="2026-09-20T20:15:45.351" v="59419" actId="20577"/>
          <ac:spMkLst>
            <pc:docMk/>
            <pc:sldMk cId="3293343993" sldId="340"/>
            <ac:spMk id="5" creationId="{985913F9-C2F0-76C0-7B72-024797D73FB3}"/>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10:11.618"/>
    </inkml:context>
    <inkml:brush xml:id="br0">
      <inkml:brushProperty name="width" value="0.035" units="cm"/>
      <inkml:brushProperty name="height" value="0.035" units="cm"/>
      <inkml:brushProperty name="color" value="#E71224"/>
    </inkml:brush>
  </inkml:definitions>
  <inkml:trace contextRef="#ctx0" brushRef="#br0">0 0 24575,'4'6'0,"0"-1"0,-1 0 0,1 1 0,-1 0 0,3 9 0,2 2 0,0 1 0,-1 0 0,5 23 0,2 4 0,20 84 0,-17-55 0,-10-49 0,7 52 0,-3 1 0,34 120 0,-32-148 0,-4-20 0,2-1 0,1 0 0,19 34 0,5 10 0,-3-10 0,-23-48 0,-2 1 0,1 1 0,-2 0 0,7 21 0,-6-8 0,26 56 0,-4-2 0,-22-56 0,18 39 0,-22-58 0,1 0 0,-1 0 0,1-1 0,1 0 0,-1 0 0,1 0 0,14 13 0,70 74 0,-71-74 0,-9-10 0,-1 1 0,-1 0 0,1 0 0,-2 1 0,0 0 0,0 0 0,-1 1 0,-1 0 0,4 16 0,-4-16 0,1 0 0,0-1 0,9 15 0,-7-14 0,0 0 0,7 21 0,-14-28 21,1 0 1,-1 0-1,0-1 0,0 10 0,-1-10-266,0-1 0,1 1-1,0 0 1,0 0 0,4 11 0,2-2-6581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10:54.271"/>
    </inkml:context>
    <inkml:brush xml:id="br0">
      <inkml:brushProperty name="width" value="0.035" units="cm"/>
      <inkml:brushProperty name="height" value="0.035" units="cm"/>
      <inkml:brushProperty name="color" value="#DB1F4C"/>
    </inkml:brush>
  </inkml:definitions>
  <inkml:trace contextRef="#ctx0" brushRef="#br0">1 0 24575,'0'16'0,"5"120"0,-3-119 0,1-1 0,0 1 0,1-1 0,1 0 0,1 0 0,7 16 0,-1-5 0,13 44 0,-15-40 0,14 30 0,-4-12 0,-16-36 0,1 0 0,1-1 0,0 0 0,1 0 0,13 19 0,-9-15 0,0 1 0,-1-1 0,15 38 0,-15-32 0,23 38 0,7-6 0,-24-35 0,20 35 0,-32-45 0,0-1 0,0 1 0,0-1 0,-1 1 0,-1 0 0,0 0 0,3 19 0,-5 254 0,-1-266 0,-10 140 0,-2 53 0,15-190 0,0 1 0,2-1 0,11 37 0,-10-35 0,38 102 0,3 14 0,-42-125 0,1 0 0,1 0 0,0 0 0,0-1 0,1 0 0,1-1 0,0 1 0,12 12 0,49 36 0,-51-40 0,33 28 0,-34-33 0,-1 0 0,-1 1 0,21 26 0,-24-23 0,-1 0 0,0 1 0,-1 1 0,-2-1 0,0 2 0,6 20 0,21 129 0,-35-165 0,11 43 0,-7-32 0,0 0 0,1 26 0,7 34 0,-8-54 0,3 39 0,-5 210 0,-3-136 0,3-101 0,1 0 0,14 57 0,3 24 0,-14-44 0,8 60 0,-8-87-1365,-4-25-5461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10:56.934"/>
    </inkml:context>
    <inkml:brush xml:id="br0">
      <inkml:brushProperty name="width" value="0.035" units="cm"/>
      <inkml:brushProperty name="height" value="0.035" units="cm"/>
      <inkml:brushProperty name="color" value="#DB1F4C"/>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10:59.779"/>
    </inkml:context>
    <inkml:brush xml:id="br0">
      <inkml:brushProperty name="width" value="0.035" units="cm"/>
      <inkml:brushProperty name="height" value="0.035" units="cm"/>
      <inkml:brushProperty name="color" value="#DB1F4C"/>
    </inkml:brush>
  </inkml:definitions>
  <inkml:trace contextRef="#ctx0" brushRef="#br0">0 0 24575,'1'8'0,"0"0"0,0 0 0,1-1 0,3 11 0,3 19 0,-2 20 0,-4-26 0,2 1 0,1-1 0,16 55 0,32 108 0,-47-153 0,-1 0 0,-3 1 0,-4 74 0,0-25 0,-10 101 0,0-29 0,11-139 0,2-1 0,0 0 0,2 0 0,0 1 0,2-2 0,0 1 0,2 0 0,9 21 0,5 12 0,18 82 0,-34-123 0,0-1 0,1 0 0,0 0 0,1 0 0,9 12 0,8 17 0,-20-32 0,0-1 0,0 1 0,0 0 0,-2 1 0,1-1 0,-2 0 0,2 17 0,-6 84 0,1-46 0,0 18 0,4 137 0,2-196 0,1 1 0,1-1 0,17 45 0,-2-4 0,-15-45 0,-4-14 0,-1 1 0,1-1 0,1 0 0,-1-1 0,1 1 0,0 0 0,0-1 0,1 1 0,0-1 0,0 0 0,1-1 0,0 1 0,7 6 0,-1 0 0,0 1 0,0 0 0,-1 1 0,15 27 0,-7-12 0,-10-16 0,-1 0 0,0 0 0,-1 0 0,0 1 0,-1 0 0,-1 0 0,0 0 0,-1 1 0,0-1 0,-1 1 0,-1-1 0,0 17 0,-4 613-1365,3-624-5461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10:43.478"/>
    </inkml:context>
    <inkml:brush xml:id="br0">
      <inkml:brushProperty name="width" value="0.035" units="cm"/>
      <inkml:brushProperty name="height" value="0.035" units="cm"/>
      <inkml:brushProperty name="color" value="#DB1F4C"/>
    </inkml:brush>
  </inkml:definitions>
  <inkml:trace contextRef="#ctx0" brushRef="#br0">1 0 24575,'0'44'0,"3"130"0,0-140 0,1 0 0,1 0 0,12 35 0,6 39 0,-16-63 0,-3-26 0,1 16 0,2-2 0,1 1 0,2-1 0,1 0 0,16 31 0,-16-42 0,0 0 0,-1 1 0,10 37 0,-12-35 0,1 0 0,22 43 0,-19-45 0,-1 1 0,14 45 0,-18-43 0,-1 0 0,-2 0 0,0 0 0,0 34 0,-5 11-1365,1-44-5461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5:39.204"/>
    </inkml:context>
    <inkml:brush xml:id="br0">
      <inkml:brushProperty name="width" value="0.1" units="cm"/>
      <inkml:brushProperty name="height" value="0.2" units="cm"/>
      <inkml:brushProperty name="color" value="#EF0C4D"/>
      <inkml:brushProperty name="tip" value="rectangle"/>
      <inkml:brushProperty name="rasterOp" value="maskPen"/>
      <inkml:brushProperty name="ignorePressure" value="1"/>
    </inkml:brush>
  </inkml:definitions>
  <inkml:trace contextRef="#ctx0" brushRef="#br0">1 1 0,'494'917'0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45:42.499"/>
    </inkml:context>
    <inkml:brush xml:id="br0">
      <inkml:brushProperty name="width" value="0.1" units="cm"/>
      <inkml:brushProperty name="height" value="0.2" units="cm"/>
      <inkml:brushProperty name="color" value="#EF0C4D"/>
      <inkml:brushProperty name="tip" value="rectangle"/>
      <inkml:brushProperty name="rasterOp" value="maskPen"/>
      <inkml:brushProperty name="ignorePressure" value="1"/>
    </inkml:brush>
  </inkml:definitions>
  <inkml:trace contextRef="#ctx0" brushRef="#br0">1 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3:09.137"/>
    </inkml:context>
    <inkml:brush xml:id="br0">
      <inkml:brushProperty name="width" value="0.4" units="cm"/>
      <inkml:brushProperty name="height" value="0.8" units="cm"/>
      <inkml:brushProperty name="tip" value="rectangle"/>
      <inkml:brushProperty name="rasterOp" value="maskPen"/>
      <inkml:brushProperty name="ignorePressure" value="1"/>
    </inkml:brush>
  </inkml:definitions>
  <inkml:trace contextRef="#ctx0" brushRef="#br0">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3:18.86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8:39.136"/>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8:40.126"/>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1,'67'75,"12"10,-34-43,42 41,-76-70,-1 1,12 18,-15-19,1-1,1-1,0 0,11 12,30 30,-45-49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6:03:08.425"/>
    </inkml:context>
    <inkml:brush xml:id="br0">
      <inkml:brushProperty name="width" value="0.1" units="cm"/>
      <inkml:brushProperty name="height" value="0.1" units="cm"/>
      <inkml:brushProperty name="color" value="#F6630D"/>
    </inkml:brush>
  </inkml:definitions>
  <inkml:trace contextRef="#ctx0" brushRef="#br0">0 68 24575,'3'2'0,"0"0"0,-1 0 0,1 0 0,-1 1 0,0-1 0,0 0 0,0 1 0,0 0 0,0-1 0,0 1 0,-1 0 0,3 5 0,4 6 0,-6-12 0,0 0 0,1 0 0,0 1 0,-1-1 0,1-1 0,0 1 0,0 0 0,0-1 0,0 0 0,0 1 0,0-1 0,0 0 0,1-1 0,-1 1 0,5 0 0,58 2 0,-48-3 0,-9 1 0,0 0 0,1 1 0,-1 0 0,0 0 0,16 8 0,-16-7 0,0 1 0,0-1 0,0-1 0,1 0 0,16 2 0,79 6 0,-69-5 0,47 1 0,-31-8 0,-16 1 0,45 4 0,-20 11 0,-49-11 0,0 0 0,0 0 0,1-1 0,18 1 0,-6-4 0,1-2 0,-1-1 0,0 0 0,0-2 0,-1-1 0,39-17 0,-25 11 0,-29 10 0,0 0 0,-1 0 0,1-1 0,-1 0 0,0 0 0,12-9 0,17-11 0,0 1 0,2 2 0,53-21 0,-90 41 0,45-23-1365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9:17.641"/>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7:49.087"/>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41:48.551"/>
    </inkml:context>
    <inkml:brush xml:id="br0">
      <inkml:brushProperty name="width" value="0.3" units="cm"/>
      <inkml:brushProperty name="height" value="0.6" units="cm"/>
      <inkml:brushProperty name="color" value="#EF0C4D"/>
      <inkml:brushProperty name="tip" value="rectangle"/>
      <inkml:brushProperty name="rasterOp" value="maskPen"/>
      <inkml:brushProperty name="ignorePressure" value="1"/>
    </inkml:brush>
  </inkml:definitions>
  <inkml:trace contextRef="#ctx0" brushRef="#br0">0 1,'146'180,"-103"-132,-2 2,46 74,-44-34,-14-26,-6-21,-8-16,12 32,-25-51,-1 0,0 0,0 0,-1 0,0-1,-1 1,-2 15,0 1,-8 67,-1 41,10-100,-6 45,8-76,0-1,0 0,0 0,-1 0,1 0,0 0,0 0,0 0,0 1,0-1,0 0,0 0,0 0,0 0,0 0,0 0,0 0,0 0,0 0,-1 0,1 1,0-1,0 0,0 0,0 0,0 0,0 0,0 0,0 0,-1 0,1 0,0 0,0 0,0 0,0 0,0 0,0 0,0 0,-1 0,1 0,0 0,0 0,0 0,0 0,0 0,0 0,0 0,0-1,-1 1,1 0,0 0,0 0,0 0,0 0,0 0,0 0,0 0,0 0,0 0,0-1,0 1,0 0,0 0,-1 0,-8-11,-7-17,-101-231,33 67,23 77,-12-28,64 122,2 1,0-2,1 1,1-1,-3-24,8 45,0 1,0 0,0 0,0-1,0 1,0 0,0 0,0-1,0 1,0 0,0 0,0-1,0 1,0 0,0-1,0 1,0 0,0 0,0-1,0 1,0 0,1 0,-1 0,0-1,0 1,0 0,0 0,1 0,-1-1,0 1,0 0,0 0,1 0,-1 0,0 0,0-1,1 1,-1 0,0 0,0 0,1 0,-1 0,0 0,1 0,-1 0,0 0,0 0,1 0,17 9,15 21,-11 5,-2 1,-1 1,-2 1,12 41,34 164,-40-77,-11-61,-9-82,-1-3,1 0,1 0,0 0,14 35,-16-53,-1 0,1 0,0 0,-1 0,1 0,0 0,0 0,0-1,1 1,-1-1,0 1,1-1,-1 0,4 1,41 12,-27-9,-19-5,0 1,0-1,-1 0,1 0,0 0,0 0,0 0,-1 0,1 0,0 0,0 0,0 0,-1 0,1-1,0 1,0 0,0-1,-1 1,1 0,0-1,-1 1,1-1,0 1,-1-1,1 1,-1-1,1 0,-1 1,1-1,-1 1,1-1,-1 0,1 0,-1 1,0-1,0 0,1 0,-1 0,0 1,0-1,0 0,0 0,0 0,0-1,-2-50,0 29,10-86,-1-28,-8 128,-1 0,1 1,-2 0,0-1,0 0,0 1,-9-16,-9-22,-11-46,0 2,30 84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41:55.234"/>
    </inkml:context>
    <inkml:brush xml:id="br0">
      <inkml:brushProperty name="width" value="0.3" units="cm"/>
      <inkml:brushProperty name="height" value="0.6" units="cm"/>
      <inkml:brushProperty name="color" value="#EF0C4D"/>
      <inkml:brushProperty name="tip" value="rectangle"/>
      <inkml:brushProperty name="rasterOp" value="maskPen"/>
      <inkml:brushProperty name="ignorePressure" value="1"/>
    </inkml:brush>
  </inkml:definitions>
  <inkml:trace contextRef="#ctx0" brushRef="#br0">1 364,'21'-46,"2"-1,2 3,2 0,53-64,-69 94,-5 6,1 1,-1 0,1 0,9-7,-12 12,-1-1,1 1,-1 1,1-1,0 0,0 1,0 0,0 0,0 0,0 0,0 1,0 0,6 0,33 3,-34-1,1-1,0 0,-1-1,1 0,0-1,13-2,-23 3,1 0,-1 0,1 0,-1 0,1-1,-1 1,1 0,-1 0,1 0,0 1,-1-1,1 0,-1 0,1 0,-1 0,1 0,-1 1,1-1,-1 0,1 0,-1 1,1-1,-1 0,1 1,-1-1,0 1,1-1,-1 0,0 1,1 0,3 20,-9 23,5-44,-3 9,0 1,0-1,-1 0,0 0,-1-1,1 0,-2 1,-10 11,-6 10,1 8,17-30,0-2,0 2,-1-1,0 0,0 0,0 0,-9 7,0-2,1 1,-2-1,0-2,0 1,-1 0,-19 8,26-14,1-1,0 1,0 1,0-1,-9 10,15-12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42:00.402"/>
    </inkml:context>
    <inkml:brush xml:id="br0">
      <inkml:brushProperty name="width" value="0.3" units="cm"/>
      <inkml:brushProperty name="height" value="0.6" units="cm"/>
      <inkml:brushProperty name="color" value="#EF0C4D"/>
      <inkml:brushProperty name="tip" value="rectangle"/>
      <inkml:brushProperty name="rasterOp" value="maskPen"/>
      <inkml:brushProperty name="ignorePressure" value="1"/>
    </inkml:brush>
  </inkml:definitions>
  <inkml:trace contextRef="#ctx0" brushRef="#br0">19 209,'49'94,"-32"-66,-2 0,13 35,-20-47,1 1,0 0,1-1,18 21,-15-20,4 3,27 27,-30-33,0 0,-1 1,22 33,-28-38,0-1,0 0,1-1,16 15,-10-10,-18-18,1 0,-1 0,1-1,1 1,-1 0,-2-9,-5-11,-56-113,-22-41,36 64,12 21,24 68,12 22,0-1,1-1,0 0,-4-11,3 6,-19-49,22 57,0 0,-1 0,1 1,-1-1,0 1,0-1,0 1,0-1,0 1,0 0,0 0,-1 0,1 1,-1-1,0 0,0 1,-3-2,5 3,1 0,-1 0,0 0,0 0,0 0,0 1,1-1,-1 0,0 0,0 0,0 1,1-1,-1 1,0-1,0 0,1 1,-1-1,0 1,1 0,-1-1,1 1,-1-1,1 1,-1 0,1 0,-1-1,1 1,-1 0,1 0,0-1,0 1,-1 0,1 0,0 0,0 0,0-1,0 1,0 0,0 0,0 0,0 1,1 46,0-34,-3 61,0-41,2 0,1-1,10 66,-6-82,0-1,1 0,0 0,2-1,0 0,0 0,21 26,-4-12,2 1,39 31,-46-43,31 36,-47-49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42:09.917"/>
    </inkml:context>
    <inkml:brush xml:id="br0">
      <inkml:brushProperty name="width" value="0.3" units="cm"/>
      <inkml:brushProperty name="height" value="0.6" units="cm"/>
      <inkml:brushProperty name="color" value="#EF0C4D"/>
      <inkml:brushProperty name="tip" value="rectangle"/>
      <inkml:brushProperty name="rasterOp" value="maskPen"/>
      <inkml:brushProperty name="ignorePressure" value="1"/>
    </inkml:brush>
  </inkml:definitions>
  <inkml:trace contextRef="#ctx0" brushRef="#br0">0 689,'2'-5,"-1"1,1 0,-1 0,1 1,0-1,1 0,-1 1,1-1,-1 1,1 0,7-6,3-6,77-86,45-92,-98 142,14-16,-5 12,-32 38,0 0,1 0,1 1,0 1,1 0,35-21,-52 36,1-1,0 1,0 0,0 0,-1-1,1 1,0-1,-1 1,1-1,0 1,-1-1,1 1,-1-1,1 1,-1-1,1 0,-1 1,1-1,-1 0,1 1,-1-1,0 0,0 1,1-1,-1-1,0 1,-1 0,0 1,1-1,-1 1,0-1,1 1,-1-1,0 1,0-1,0 1,1 0,-1-1,0 1,0 0,0 0,0 0,1 0,-3 0,-3-1,0 1,-1-1,1 2,-1-1,-10 3,5 2,0 1,0 0,1 1,0 1,0 0,1-1,-15 16,-20 16,36-29,0 0,0 0,1 0,0 1,1 1,0 0,1 0,-8 23,-8 10,-3 9,2 0,-22 79,38-112,3-11,1 0,1-1,0 1,-2 16,4-13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5:28.308"/>
    </inkml:context>
    <inkml:brush xml:id="br0">
      <inkml:brushProperty name="width" value="0.1" units="cm"/>
      <inkml:brushProperty name="height" value="0.2" units="cm"/>
      <inkml:brushProperty name="color" value="#EF0C4D"/>
      <inkml:brushProperty name="tip" value="rectangle"/>
      <inkml:brushProperty name="rasterOp" value="maskPen"/>
      <inkml:brushProperty name="ignorePressure" value="1"/>
    </inkml:brush>
  </inkml:definitions>
  <inkml:trace contextRef="#ctx0" brushRef="#br0">0 219 0,'72'212'0,"585"-433"0,-729 11 0,-585 429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6:05.234"/>
    </inkml:context>
    <inkml:brush xml:id="br0">
      <inkml:brushProperty name="width" value="0.1" units="cm"/>
      <inkml:brushProperty name="height" value="0.1" units="cm"/>
      <inkml:brushProperty name="color" value="#FFC114"/>
    </inkml:brush>
  </inkml:definitions>
  <inkml:trace contextRef="#ctx0" brushRef="#br0">0 1 24575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6:07.087"/>
    </inkml:context>
    <inkml:brush xml:id="br0">
      <inkml:brushProperty name="width" value="0.1" units="cm"/>
      <inkml:brushProperty name="height" value="0.1" units="cm"/>
      <inkml:brushProperty name="color" value="#8ED973"/>
    </inkml:brush>
  </inkml:definitions>
  <inkml:trace contextRef="#ctx0" brushRef="#br0">0 46 24575,'3'-5'0,"13"-27"0,-16 31 0,1 1 0,-1-1 0,0 1 0,0-1 0,0 1 0,1 0 0,-1-1 0,0 1 0,1 0 0,-1-1 0,0 1 0,1-1 0,-1 1 0,0 0 0,1 0 0,-1-1 0,1 1 0,-1 0 0,0 0 0,1 0 0,-1-1 0,1 1 0,-1 0 0,1 0 0,-1 0 0,1 0 0,-1 0 0,1 0 0,-1 0 0,1 0 0,-1 0 0,1 0 0,-1 0 0,0 0 0,1 0 0,-1 0 0,1 1 0,-1-1 0,1 0 0,-1 0 0,1 0 0,-1 1 0,0-1 0,1 0 0,-1 1 0,0-1 0,1 0 0,-1 1 0,0-1 0,1 0 0,-1 1 0,0-1 0,0 1 0,1-1 0,-1 0 0,0 1 0,0-1 0,0 1 0,0-1 0,1 1 0,-1 0 0,1 4 0,0-1 0,0 1 0,-1 0 0,1 0 0,-1 0 0,0 0 0,0 0 0,-1 4 0,-8 14 0,9-23 0,-1 1 0,1-1 0,-1 1 0,1-1 0,-1 1 0,1-1 0,-1 1 0,1-1 0,-1 0 0,0 1 0,1-1 0,-1 0 0,1 0 0,-1 1 0,0-1 0,1 0 0,-1 0 0,0 0 0,1 0 0,-1 0 0,0 0 0,1 0 0,-1 0 0,0 0 0,1 0 0,-1 0 0,0 0 0,0-1 0,-1-1 7,1 0-1,-1 0 0,1 0 0,0 0 1,0 0-1,0 0 0,0 0 1,1 0-1,-1 0 0,0-1 1,1 1-1,0 0 0,-1 0 0,1-1 1,0 1-1,0 0 0,0 0 1,1-2-1,0-18-207</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6:31.303"/>
    </inkml:context>
    <inkml:brush xml:id="br0">
      <inkml:brushProperty name="width" value="0.1" units="cm"/>
      <inkml:brushProperty name="height" value="0.1" units="cm"/>
      <inkml:brushProperty name="color" value="#FFC114"/>
    </inkml:brush>
  </inkml:definitions>
  <inkml:trace contextRef="#ctx0" brushRef="#br0">0 1 24575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6:31.304"/>
    </inkml:context>
    <inkml:brush xml:id="br0">
      <inkml:brushProperty name="width" value="0.1" units="cm"/>
      <inkml:brushProperty name="height" value="0.1" units="cm"/>
      <inkml:brushProperty name="color" value="#8ED973"/>
    </inkml:brush>
  </inkml:definitions>
  <inkml:trace contextRef="#ctx0" brushRef="#br0">0 46 24575,'3'-5'0,"13"-27"0,-16 31 0,1 1 0,-1-1 0,0 1 0,0-1 0,0 1 0,1 0 0,-1-1 0,0 1 0,1 0 0,-1-1 0,0 1 0,1-1 0,-1 1 0,0 0 0,1 0 0,-1-1 0,1 1 0,-1 0 0,0 0 0,1 0 0,-1-1 0,1 1 0,-1 0 0,1 0 0,-1 0 0,1 0 0,-1 0 0,1 0 0,-1 0 0,1 0 0,-1 0 0,1 0 0,-1 0 0,0 0 0,1 0 0,-1 0 0,1 1 0,-1-1 0,1 0 0,-1 0 0,1 0 0,-1 1 0,0-1 0,1 0 0,-1 1 0,0-1 0,1 0 0,-1 1 0,0-1 0,1 0 0,-1 1 0,0-1 0,0 1 0,1-1 0,-1 0 0,0 1 0,0-1 0,0 1 0,0-1 0,1 1 0,-1 0 0,1 4 0,0-1 0,0 1 0,-1 0 0,1 0 0,-1 0 0,0 0 0,0-1 0,-1 6 0,-8 13 0,9-23 0,-1 1 0,1-1 0,-1 1 0,1-1 0,-1 1 0,1-1 0,-1 1 0,1-1 0,-1 0 0,0 1 0,1-1 0,-1 0 0,1 0 0,-1 1 0,0-1 0,1 0 0,-1 0 0,0 0 0,1 0 0,-1 0 0,0 0 0,1 0 0,-1 0 0,0 0 0,1 0 0,-1 0 0,0 0 0,0-1 0,-1-1 7,1 0-1,-1 0 0,1 0 0,0 0 1,0 0-1,0 0 0,0 0 1,1 0-1,-1 0 0,0-1 1,1 1-1,0 0 0,-1 0 0,1-1 1,0 1-1,0 0 0,0 0 1,1-2-1,0-18-207</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6:42.080"/>
    </inkml:context>
    <inkml:brush xml:id="br0">
      <inkml:brushProperty name="width" value="0.1" units="cm"/>
      <inkml:brushProperty name="height" value="0.1" units="cm"/>
      <inkml:brushProperty name="color" value="#FFC114"/>
    </inkml:brush>
  </inkml:definitions>
  <inkml:trace contextRef="#ctx0" brushRef="#br0">0 1 24575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6:42.081"/>
    </inkml:context>
    <inkml:brush xml:id="br0">
      <inkml:brushProperty name="width" value="0.1" units="cm"/>
      <inkml:brushProperty name="height" value="0.1" units="cm"/>
      <inkml:brushProperty name="color" value="#8ED973"/>
    </inkml:brush>
  </inkml:definitions>
  <inkml:trace contextRef="#ctx0" brushRef="#br0">0 46 24575,'3'-5'0,"13"-27"0,-16 31 0,1 1 0,-1-1 0,0 1 0,0-1 0,0 1 0,1 0 0,-1-1 0,0 1 0,1 0 0,-1-1 0,0 1 0,1-1 0,-1 1 0,0 0 0,1 0 0,-1-1 0,1 1 0,-1 0 0,0 0 0,1 0 0,-1-1 0,1 1 0,-1 0 0,1 0 0,-1 0 0,1 0 0,-1 0 0,1 0 0,-1 0 0,1 0 0,-1 0 0,1 0 0,-1 0 0,0 0 0,1 0 0,-1 0 0,1 1 0,-1-1 0,1 0 0,-1 0 0,1 0 0,-1 1 0,0-1 0,1 0 0,-1 1 0,0-1 0,1 0 0,-1 1 0,0-1 0,1 0 0,-1 1 0,0-1 0,0 1 0,1-1 0,-1 0 0,0 1 0,0-1 0,0 1 0,0-1 0,1 1 0,-1 0 0,1 4 0,0-1 0,0 1 0,-1 0 0,1 0 0,-1 0 0,0 0 0,0 0 0,-1 4 0,-8 14 0,9-23 0,-1 1 0,1-1 0,-1 1 0,1-1 0,-1 1 0,1-1 0,-1 1 0,1-1 0,-1 0 0,0 1 0,1-1 0,-1 0 0,1 0 0,-1 1 0,0-1 0,1 0 0,-1 0 0,0 0 0,1 0 0,-1 0 0,0 0 0,1 0 0,-1 0 0,0 0 0,1 0 0,-1 0 0,0 0 0,0-1 0,-1-1 7,1 0-1,-1 0 0,1 0 0,0 0 1,0 0-1,0 0 0,0 0 1,1 0-1,-1 0 0,0-1 1,1 1-1,0 0 0,-1 0 0,1-1 1,0 1-1,0 0 0,0 0 1,1-2-1,0-18-207</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6:57.299"/>
    </inkml:context>
    <inkml:brush xml:id="br0">
      <inkml:brushProperty name="width" value="0.1" units="cm"/>
      <inkml:brushProperty name="height" value="0.1" units="cm"/>
      <inkml:brushProperty name="color" value="#FFC114"/>
    </inkml:brush>
  </inkml:definitions>
  <inkml:trace contextRef="#ctx0" brushRef="#br0">0 1 24575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6:57.300"/>
    </inkml:context>
    <inkml:brush xml:id="br0">
      <inkml:brushProperty name="width" value="0.1" units="cm"/>
      <inkml:brushProperty name="height" value="0.1" units="cm"/>
      <inkml:brushProperty name="color" value="#8ED973"/>
    </inkml:brush>
  </inkml:definitions>
  <inkml:trace contextRef="#ctx0" brushRef="#br0">0 46 24575,'3'-5'0,"13"-27"0,-16 31 0,1 1 0,-1-1 0,0 1 0,0-1 0,0 1 0,1 0 0,-1-1 0,0 1 0,1 0 0,-1-1 0,0 1 0,1-1 0,-1 1 0,0 0 0,1 0 0,-1-1 0,1 1 0,-1 0 0,0 0 0,1 0 0,-1-1 0,1 1 0,-1 0 0,1 0 0,-1 0 0,1 0 0,-1 0 0,1 0 0,-1 0 0,1 0 0,-1 0 0,1 0 0,-1 0 0,0 0 0,1 0 0,-1 0 0,1 1 0,-1-1 0,1 0 0,-1 0 0,1 0 0,-1 1 0,0-1 0,1 0 0,-1 1 0,0-1 0,1 0 0,-1 1 0,0-1 0,1 0 0,-1 1 0,0-1 0,0 1 0,1-1 0,-1 0 0,0 1 0,0-1 0,0 1 0,0-1 0,1 1 0,-1 0 0,1 4 0,0-1 0,0 1 0,-1 0 0,1 0 0,-1 0 0,0 0 0,0-1 0,-1 6 0,-8 13 0,9-23 0,-1 1 0,1-1 0,-1 1 0,1-1 0,-1 1 0,1-1 0,-1 1 0,1-1 0,-1 0 0,0 1 0,1-1 0,-1 0 0,1 0 0,-1 1 0,0-1 0,1 0 0,-1 0 0,0 0 0,1 0 0,-1 0 0,0 0 0,1 0 0,-1 0 0,0 0 0,1 0 0,-1 0 0,0 0 0,0-1 0,-1-1 7,1 0-1,-1 0 0,1 0 0,0 0 1,0 0-1,0 0 0,0 0 1,1 0-1,-1 0 0,0-1 1,1 1-1,0 0 0,-1 0 0,1-1 1,0 1-1,0 0 0,0 0 1,1-2-1,0-18-207</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7:11.238"/>
    </inkml:context>
    <inkml:brush xml:id="br0">
      <inkml:brushProperty name="width" value="0.1" units="cm"/>
      <inkml:brushProperty name="height" value="0.1" units="cm"/>
      <inkml:brushProperty name="color" value="#FFC114"/>
    </inkml:brush>
  </inkml:definitions>
  <inkml:trace contextRef="#ctx0" brushRef="#br0">0 1 24575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7:11.240"/>
    </inkml:context>
    <inkml:brush xml:id="br0">
      <inkml:brushProperty name="width" value="0.1" units="cm"/>
      <inkml:brushProperty name="height" value="0.1" units="cm"/>
      <inkml:brushProperty name="color" value="#8ED973"/>
    </inkml:brush>
  </inkml:definitions>
  <inkml:trace contextRef="#ctx0" brushRef="#br0">0 46 24575,'3'-5'0,"13"-27"0,-16 31 0,1 1 0,-1-1 0,0 1 0,0-1 0,0 1 0,1 0 0,-1-1 0,0 1 0,1 0 0,-1-1 0,0 1 0,1-1 0,-1 1 0,0 0 0,1 0 0,-1-1 0,1 1 0,-1 0 0,0 0 0,1 0 0,-1-1 0,1 1 0,-1 0 0,1 0 0,-1 0 0,1 0 0,-1 0 0,1 0 0,-1 0 0,1 0 0,-1 0 0,1 0 0,-1 0 0,0 0 0,1 0 0,-1 0 0,1 1 0,-1-1 0,1 0 0,-1 0 0,1 0 0,-1 1 0,0-1 0,1 0 0,-1 1 0,0-1 0,1 0 0,-1 1 0,0-1 0,1 0 0,-1 1 0,0-1 0,0 1 0,1-1 0,-1 0 0,0 1 0,0-1 0,0 1 0,0-1 0,1 1 0,-1 0 0,1 4 0,0-1 0,0 1 0,-1 0 0,1 0 0,-1 0 0,0 0 0,0 0 0,-1 4 0,-8 14 0,9-23 0,-1 1 0,1-1 0,-1 1 0,1-1 0,-1 1 0,1-1 0,-1 1 0,1-1 0,-1 0 0,0 1 0,1-1 0,-1 0 0,1 0 0,-1 1 0,0-1 0,1 0 0,-1 0 0,0 0 0,1 0 0,-1 0 0,0 0 0,1 0 0,-1 0 0,0 0 0,1 0 0,-1 0 0,0 0 0,0-1 0,-1-1 7,1 0-1,-1 0 0,1 0 0,0 0 1,0 0-1,0 0 0,0 0 1,1 0-1,-1 0 0,0-1 1,1 1-1,0 0 0,-1 0 0,1-1 1,0 1-1,0 0 0,0 0 1,1-2-1,0-18-207</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7:11.495"/>
    </inkml:context>
    <inkml:brush xml:id="br0">
      <inkml:brushProperty name="width" value="0.1" units="cm"/>
      <inkml:brushProperty name="height" value="0.1" units="cm"/>
      <inkml:brushProperty name="color" value="#FFC114"/>
    </inkml:brush>
  </inkml:definitions>
  <inkml:trace contextRef="#ctx0" brushRef="#br0">0 1 24575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7:11.496"/>
    </inkml:context>
    <inkml:brush xml:id="br0">
      <inkml:brushProperty name="width" value="0.1" units="cm"/>
      <inkml:brushProperty name="height" value="0.1" units="cm"/>
      <inkml:brushProperty name="color" value="#8ED973"/>
    </inkml:brush>
  </inkml:definitions>
  <inkml:trace contextRef="#ctx0" brushRef="#br0">0 46 24575,'3'-5'0,"13"-27"0,-16 31 0,1 1 0,-1-1 0,0 1 0,0-1 0,0 1 0,1 0 0,-1-1 0,0 1 0,1 0 0,-1-1 0,0 1 0,1-1 0,-1 1 0,0 0 0,1 0 0,-1-1 0,1 1 0,-1 0 0,0 0 0,1 0 0,-1-1 0,1 1 0,-1 0 0,1 0 0,-1 0 0,1 0 0,-1 0 0,1 0 0,-1 0 0,1 0 0,-1 0 0,1 0 0,-1 0 0,0 0 0,1 0 0,-1 0 0,1 1 0,-1-1 0,1 0 0,-1 0 0,1 0 0,-1 1 0,0-1 0,1 0 0,-1 1 0,0-1 0,1 0 0,-1 1 0,0-1 0,1 0 0,-1 1 0,0-1 0,0 1 0,1-1 0,-1 0 0,0 1 0,0-1 0,0 1 0,0-1 0,1 1 0,-1 0 0,1 4 0,0-1 0,0 1 0,-1 0 0,1 0 0,-1 0 0,0 0 0,0-1 0,-1 6 0,-8 13 0,9-23 0,-1 1 0,1-1 0,-1 1 0,1-1 0,-1 1 0,1-1 0,-1 1 0,1-1 0,-1 0 0,0 1 0,1-1 0,-1 0 0,1 0 0,-1 1 0,0-1 0,1 0 0,-1 0 0,0 0 0,1 0 0,-1 0 0,0 0 0,1 0 0,-1 0 0,0 0 0,1 0 0,-1 0 0,0 0 0,0-1 0,-1-1 7,1 0-1,-1 0 0,1 0 0,0 0 1,0 0-1,0 0 0,0 0 1,1 0-1,-1 0 0,0-1 1,1 1-1,0 0 0,-1 0 0,1-1 1,0 1-1,0 0 0,0 0 1,1-2-1,0-18-207</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7:39.576"/>
    </inkml:context>
    <inkml:brush xml:id="br0">
      <inkml:brushProperty name="width" value="0.1" units="cm"/>
      <inkml:brushProperty name="height" value="0.1" units="cm"/>
      <inkml:brushProperty name="color" value="#FFC114"/>
    </inkml:brush>
  </inkml:definitions>
  <inkml:trace contextRef="#ctx0" brushRef="#br0">0 1 24575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7:39.577"/>
    </inkml:context>
    <inkml:brush xml:id="br0">
      <inkml:brushProperty name="width" value="0.1" units="cm"/>
      <inkml:brushProperty name="height" value="0.1" units="cm"/>
      <inkml:brushProperty name="color" value="#8ED973"/>
    </inkml:brush>
  </inkml:definitions>
  <inkml:trace contextRef="#ctx0" brushRef="#br0">0 46 24575,'3'-5'0,"13"-27"0,-16 31 0,1 1 0,-1-1 0,0 1 0,0-1 0,0 1 0,1 0 0,-1-1 0,0 1 0,1 0 0,-1-1 0,0 1 0,1-1 0,-1 1 0,0 0 0,1 0 0,-1-1 0,1 1 0,-1 0 0,0 0 0,1 0 0,-1-1 0,1 1 0,-1 0 0,1 0 0,-1 0 0,1 0 0,-1 0 0,1 0 0,-1 0 0,1 0 0,-1 0 0,1 0 0,-1 0 0,0 0 0,1 0 0,-1 0 0,1 1 0,-1-1 0,1 0 0,-1 0 0,1 0 0,-1 1 0,0-1 0,1 0 0,-1 1 0,0-1 0,1 0 0,-1 1 0,0-1 0,1 0 0,-1 1 0,0-1 0,0 1 0,1-1 0,-1 0 0,0 1 0,0-1 0,0 1 0,0-1 0,1 1 0,-1 0 0,1 4 0,0-1 0,0 1 0,-1 0 0,1 0 0,-1 0 0,0 0 0,0-1 0,-1 6 0,-8 13 0,9-23 0,-1 1 0,1-1 0,-1 1 0,1-1 0,-1 1 0,1-1 0,-1 1 0,1-1 0,-1 0 0,0 1 0,1-1 0,-1 0 0,1 0 0,-1 1 0,0-1 0,1 0 0,-1 0 0,0 0 0,1 0 0,-1 0 0,0 0 0,1 0 0,-1 0 0,0 0 0,1 0 0,-1 0 0,0 0 0,0-1 0,-1-1 7,1 0-1,-1 0 0,1 0 0,0 0 1,0 0-1,0 0 0,0 0 1,1 0-1,-1 0 0,0-1 1,1 1-1,0 0 0,-1 0 0,1-1 1,0 1-1,0 0 0,0 0 1,1-2-1,0-18-207</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7:54.831"/>
    </inkml:context>
    <inkml:brush xml:id="br0">
      <inkml:brushProperty name="width" value="0.1" units="cm"/>
      <inkml:brushProperty name="height" value="0.1" units="cm"/>
      <inkml:brushProperty name="color" value="#FFC114"/>
    </inkml:brush>
  </inkml:definitions>
  <inkml:trace contextRef="#ctx0" brushRef="#br0">0 1 24575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47:54.832"/>
    </inkml:context>
    <inkml:brush xml:id="br0">
      <inkml:brushProperty name="width" value="0.1" units="cm"/>
      <inkml:brushProperty name="height" value="0.1" units="cm"/>
      <inkml:brushProperty name="color" value="#8ED973"/>
    </inkml:brush>
  </inkml:definitions>
  <inkml:trace contextRef="#ctx0" brushRef="#br0">0 46 24575,'3'-5'0,"13"-27"0,-16 31 0,1 1 0,-1-1 0,0 1 0,0-1 0,0 1 0,1 0 0,-1-1 0,0 1 0,1 0 0,-1-1 0,0 1 0,1-1 0,-1 1 0,0 0 0,1 0 0,-1-1 0,1 1 0,-1 0 0,0 0 0,1 0 0,-1-1 0,1 1 0,-1 0 0,1 0 0,-1 0 0,1 0 0,-1 0 0,1 0 0,-1 0 0,1 0 0,-1 0 0,1 0 0,-1 0 0,0 0 0,1 0 0,-1 0 0,1 1 0,-1-1 0,1 0 0,-1 0 0,1 0 0,-1 1 0,0-1 0,1 0 0,-1 1 0,0-1 0,1 0 0,-1 1 0,0-1 0,1 0 0,-1 1 0,0-1 0,0 1 0,1-1 0,-1 0 0,0 1 0,0-1 0,0 1 0,0-1 0,1 1 0,-1 0 0,1 4 0,0-1 0,0 1 0,-1 0 0,1 0 0,-1 0 0,0 0 0,0-1 0,-1 6 0,-8 13 0,9-23 0,-1 1 0,1-1 0,-1 1 0,1-1 0,-1 1 0,1-1 0,-1 1 0,1-1 0,-1 0 0,0 1 0,1-1 0,-1 0 0,1 0 0,-1 1 0,0-1 0,1 0 0,-1 0 0,0 0 0,1 0 0,-1 0 0,0 0 0,1 0 0,-1 0 0,0 0 0,1 0 0,-1 0 0,0 0 0,0-1 0,-1-1 7,1 0-1,-1 0 0,1 0 0,0 0 1,0 0-1,0 0 0,0 0 1,1 0-1,-1 0 0,0-1 1,1 1-1,0 0 0,-1 0 0,1-1 1,0 1-1,0 0 0,0 0 1,1-2-1,0-18-207</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50:23.082"/>
    </inkml:context>
    <inkml:brush xml:id="br0">
      <inkml:brushProperty name="width" value="0.1" units="cm"/>
      <inkml:brushProperty name="height" value="0.1" units="cm"/>
      <inkml:brushProperty name="color" value="#FFC114"/>
    </inkml:brush>
  </inkml:definitions>
  <inkml:trace contextRef="#ctx0" brushRef="#br0">0 1 24575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50:23.082"/>
    </inkml:context>
    <inkml:brush xml:id="br0">
      <inkml:brushProperty name="width" value="0.1" units="cm"/>
      <inkml:brushProperty name="height" value="0.1" units="cm"/>
      <inkml:brushProperty name="color" value="#8ED973"/>
    </inkml:brush>
  </inkml:definitions>
  <inkml:trace contextRef="#ctx0" brushRef="#br0">0 46 24575,'3'-5'0,"13"-27"0,-16 31 0,1 1 0,-1-1 0,0 1 0,0-1 0,0 1 0,1 0 0,-1-1 0,0 1 0,1 0 0,-1-1 0,0 1 0,1-1 0,-1 1 0,0 0 0,1 0 0,-1-1 0,1 1 0,-1 0 0,0 0 0,1 0 0,-1-1 0,1 1 0,-1 0 0,1 0 0,-1 0 0,1 0 0,-1 0 0,1 0 0,-1 0 0,1 0 0,-1 0 0,1 0 0,-1 0 0,0 0 0,1 0 0,-1 0 0,1 1 0,-1-1 0,1 0 0,-1 0 0,1 0 0,-1 1 0,0-1 0,1 0 0,-1 1 0,0-1 0,1 0 0,-1 1 0,0-1 0,1 0 0,-1 1 0,0-1 0,0 1 0,1-1 0,-1 0 0,0 1 0,0-1 0,0 1 0,0-1 0,1 1 0,-1 0 0,1 4 0,0-1 0,0 1 0,-1 0 0,1 0 0,-1 0 0,0 0 0,0-1 0,-1 6 0,-8 13 0,9-23 0,-1 1 0,1-1 0,-1 1 0,1-1 0,-1 1 0,1-1 0,-1 1 0,1-1 0,-1 0 0,0 1 0,1-1 0,-1 0 0,1 0 0,-1 1 0,0-1 0,1 0 0,-1 0 0,0 0 0,1 0 0,-1 0 0,0 0 0,1 0 0,-1 0 0,0 0 0,1 0 0,-1 0 0,0 0 0,0-1 0,-1-1 7,1 0-1,-1 0 0,1 0 0,0 0 1,0 0-1,0 0 0,0 0 1,1 0-1,-1 0 0,0-1 1,1 1-1,0 0 0,-1 0 0,1-1 1,0 1-1,0 0 0,0 0 1,1-2-1,0-18-207</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51:09.920"/>
    </inkml:context>
    <inkml:brush xml:id="br0">
      <inkml:brushProperty name="width" value="0.1" units="cm"/>
      <inkml:brushProperty name="height" value="0.1" units="cm"/>
      <inkml:brushProperty name="color" value="#FFC114"/>
    </inkml:brush>
  </inkml:definitions>
  <inkml:trace contextRef="#ctx0" brushRef="#br0">0 1 24575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51:09.921"/>
    </inkml:context>
    <inkml:brush xml:id="br0">
      <inkml:brushProperty name="width" value="0.1" units="cm"/>
      <inkml:brushProperty name="height" value="0.1" units="cm"/>
      <inkml:brushProperty name="color" value="#8ED973"/>
    </inkml:brush>
  </inkml:definitions>
  <inkml:trace contextRef="#ctx0" brushRef="#br0">0 46 24575,'3'-5'0,"13"-27"0,-16 31 0,1 1 0,-1-1 0,0 1 0,0-1 0,0 1 0,1 0 0,-1-1 0,0 1 0,1 0 0,-1-1 0,0 1 0,1-1 0,-1 1 0,0 0 0,1 0 0,-1-1 0,1 1 0,-1 0 0,0 0 0,1 0 0,-1-1 0,1 1 0,-1 0 0,1 0 0,-1 0 0,1 0 0,-1 0 0,1 0 0,-1 0 0,1 0 0,-1 0 0,1 0 0,-1 0 0,0 0 0,1 0 0,-1 0 0,1 1 0,-1-1 0,1 0 0,-1 0 0,1 0 0,-1 1 0,0-1 0,1 0 0,-1 1 0,0-1 0,1 0 0,-1 1 0,0-1 0,1 0 0,-1 1 0,0-1 0,0 1 0,1-1 0,-1 0 0,0 1 0,0-1 0,0 1 0,0-1 0,1 1 0,-1 0 0,1 4 0,0-1 0,0 1 0,-1 0 0,1 0 0,-1 0 0,0 0 0,0 0 0,-1 4 0,-8 14 0,9-23 0,-1 1 0,1-1 0,-1 1 0,1-1 0,-1 1 0,1-1 0,-1 1 0,1-1 0,-1 0 0,0 1 0,1-1 0,-1 0 0,1 0 0,-1 1 0,0-1 0,1 0 0,-1 0 0,0 0 0,1 0 0,-1 0 0,0 0 0,1 0 0,-1 0 0,0 0 0,1 0 0,-1 0 0,0 0 0,0-1 0,-1-1 7,1 0-1,-1 0 0,1 0 0,0 0 1,0 0-1,0 0 0,0 0 1,1 0-1,-1 0 0,0-1 1,1 1-1,0 0 0,-1 0 0,1-1 1,0 1-1,0 0 0,0 0 1,1-2-1,0-18-207</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51:54.819"/>
    </inkml:context>
    <inkml:brush xml:id="br0">
      <inkml:brushProperty name="width" value="0.025" units="cm"/>
      <inkml:brushProperty name="height" value="0.025" units="cm"/>
      <inkml:brushProperty name="color" value="#FFC114"/>
    </inkml:brush>
  </inkml:definitions>
  <inkml:trace contextRef="#ctx0" brushRef="#br0">0 24 24575,'14'-5'0,"-6"1"0,0 1 0,0 1 0,0-1 0,0 1 0,1 1 0,-1-1 0,0 1 0,1 1 0,-1 0 0,1 0 0,14 2 0,-22-1 0,0-1 0,0 1 0,1-1 0,-1 1 0,0-1 0,0 1 0,0 0 0,0 0 0,0-1 0,0 1 0,0 0 0,0 0 0,0 0 0,0 0 0,0 0 0,-1 0 0,1 1 0,0-1 0,-1 0 0,1 0 0,0 3 0,0-1 0,0 1 0,-1 0 0,1-1 0,-1 1 0,0-1 0,0 0 0,-1 0 0,0 6 0,0-2 0,-1 1 0,0 0 0,-1-1 0,1 1 0,-2-1 0,1 0 0,-6 8 0,3-8-114,-1 0 1,-1-1-1,1 0 0,-1 0 0,0-1 1,-1 0-1,1 0 0,-1 0 0,0-1 1,0-1-1,-15 5 0,18-7-6712</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51:57.240"/>
    </inkml:context>
    <inkml:brush xml:id="br0">
      <inkml:brushProperty name="width" value="0.025" units="cm"/>
      <inkml:brushProperty name="height" value="0.025" units="cm"/>
      <inkml:brushProperty name="color" value="#FFC114"/>
    </inkml:brush>
  </inkml:definitions>
  <inkml:trace contextRef="#ctx0" brushRef="#br0">7 1 24575,'-4'23'0,"4"-22"0,-1 0 0,1 0 0,0 0 0,-1 0 0,1 1 0,0-1 0,0 0 0,0 0 0,0 0 0,0 0 0,0 0 0,0 1 0,0-1 0,1 2 0,0-2 0,0-1 0,0 1 0,0 0 0,0-1 0,0 1 0,0-1 0,1 1 0,-1-1 0,0 1 0,0-1 0,0 0 0,0 0 0,1 0 0,-1 0 0,0 0 0,0 0 0,1 0 0,-1 0 0,0 0 0,1 0 0,61-1-1365,-58 1-5461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3:01.782"/>
    </inkml:context>
    <inkml:brush xml:id="br0">
      <inkml:brushProperty name="width" value="0.1" units="cm"/>
      <inkml:brushProperty name="height" value="0.2" units="cm"/>
      <inkml:brushProperty name="color" value="#EF0C4D"/>
      <inkml:brushProperty name="tip" value="rectangle"/>
      <inkml:brushProperty name="rasterOp" value="maskPen"/>
      <inkml:brushProperty name="ignorePressure" value="1"/>
    </inkml:brush>
  </inkml:definitions>
  <inkml:trace contextRef="#ctx0" brushRef="#br0">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7:39.874"/>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7:43.111"/>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7:52.908"/>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7:55.140"/>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7:57.389"/>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7:59.391"/>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8:54.698"/>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9:03.459"/>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9T05:59:12.464"/>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6:01:25.626"/>
    </inkml:context>
    <inkml:brush xml:id="br0">
      <inkml:brushProperty name="width" value="0.05" units="cm"/>
      <inkml:brushProperty name="height" value="0.05" units="cm"/>
      <inkml:brushProperty name="color" value="#FFFFFF"/>
    </inkml:brush>
  </inkml:definitions>
  <inkml:trace contextRef="#ctx0" brushRef="#br0">2 1 24575,'-1'23'0,"1"7"0,0 0 0,2 1 0,9 44 0,-3-38-341,-3 0 0,-1 1-1,-2 59 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6:01:32.600"/>
    </inkml:context>
    <inkml:brush xml:id="br0">
      <inkml:brushProperty name="width" value="0.05" units="cm"/>
      <inkml:brushProperty name="height" value="0.05" units="cm"/>
      <inkml:brushProperty name="color" value="#FFFFFF"/>
    </inkml:brush>
  </inkml:definitions>
  <inkml:trace contextRef="#ctx0" brushRef="#br0">0 1 24575,'1'3'0,"0"1"0,0-1 0,0 1 0,1-1 0,-1 0 0,1 0 0,2 4 0,6 14 0,-5-3 0,-1-5 0,0 0 0,0 0 0,1 0 0,10 17 0,-6-12 0,-1 0 0,10 32 0,-10-28 0,53 135 0,-40-97-1365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6:01:36.889"/>
    </inkml:context>
    <inkml:brush xml:id="br0">
      <inkml:brushProperty name="width" value="0.05" units="cm"/>
      <inkml:brushProperty name="height" value="0.05" units="cm"/>
      <inkml:brushProperty name="color" value="#FFFFFF"/>
    </inkml:brush>
  </inkml:definitions>
  <inkml:trace contextRef="#ctx0" brushRef="#br0">1 0 24575,'1'21'0,"1"0"0,2-1 0,10 40 0,-8-38 0,-1-1 0,0 1 0,1 30 0,-7-50 5,1 0 0,1 1 0,-1-1-1,0 1 1,1-1 0,-1 1 0,1-1 0,0 1-1,0-1 1,0 0 0,0 1 0,0-1 0,1 0-1,-1 0 1,1 1 0,-1-1 0,1 0-1,0-1 1,-1 1 0,1 0 0,0 0 0,1-1-1,-1 1 1,4 1 0,0-1-170,0 1 0,1-1 0,-1-1 0,1 1 0,0-1 0,-1 0 0,1-1 0,9 0 0,-1 0-6661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6:03:14.374"/>
    </inkml:context>
    <inkml:brush xml:id="br0">
      <inkml:brushProperty name="width" value="0.1" units="cm"/>
      <inkml:brushProperty name="height" value="0.1" units="cm"/>
      <inkml:brushProperty name="color" value="#F6630D"/>
    </inkml:brush>
  </inkml:definitions>
  <inkml:trace contextRef="#ctx0" brushRef="#br0">1 0 24575,'0'6'0,"1"0"0,-1 0 0,1 0 0,0 0 0,1 0 0,0 0 0,0 0 0,0-2 0,0 2 0,1-1 0,0 0 0,0 1 0,1-1 0,-1-1 0,1 1 0,0 0 0,0-1 0,1 0 0,-1 0 0,1 0 0,5 3 0,16 12 0,40 35 0,-15-9 0,23 15 0,-44-37 0,-25-20 0,1 0 0,-1 0 0,-1 1 0,1 0 0,0 0 0,-1-1 0,0 1 0,0 1 0,0 0 0,0 0 0,-1 0 0,0 0 0,0 1 0,0-1 0,-1 1 0,0-1 0,3 11 0,-3-1 0,1-1 0,0 0 0,2 0 0,-1 0 0,2 0 0,0 0 0,0-1 0,2 0 0,-1-1 0,2 0 0,-1 0 0,21 21 0,1 0 0,-18-19 0,1-1 0,20 18 0,-19-22 0,0 0 0,0 0 0,1-2 0,0-1 0,0 1 0,0-2 0,1 0 0,0 0 0,21 2 0,-1 0 0,-12-2 0,0-1 0,32 1 0,22 7-1365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54:27.848"/>
    </inkml:context>
    <inkml:brush xml:id="br0">
      <inkml:brushProperty name="width" value="0.1" units="cm"/>
      <inkml:brushProperty name="height" value="0.1" units="cm"/>
      <inkml:brushProperty name="color" value="#FFC114"/>
    </inkml:brush>
  </inkml:definitions>
  <inkml:trace contextRef="#ctx0" brushRef="#br0">1 4 24575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5:54:27.849"/>
    </inkml:context>
    <inkml:brush xml:id="br0">
      <inkml:brushProperty name="width" value="0.1" units="cm"/>
      <inkml:brushProperty name="height" value="0.1" units="cm"/>
      <inkml:brushProperty name="color" value="#8ED973"/>
    </inkml:brush>
  </inkml:definitions>
  <inkml:trace contextRef="#ctx0" brushRef="#br0">1 45 24575,'2'-5'0,"13"-24"0,-15 29 0,0-1 0,1 1 0,-1-1 0,0 1 0,0 0 0,1 0 0,-1 0 0,0-1 0,0 1 0,1-1 0,-1 1 0,0 0 0,1 0 0,-1-1 0,1 1 0,-1 0 0,0-1 0,1 1 0,-1 0 0,1 0 0,-1 0 0,1 0 0,-1-1 0,1 1 0,-1 0 0,0 0 0,0 0 0,0 0 0,1 0 0,-1 0 0,1 0 0,-1 0 0,1 0 0,-1 0 0,1 1 0,-1-1 0,1 0 0,-1 0 0,1 0 0,-1 1 0,0-1 0,1 0 0,-1 0 0,1 1 0,-1-1 0,0 0 0,1 1 0,-1-1 0,0 0 0,1 1 0,-1-1 0,0 0 0,0 0 0,0 0 0,0 1 0,0-1 0,0 1 0,0-1 0,0 1 0,0-1 0,1 1 0,0 4 0,0-1 0,0 1 0,-1-2 0,1 2 0,-1 0 0,0-1 0,0 1 0,-2 4 0,-5 12 0,7-20 0,-1-1 0,1 1 0,-1-1 0,1 0 0,-1 0 0,1 0 0,-1 1 0,0-1 0,1 1 0,-1-1 0,1 0 0,0 0 0,-1 1 0,1-1 0,-1 0 0,0 0 0,1 0 0,-1 0 0,0 0 0,1 1 0,-1-1 0,0-1 0,1 1 0,-1 0 0,0 0 0,1 0 0,-1 0 0,0-1 0,0-1 7,0 2-1,-1-2 0,1 0 0,0 0 1,0 0-1,0 0 0,0 0 1,0 0-1,1 0 0,0 0 1,0 0-1,0 0 0,-1 0 0,1 0 1,0-1-1,0 1 0,0 1 1,1-4-1,-1-15-207</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0T11:04:32.722"/>
    </inkml:context>
    <inkml:brush xml:id="br0">
      <inkml:brushProperty name="width" value="0.1" units="cm"/>
      <inkml:brushProperty name="height" value="0.1" units="cm"/>
      <inkml:brushProperty name="color" value="#FFFFFF"/>
    </inkml:brush>
  </inkml:definitions>
  <inkml:trace contextRef="#ctx0" brushRef="#br0">1 1 24380,'0'465'0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0T11:04:40.468"/>
    </inkml:context>
    <inkml:brush xml:id="br0">
      <inkml:brushProperty name="width" value="0.1" units="cm"/>
      <inkml:brushProperty name="height" value="0.1" units="cm"/>
      <inkml:brushProperty name="color" value="#FFFFFF"/>
    </inkml:brush>
  </inkml:definitions>
  <inkml:trace contextRef="#ctx0" brushRef="#br0">0 1 24502,'169'481'0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0T11:04:45.349"/>
    </inkml:context>
    <inkml:brush xml:id="br0">
      <inkml:brushProperty name="width" value="0.1" units="cm"/>
      <inkml:brushProperty name="height" value="0.1" units="cm"/>
      <inkml:brushProperty name="color" value="#FFFFFF"/>
    </inkml:brush>
  </inkml:definitions>
  <inkml:trace contextRef="#ctx0" brushRef="#br0">1 1 24575,'0'0'0,"1"1"0,0-1 0,-1 1 0,1-1 0,-1 1 0,1-1 0,-1 1 0,1 0 0,-1-1 0,1 1 0,-1 0 0,1-1 0,-1 1 0,0 0 0,0 0 0,1-1 0,-1 1 0,0 0 0,0 0 0,0 0 0,0-1 0,0 1 0,0 1 0,2 23 0,-2-24 0,-1 80 0,2 28 0,0-108 0,-1-1 0,0 1 0,1 0 0,-1 0 0,1-1 0,-1 1 0,1-1 0,-1 1 0,1 0 0,0-1 0,-1 1 0,1-1 0,0 1 0,-1-1 0,1 0 0,0 1 0,0-1 0,-1 0 0,1 1 0,0-1 0,0 0 0,0 0 0,-1 0 0,1 0 0,0 1 0,0-1 0,1-1 0,33 2 0,-16-1 0,55 17 0,-69-16-1365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8T12:47:24.882"/>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1,'71'3,"70"12,-72-6,77 0,346-10,-462 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8T12:47:27.034"/>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1,'249'17,"-37"0,173-15,-205-3,-151 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8T12:47:35.069"/>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0,'813'0,"-778"2,0 2,41 8,-38-4,60 2,148-10,-216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8T12:47:40.743"/>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0 0,'1235'0'0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8T12:47:45.643"/>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0 0,'1377'0'0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8T12:47:50.565"/>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0 0,'1341'0'0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8T12:47:55.113"/>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0,'126'6,"128"22,-3 0,212-19,-424-9,-10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8T12:47:56.510"/>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1,'1024'0,"-994"0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8T12:46:33.755"/>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1 37,'269'2,"285"-5,-396-15,-109 11,68-3,-82 10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8T12:50:44.891"/>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0,'1307'0,"-1277"0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8T12:50:46.915"/>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0 106 0,'1305'-106'0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8T12:50:51.703"/>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22,'1411'0,"-1391"0,1-2,-1 0,29-8,-19 3</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0T21:41:45.759"/>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8 0,'1440'0'0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0T21:52:39.403"/>
    </inkml:context>
    <inkml:brush xml:id="br0">
      <inkml:brushProperty name="width" value="0.2" units="cm"/>
      <inkml:brushProperty name="height" value="0.4" units="cm"/>
      <inkml:brushProperty name="color" value="#00F900"/>
      <inkml:brushProperty name="tip" value="rectangle"/>
      <inkml:brushProperty name="rasterOp" value="maskPen"/>
      <inkml:brushProperty name="ignorePressure" value="1"/>
    </inkml:brush>
  </inkml:definitions>
  <inkml:trace contextRef="#ctx0" brushRef="#br0">0 8 0,'1440'0'0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7B30CF-9401-4774-8E98-A470D397FC3E}" type="datetimeFigureOut">
              <a:rPr lang="en-IN" smtClean="0"/>
              <a:t>20-09-2026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E73000-C2E2-4C5C-8310-C0720137C38A}" type="slidenum">
              <a:rPr lang="en-IN" smtClean="0"/>
              <a:t>‹#›</a:t>
            </a:fld>
            <a:endParaRPr lang="en-IN"/>
          </a:p>
        </p:txBody>
      </p:sp>
    </p:spTree>
    <p:extLst>
      <p:ext uri="{BB962C8B-B14F-4D97-AF65-F5344CB8AC3E}">
        <p14:creationId xmlns:p14="http://schemas.microsoft.com/office/powerpoint/2010/main" val="1172484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5E73000-C2E2-4C5C-8310-C0720137C38A}" type="slidenum">
              <a:rPr lang="en-IN" smtClean="0"/>
              <a:t>1</a:t>
            </a:fld>
            <a:endParaRPr lang="en-IN"/>
          </a:p>
        </p:txBody>
      </p:sp>
    </p:spTree>
    <p:extLst>
      <p:ext uri="{BB962C8B-B14F-4D97-AF65-F5344CB8AC3E}">
        <p14:creationId xmlns:p14="http://schemas.microsoft.com/office/powerpoint/2010/main" val="559891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5E73000-C2E2-4C5C-8310-C0720137C38A}" type="slidenum">
              <a:rPr lang="en-IN" smtClean="0"/>
              <a:t>2</a:t>
            </a:fld>
            <a:endParaRPr lang="en-IN"/>
          </a:p>
        </p:txBody>
      </p:sp>
    </p:spTree>
    <p:extLst>
      <p:ext uri="{BB962C8B-B14F-4D97-AF65-F5344CB8AC3E}">
        <p14:creationId xmlns:p14="http://schemas.microsoft.com/office/powerpoint/2010/main" val="2480892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solidFill>
                  <a:schemeClr val="bg2"/>
                </a:solidFill>
              </a:rPr>
              <a:t>1.5mins</a:t>
            </a:r>
          </a:p>
          <a:p>
            <a:pPr marL="171450" indent="-171450">
              <a:buFontTx/>
              <a:buChar char="-"/>
            </a:pPr>
            <a:r>
              <a:rPr lang="en-US" dirty="0">
                <a:solidFill>
                  <a:schemeClr val="bg2"/>
                </a:solidFill>
              </a:rPr>
              <a:t>Controlling musculoskeletal systems in simulation is a valuable field of work for clinicians, roboticists and for development of assistive design devices etc. This control problem is much harder than a torque actuated system. </a:t>
            </a:r>
          </a:p>
          <a:p>
            <a:pPr marL="171450" indent="-171450">
              <a:buFontTx/>
              <a:buChar char="-"/>
            </a:pPr>
            <a:r>
              <a:rPr lang="en-US" dirty="0">
                <a:solidFill>
                  <a:schemeClr val="bg2"/>
                </a:solidFill>
              </a:rPr>
              <a:t>Even for humans, this is a skill that we </a:t>
            </a:r>
            <a:r>
              <a:rPr lang="en-US" dirty="0" err="1">
                <a:solidFill>
                  <a:schemeClr val="bg2"/>
                </a:solidFill>
              </a:rPr>
              <a:t>aquire</a:t>
            </a:r>
            <a:r>
              <a:rPr lang="en-US" dirty="0">
                <a:solidFill>
                  <a:schemeClr val="bg2"/>
                </a:solidFill>
              </a:rPr>
              <a:t> from practice to learn control as toddlers. This is because muscle activation dynamics are non-linear and are complicated.</a:t>
            </a:r>
          </a:p>
          <a:p>
            <a:pPr marL="171450" indent="-171450">
              <a:buFontTx/>
              <a:buChar char="-"/>
            </a:pPr>
            <a:r>
              <a:rPr lang="en-US" dirty="0">
                <a:solidFill>
                  <a:schemeClr val="bg2"/>
                </a:solidFill>
              </a:rPr>
              <a:t>To start with, we have more number of muscles than joints. Muscles can, for example only contract but cant push, so the body has to find a coordination strategy in which the forces don’t cancel each other out. </a:t>
            </a:r>
          </a:p>
          <a:p>
            <a:pPr marL="171450" indent="-171450">
              <a:buFontTx/>
              <a:buChar char="-"/>
            </a:pPr>
            <a:r>
              <a:rPr lang="en-US" dirty="0">
                <a:solidFill>
                  <a:schemeClr val="bg2"/>
                </a:solidFill>
              </a:rPr>
              <a:t>You can see this in the video that's playing, that even balancing is hard. </a:t>
            </a:r>
          </a:p>
          <a:p>
            <a:pPr marL="171450" indent="-171450">
              <a:buFontTx/>
              <a:buChar char="-"/>
            </a:pPr>
            <a:r>
              <a:rPr lang="en-US" dirty="0">
                <a:solidFill>
                  <a:schemeClr val="bg2"/>
                </a:solidFill>
              </a:rPr>
              <a:t>PLAY 2ND</a:t>
            </a:r>
          </a:p>
          <a:p>
            <a:pPr marL="171450" indent="-171450">
              <a:buFontTx/>
              <a:buChar char="-"/>
            </a:pPr>
            <a:r>
              <a:rPr lang="en-US" dirty="0">
                <a:solidFill>
                  <a:schemeClr val="bg2"/>
                </a:solidFill>
              </a:rPr>
              <a:t>With reinforcement learning, the challenge is amplified because look at this example. The task is to keep walking, so the model, because of the freedom that comes with being associated with movement of muscles, resorts to a hopping behaviour.</a:t>
            </a:r>
          </a:p>
          <a:p>
            <a:pPr marL="171450" indent="-171450">
              <a:buFontTx/>
              <a:buChar char="-"/>
            </a:pPr>
            <a:r>
              <a:rPr lang="en-US" dirty="0">
                <a:solidFill>
                  <a:schemeClr val="bg2"/>
                </a:solidFill>
              </a:rPr>
              <a:t> Researchers have approached this in several ways: tuning the reward to penalize undesirable  gaits, imitating motion capture data, exploring using the body's own dynamics, and using for example using correlated noise instead of white noise. </a:t>
            </a:r>
          </a:p>
          <a:p>
            <a:pPr marL="171450" indent="-171450">
              <a:buFontTx/>
              <a:buChar char="-"/>
            </a:pPr>
            <a:r>
              <a:rPr lang="en-US" dirty="0">
                <a:solidFill>
                  <a:schemeClr val="bg2"/>
                </a:solidFill>
              </a:rPr>
              <a:t>My work belongs to a different domain, in which we can change how the action itself is represented. In walking, a small number of muscle synergies account for most of the observed muscle activity, which reduces the search space. </a:t>
            </a:r>
          </a:p>
          <a:p>
            <a:pPr marL="171450" indent="-171450">
              <a:buFontTx/>
              <a:buChar char="-"/>
            </a:pPr>
            <a:r>
              <a:rPr lang="en-US" dirty="0">
                <a:solidFill>
                  <a:schemeClr val="bg2"/>
                </a:solidFill>
              </a:rPr>
              <a:t>My thesis asks: what happens if we derive that structure from human muscle data, rather than learning it purely in simulation?</a:t>
            </a:r>
          </a:p>
        </p:txBody>
      </p:sp>
      <p:sp>
        <p:nvSpPr>
          <p:cNvPr id="4" name="Slide Number Placeholder 3"/>
          <p:cNvSpPr>
            <a:spLocks noGrp="1"/>
          </p:cNvSpPr>
          <p:nvPr>
            <p:ph type="sldNum" sz="quarter" idx="5"/>
          </p:nvPr>
        </p:nvSpPr>
        <p:spPr/>
        <p:txBody>
          <a:bodyPr/>
          <a:lstStyle/>
          <a:p>
            <a:fld id="{05E73000-C2E2-4C5C-8310-C0720137C38A}" type="slidenum">
              <a:rPr lang="en-IN" smtClean="0"/>
              <a:t>3</a:t>
            </a:fld>
            <a:endParaRPr lang="en-IN"/>
          </a:p>
        </p:txBody>
      </p:sp>
    </p:spTree>
    <p:extLst>
      <p:ext uri="{BB962C8B-B14F-4D97-AF65-F5344CB8AC3E}">
        <p14:creationId xmlns:p14="http://schemas.microsoft.com/office/powerpoint/2010/main" val="5715027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1min.</a:t>
            </a:r>
          </a:p>
          <a:p>
            <a:pPr marL="171450" indent="-171450">
              <a:buFontTx/>
              <a:buChar char="-"/>
            </a:pPr>
            <a:r>
              <a:rPr lang="en-US" dirty="0"/>
              <a:t>Human muscle data comes from surface electromyography, and there are several public datasets of people walking in different modes. - In the video, you can see the coordinated structure of walking: some muscles switch on while others go quiet, and this shows up clearly in the EMG.</a:t>
            </a:r>
          </a:p>
          <a:p>
            <a:pPr marL="171450" indent="-171450">
              <a:buFontTx/>
              <a:buChar char="-"/>
            </a:pPr>
            <a:r>
              <a:rPr lang="en-US" dirty="0"/>
              <a:t>Walking is repetitive, so we analyze the EMGs over a gait cycle, from one heel strike to the next heel strike of the same foot. </a:t>
            </a:r>
          </a:p>
          <a:p>
            <a:pPr marL="171450" indent="-171450">
              <a:buFontTx/>
              <a:buChar char="-"/>
            </a:pPr>
            <a:r>
              <a:rPr lang="en-US" dirty="0"/>
              <a:t>This signal shows the brain's intent to activate a muscle rather than the exact force, but it's still a good proxy for activation.</a:t>
            </a:r>
          </a:p>
          <a:p>
            <a:pPr marL="171450" indent="-171450">
              <a:buFontTx/>
              <a:buChar char="-"/>
            </a:pPr>
            <a:r>
              <a:rPr lang="en-US" dirty="0"/>
              <a:t>The biggest limitation is that a subject's EMG doesn't necessarily transfer to the body we simulate. We want to see how far it gets us.</a:t>
            </a:r>
          </a:p>
          <a:p>
            <a:pPr marL="171450" indent="-171450">
              <a:buFontTx/>
              <a:buChar char="-"/>
            </a:pPr>
            <a:r>
              <a:rPr lang="en-US" dirty="0"/>
              <a:t>So our exploratory hypothesis is that an EMG-derived action space helps the policy find coordinated gait strategies earlier and learn faster or makes the gait more human-like, or both.</a:t>
            </a:r>
            <a:endParaRPr lang="en-IN" dirty="0"/>
          </a:p>
        </p:txBody>
      </p:sp>
      <p:sp>
        <p:nvSpPr>
          <p:cNvPr id="4" name="Slide Number Placeholder 3"/>
          <p:cNvSpPr>
            <a:spLocks noGrp="1"/>
          </p:cNvSpPr>
          <p:nvPr>
            <p:ph type="sldNum" sz="quarter" idx="5"/>
          </p:nvPr>
        </p:nvSpPr>
        <p:spPr/>
        <p:txBody>
          <a:bodyPr/>
          <a:lstStyle/>
          <a:p>
            <a:fld id="{05E73000-C2E2-4C5C-8310-C0720137C38A}" type="slidenum">
              <a:rPr lang="en-IN" smtClean="0"/>
              <a:t>4</a:t>
            </a:fld>
            <a:endParaRPr lang="en-IN"/>
          </a:p>
        </p:txBody>
      </p:sp>
    </p:spTree>
    <p:extLst>
      <p:ext uri="{BB962C8B-B14F-4D97-AF65-F5344CB8AC3E}">
        <p14:creationId xmlns:p14="http://schemas.microsoft.com/office/powerpoint/2010/main" val="2418709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solidFill>
                  <a:schemeClr val="bg2"/>
                </a:solidFill>
              </a:rPr>
              <a:t>10sec</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solidFill>
                  <a:schemeClr val="bg2"/>
                </a:solidFill>
              </a:rPr>
              <a:t>The idea is to use EMG signals as a prior, which is an inductive bias to reduce the search space for the policy to get coordinated actions. </a:t>
            </a:r>
          </a:p>
          <a:p>
            <a:endParaRPr lang="en-IN" dirty="0"/>
          </a:p>
          <a:p>
            <a:endParaRPr lang="en-IN" dirty="0"/>
          </a:p>
          <a:p>
            <a:endParaRPr lang="en-IN" dirty="0"/>
          </a:p>
          <a:p>
            <a:r>
              <a:rPr lang="en-IN" dirty="0"/>
              <a:t>Top 3 takeaways for methods – write accordingly</a:t>
            </a:r>
          </a:p>
        </p:txBody>
      </p:sp>
      <p:sp>
        <p:nvSpPr>
          <p:cNvPr id="4" name="Slide Number Placeholder 3"/>
          <p:cNvSpPr>
            <a:spLocks noGrp="1"/>
          </p:cNvSpPr>
          <p:nvPr>
            <p:ph type="sldNum" sz="quarter" idx="5"/>
          </p:nvPr>
        </p:nvSpPr>
        <p:spPr/>
        <p:txBody>
          <a:bodyPr/>
          <a:lstStyle/>
          <a:p>
            <a:fld id="{05E73000-C2E2-4C5C-8310-C0720137C38A}" type="slidenum">
              <a:rPr lang="en-IN" smtClean="0"/>
              <a:t>5</a:t>
            </a:fld>
            <a:endParaRPr lang="en-IN"/>
          </a:p>
        </p:txBody>
      </p:sp>
    </p:spTree>
    <p:extLst>
      <p:ext uri="{BB962C8B-B14F-4D97-AF65-F5344CB8AC3E}">
        <p14:creationId xmlns:p14="http://schemas.microsoft.com/office/powerpoint/2010/main" val="1614253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(45secs)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N" dirty="0"/>
              <a:t>To design the prior, we need to find the handful few movements that explain most variance in muscle activity and these are called muscle synergies.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N" dirty="0">
                <a:solidFill>
                  <a:schemeClr val="bg2"/>
                </a:solidFill>
              </a:rPr>
              <a:t>The synergies </a:t>
            </a:r>
            <a:r>
              <a:rPr lang="en-IN" dirty="0"/>
              <a:t>are motor modules that the CNS recruits to execute a descending command, in this case, to keep walking. This all happens in a quick instant.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N" dirty="0"/>
              <a:t>Again, we need these to </a:t>
            </a:r>
            <a:r>
              <a:rPr lang="en-US" dirty="0"/>
              <a:t>shrink the action space to the few coordinated patterns we actually use, so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the policy only explores plausible gaits</a:t>
            </a:r>
            <a:r>
              <a:rPr lang="en-IN" dirty="0">
                <a:solidFill>
                  <a:schemeClr val="bg2"/>
                </a:solidFill>
              </a:rPr>
              <a:t>.</a:t>
            </a:r>
            <a:endParaRPr lang="en-IN" dirty="0"/>
          </a:p>
          <a:p>
            <a:pPr marL="171450" indent="-171450">
              <a:buFontTx/>
              <a:buChar char="-"/>
            </a:pPr>
            <a:r>
              <a:rPr lang="en-IN" dirty="0"/>
              <a:t>We get the EMGs from the Camargo dataset, from one person whose body composition is the closest to the body models in simulation. They’re recorded with electrodes in 11 from the lower body.</a:t>
            </a:r>
          </a:p>
          <a:p>
            <a:pPr marL="171450" indent="-171450">
              <a:buFontTx/>
              <a:buChar char="-"/>
            </a:pPr>
            <a:r>
              <a:rPr lang="en-IN" dirty="0"/>
              <a:t>We also use data from goniometer for joint angles and the force plates for evaluations.</a:t>
            </a:r>
          </a:p>
          <a:p>
            <a:pPr marL="171450" indent="-171450">
              <a:buFontTx/>
              <a:buChar char="-"/>
            </a:pPr>
            <a:r>
              <a:rPr lang="en-IN" dirty="0"/>
              <a:t>This person’s EMG signals over many trials are pooled and they form the input vector at with 11 commands at each instant.</a:t>
            </a:r>
          </a:p>
        </p:txBody>
      </p:sp>
      <p:sp>
        <p:nvSpPr>
          <p:cNvPr id="4" name="Slide Number Placeholder 3"/>
          <p:cNvSpPr>
            <a:spLocks noGrp="1"/>
          </p:cNvSpPr>
          <p:nvPr>
            <p:ph type="sldNum" sz="quarter" idx="5"/>
          </p:nvPr>
        </p:nvSpPr>
        <p:spPr/>
        <p:txBody>
          <a:bodyPr/>
          <a:lstStyle/>
          <a:p>
            <a:fld id="{05E73000-C2E2-4C5C-8310-C0720137C38A}" type="slidenum">
              <a:rPr lang="en-IN" smtClean="0"/>
              <a:t>6</a:t>
            </a:fld>
            <a:endParaRPr lang="en-IN"/>
          </a:p>
        </p:txBody>
      </p:sp>
    </p:spTree>
    <p:extLst>
      <p:ext uri="{BB962C8B-B14F-4D97-AF65-F5344CB8AC3E}">
        <p14:creationId xmlns:p14="http://schemas.microsoft.com/office/powerpoint/2010/main" val="32818789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(30secs)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N" sz="1200" dirty="0"/>
              <a:t>This input vector is fed into the encoder. This compresses it down to 6 dimensions for each instant, and the decoder then reconstructs the original 11 muscle pattern from just those 6 values.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N" sz="1200" dirty="0"/>
              <a:t>The loss function is a simple MSE along with a tuned penalty to penalize latent activations that exceed a specific threshold.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N" sz="1200" b="0" dirty="0"/>
              <a:t>After training AE, decoder’s weights are frozen and this would be used as the prior.</a:t>
            </a:r>
          </a:p>
        </p:txBody>
      </p:sp>
      <p:sp>
        <p:nvSpPr>
          <p:cNvPr id="4" name="Slide Number Placeholder 3"/>
          <p:cNvSpPr>
            <a:spLocks noGrp="1"/>
          </p:cNvSpPr>
          <p:nvPr>
            <p:ph type="sldNum" sz="quarter" idx="5"/>
          </p:nvPr>
        </p:nvSpPr>
        <p:spPr/>
        <p:txBody>
          <a:bodyPr/>
          <a:lstStyle/>
          <a:p>
            <a:fld id="{05E73000-C2E2-4C5C-8310-C0720137C38A}" type="slidenum">
              <a:rPr lang="en-IN" smtClean="0"/>
              <a:t>7</a:t>
            </a:fld>
            <a:endParaRPr lang="en-IN"/>
          </a:p>
        </p:txBody>
      </p:sp>
    </p:spTree>
    <p:extLst>
      <p:ext uri="{BB962C8B-B14F-4D97-AF65-F5344CB8AC3E}">
        <p14:creationId xmlns:p14="http://schemas.microsoft.com/office/powerpoint/2010/main" val="42336376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indent="0">
              <a:buFontTx/>
              <a:buNone/>
            </a:pPr>
            <a:r>
              <a:rPr lang="en-US" dirty="0"/>
              <a:t>(1min.)</a:t>
            </a:r>
          </a:p>
          <a:p>
            <a:pPr marL="171450" indent="-171450">
              <a:buFontTx/>
              <a:buChar char="-"/>
            </a:pPr>
            <a:r>
              <a:rPr lang="en-US" dirty="0"/>
              <a:t>We base our approach on the MPO algorithm. The standard loop is shown on the left, where the policy get the state as joint positions, velocities, </a:t>
            </a:r>
            <a:r>
              <a:rPr lang="en-US" dirty="0" err="1"/>
              <a:t>grfs</a:t>
            </a:r>
            <a:r>
              <a:rPr lang="en-US" dirty="0"/>
              <a:t>, muscle state etc. from the simulation environment and outputs corresponding action based on a reward rt.</a:t>
            </a:r>
          </a:p>
          <a:p>
            <a:pPr marL="171450" indent="-171450">
              <a:buFontTx/>
              <a:buChar char="-"/>
            </a:pPr>
            <a:r>
              <a:rPr lang="en-US" dirty="0"/>
              <a:t>Our approach is shown on the right side, where we can see that the policy outputs both </a:t>
            </a:r>
            <a:r>
              <a:rPr lang="en-US" dirty="0" err="1"/>
              <a:t>a_full_t</a:t>
            </a:r>
            <a:r>
              <a:rPr lang="en-US" dirty="0"/>
              <a:t>, which is its own free action from random exploration AND a latent code </a:t>
            </a:r>
            <a:r>
              <a:rPr lang="en-US" dirty="0" err="1"/>
              <a:t>a_l</a:t>
            </a:r>
            <a:r>
              <a:rPr lang="en-US" dirty="0"/>
              <a:t> with 6 dimensions.</a:t>
            </a:r>
          </a:p>
          <a:p>
            <a:pPr marL="171450" indent="-171450">
              <a:buFontTx/>
              <a:buChar char="-"/>
            </a:pPr>
            <a:r>
              <a:rPr lang="en-US" dirty="0"/>
              <a:t>This goes through the frozen decoder to get reconstructed action </a:t>
            </a:r>
            <a:r>
              <a:rPr lang="en-US" dirty="0" err="1"/>
              <a:t>a_hat</a:t>
            </a:r>
            <a:r>
              <a:rPr lang="en-US" dirty="0"/>
              <a:t> that contains actions for all actuators mapped from our dataset to the model.</a:t>
            </a:r>
          </a:p>
          <a:p>
            <a:pPr marL="171450" indent="-171450">
              <a:buFontTx/>
              <a:buChar char="-"/>
            </a:pPr>
            <a:r>
              <a:rPr lang="en-US" dirty="0"/>
              <a:t>The final action </a:t>
            </a:r>
            <a:r>
              <a:rPr lang="en-US" dirty="0" err="1"/>
              <a:t>a_t</a:t>
            </a:r>
            <a:r>
              <a:rPr lang="en-US" dirty="0"/>
              <a:t> is weighted by omega, which is a tradeoff for how much the policy leans on the decoder vs. its own free output.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And the reward is a simple forward velocity reward to match the target speed of 1.2m/s</a:t>
            </a:r>
          </a:p>
        </p:txBody>
      </p:sp>
      <p:sp>
        <p:nvSpPr>
          <p:cNvPr id="4" name="Slide Number Placeholder 3"/>
          <p:cNvSpPr>
            <a:spLocks noGrp="1"/>
          </p:cNvSpPr>
          <p:nvPr>
            <p:ph type="sldNum" sz="quarter" idx="5"/>
          </p:nvPr>
        </p:nvSpPr>
        <p:spPr/>
        <p:txBody>
          <a:bodyPr/>
          <a:lstStyle/>
          <a:p>
            <a:fld id="{05E73000-C2E2-4C5C-8310-C0720137C38A}" type="slidenum">
              <a:rPr lang="en-IN" smtClean="0"/>
              <a:t>8</a:t>
            </a:fld>
            <a:endParaRPr lang="en-IN"/>
          </a:p>
        </p:txBody>
      </p:sp>
    </p:spTree>
    <p:extLst>
      <p:ext uri="{BB962C8B-B14F-4D97-AF65-F5344CB8AC3E}">
        <p14:creationId xmlns:p14="http://schemas.microsoft.com/office/powerpoint/2010/main" val="1333863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indent="0">
              <a:buFontTx/>
              <a:buNone/>
            </a:pPr>
            <a:r>
              <a:rPr lang="en-IN" sz="1200" b="0" dirty="0">
                <a:solidFill>
                  <a:schemeClr val="accent6">
                    <a:lumMod val="75000"/>
                  </a:schemeClr>
                </a:solidFill>
              </a:rPr>
              <a:t>(35secs)</a:t>
            </a:r>
          </a:p>
          <a:p>
            <a:pPr marL="171450" indent="-171450">
              <a:buFontTx/>
              <a:buChar char="-"/>
            </a:pPr>
            <a:r>
              <a:rPr lang="en-IN" sz="1200" b="0" dirty="0">
                <a:solidFill>
                  <a:schemeClr val="accent6">
                    <a:lumMod val="75000"/>
                  </a:schemeClr>
                </a:solidFill>
              </a:rPr>
              <a:t>Not all … </a:t>
            </a:r>
          </a:p>
          <a:p>
            <a:pPr marL="171450" indent="-171450">
              <a:buFontTx/>
              <a:buChar char="-"/>
            </a:pPr>
            <a:r>
              <a:rPr lang="en-IN" sz="1200" b="0" dirty="0">
                <a:solidFill>
                  <a:schemeClr val="accent6">
                    <a:lumMod val="75000"/>
                  </a:schemeClr>
                </a:solidFill>
              </a:rPr>
              <a:t>The prior only works on muscles with an exact or approximated match. We mapped the muscles based on knowledge from biomechanics to reasonably match as many actuators as possible. After that, for example we are left with 67% for the 2D human body model H0918. </a:t>
            </a:r>
          </a:p>
          <a:p>
            <a:pPr marL="171450" indent="-171450">
              <a:buFontTx/>
              <a:buChar char="-"/>
            </a:pPr>
            <a:r>
              <a:rPr lang="en-IN" sz="1200" b="0" dirty="0">
                <a:solidFill>
                  <a:schemeClr val="accent6">
                    <a:lumMod val="75000"/>
                  </a:schemeClr>
                </a:solidFill>
              </a:rPr>
              <a:t>The other 2 models are 3D which increases the DOF and are more complex, with 64% and 22% coverage respectively. </a:t>
            </a:r>
          </a:p>
        </p:txBody>
      </p:sp>
      <p:sp>
        <p:nvSpPr>
          <p:cNvPr id="4" name="Slide Number Placeholder 3"/>
          <p:cNvSpPr>
            <a:spLocks noGrp="1"/>
          </p:cNvSpPr>
          <p:nvPr>
            <p:ph type="sldNum" sz="quarter" idx="5"/>
          </p:nvPr>
        </p:nvSpPr>
        <p:spPr/>
        <p:txBody>
          <a:bodyPr/>
          <a:lstStyle/>
          <a:p>
            <a:fld id="{05E73000-C2E2-4C5C-8310-C0720137C38A}" type="slidenum">
              <a:rPr lang="en-IN" smtClean="0"/>
              <a:t>9</a:t>
            </a:fld>
            <a:endParaRPr lang="en-IN"/>
          </a:p>
        </p:txBody>
      </p:sp>
    </p:spTree>
    <p:extLst>
      <p:ext uri="{BB962C8B-B14F-4D97-AF65-F5344CB8AC3E}">
        <p14:creationId xmlns:p14="http://schemas.microsoft.com/office/powerpoint/2010/main" val="697065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(45 secs)</a:t>
            </a:r>
          </a:p>
          <a:p>
            <a:pPr marL="171450" indent="-171450">
              <a:buFontTx/>
              <a:buChar char="-"/>
            </a:pPr>
            <a:r>
              <a:rPr lang="en-US" dirty="0"/>
              <a:t>The final action for each muscle, for an omega of 0.1 comes out to be 0.9 x actions from decoder and only 0.1 times policy’s free actions. Of course, again, this only applies to cases with muscle coverage.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With this, we define 3 groups of conditions for comparing results.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Prior variants sweep omega on the trained prior. This tells us which properties benefit from more freedom for the policy, and which benefit from staying close to the prior. </a:t>
            </a:r>
          </a:p>
          <a:p>
            <a:pPr marL="171450" indent="-171450">
              <a:buFontTx/>
              <a:buChar char="-"/>
            </a:pPr>
            <a:r>
              <a:rPr lang="en-US" dirty="0"/>
              <a:t>We have control variants that let us find if prior should have been trained on real EMG structure or if any untrained signal in the same bounds also good enough.</a:t>
            </a:r>
          </a:p>
          <a:p>
            <a:pPr marL="171450" indent="-171450">
              <a:buFontTx/>
              <a:buChar char="-"/>
            </a:pPr>
            <a:r>
              <a:rPr lang="en-US" dirty="0"/>
              <a:t>We also compare with pure MPO and MPO with a state of the art online controller DEP.</a:t>
            </a:r>
          </a:p>
          <a:p>
            <a:pPr marL="0" indent="0">
              <a:buFontTx/>
              <a:buNone/>
            </a:pPr>
            <a:endParaRPr lang="en-US" dirty="0"/>
          </a:p>
        </p:txBody>
      </p:sp>
      <p:sp>
        <p:nvSpPr>
          <p:cNvPr id="4" name="Slide Number Placeholder 3"/>
          <p:cNvSpPr>
            <a:spLocks noGrp="1"/>
          </p:cNvSpPr>
          <p:nvPr>
            <p:ph type="sldNum" sz="quarter" idx="5"/>
          </p:nvPr>
        </p:nvSpPr>
        <p:spPr/>
        <p:txBody>
          <a:bodyPr/>
          <a:lstStyle/>
          <a:p>
            <a:fld id="{05E73000-C2E2-4C5C-8310-C0720137C38A}" type="slidenum">
              <a:rPr lang="en-IN" smtClean="0"/>
              <a:t>10</a:t>
            </a:fld>
            <a:endParaRPr lang="en-IN"/>
          </a:p>
        </p:txBody>
      </p:sp>
    </p:spTree>
    <p:extLst>
      <p:ext uri="{BB962C8B-B14F-4D97-AF65-F5344CB8AC3E}">
        <p14:creationId xmlns:p14="http://schemas.microsoft.com/office/powerpoint/2010/main" val="3656470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Let’s look at results from RL metrics</a:t>
            </a:r>
          </a:p>
        </p:txBody>
      </p:sp>
      <p:sp>
        <p:nvSpPr>
          <p:cNvPr id="4" name="Slide Number Placeholder 3"/>
          <p:cNvSpPr>
            <a:spLocks noGrp="1"/>
          </p:cNvSpPr>
          <p:nvPr>
            <p:ph type="sldNum" sz="quarter" idx="5"/>
          </p:nvPr>
        </p:nvSpPr>
        <p:spPr/>
        <p:txBody>
          <a:bodyPr/>
          <a:lstStyle/>
          <a:p>
            <a:fld id="{05E73000-C2E2-4C5C-8310-C0720137C38A}" type="slidenum">
              <a:rPr lang="en-IN" smtClean="0"/>
              <a:t>11</a:t>
            </a:fld>
            <a:endParaRPr lang="en-IN"/>
          </a:p>
        </p:txBody>
      </p:sp>
    </p:spTree>
    <p:extLst>
      <p:ext uri="{BB962C8B-B14F-4D97-AF65-F5344CB8AC3E}">
        <p14:creationId xmlns:p14="http://schemas.microsoft.com/office/powerpoint/2010/main" val="30568376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indent="0">
              <a:buFontTx/>
              <a:buNone/>
            </a:pPr>
            <a:r>
              <a:rPr lang="en-IN" dirty="0">
                <a:solidFill>
                  <a:schemeClr val="bg1"/>
                </a:solidFill>
              </a:rPr>
              <a:t>(1.5mins)</a:t>
            </a:r>
          </a:p>
          <a:p>
            <a:pPr marL="171450" indent="-171450">
              <a:buFontTx/>
              <a:buChar char="-"/>
            </a:pPr>
            <a:r>
              <a:rPr lang="en-IN" dirty="0">
                <a:solidFill>
                  <a:schemeClr val="bg1"/>
                </a:solidFill>
              </a:rPr>
              <a:t>This is test performance for the 2D model H0918 where we show the mean episode return from running 20 rollouts per checkpoint. Curves here are averaged across 3 seeds. </a:t>
            </a:r>
          </a:p>
          <a:p>
            <a:pPr marL="171450" indent="-171450">
              <a:buFontTx/>
              <a:buChar char="-"/>
            </a:pPr>
            <a:r>
              <a:rPr lang="en-IN" dirty="0">
                <a:solidFill>
                  <a:schemeClr val="bg1"/>
                </a:solidFill>
              </a:rPr>
              <a:t>The baseline conditions MPO which is the </a:t>
            </a:r>
            <a:r>
              <a:rPr lang="en-IN" dirty="0" err="1">
                <a:solidFill>
                  <a:schemeClr val="bg1"/>
                </a:solidFill>
              </a:rPr>
              <a:t>gray</a:t>
            </a:r>
            <a:r>
              <a:rPr lang="en-IN" dirty="0">
                <a:solidFill>
                  <a:schemeClr val="bg1"/>
                </a:solidFill>
              </a:rPr>
              <a:t> curve and DEP+MPO , the purple curve reach the ceiling really quickly. The DEP controller is known to perform better than MPO in </a:t>
            </a:r>
            <a:r>
              <a:rPr lang="en-IN" dirty="0">
                <a:solidFill>
                  <a:schemeClr val="bg2"/>
                </a:solidFill>
              </a:rPr>
              <a:t>fi</a:t>
            </a:r>
            <a:r>
              <a:rPr lang="en-US" dirty="0" err="1">
                <a:solidFill>
                  <a:schemeClr val="bg2"/>
                </a:solidFill>
              </a:rPr>
              <a:t>nd</a:t>
            </a:r>
            <a:r>
              <a:rPr lang="en-US" dirty="0">
                <a:solidFill>
                  <a:schemeClr val="bg2"/>
                </a:solidFill>
              </a:rPr>
              <a:t> coordinated movement faster so that tracks.</a:t>
            </a:r>
            <a:endParaRPr lang="en-IN" dirty="0">
              <a:solidFill>
                <a:schemeClr val="bg1"/>
              </a:solidFill>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N" dirty="0">
                <a:solidFill>
                  <a:schemeClr val="bg1"/>
                </a:solidFill>
              </a:rPr>
              <a:t>The yellow curve is the control variant where we keep all decoder outputs to 0. This also reaches max return pretty early.  This is because they’re free to shape their actions towards the reward from their first update. </a:t>
            </a:r>
          </a:p>
          <a:p>
            <a:pPr marL="171450" indent="-171450">
              <a:buFontTx/>
              <a:buChar char="-"/>
            </a:pPr>
            <a:r>
              <a:rPr lang="en-IN" dirty="0">
                <a:solidFill>
                  <a:schemeClr val="bg1"/>
                </a:solidFill>
              </a:rPr>
              <a:t>The pink and cyan blue curves are from the untrained decoder with different omegas. This is interesting, because with a 0.1 residual, the policy is constrained with an untrained decoder that doesn’t have real structure.. so it performs poorly. But for the same condition with a 0.5 prior, the policy has more freedom to correct the bad prior and </a:t>
            </a:r>
            <a:r>
              <a:rPr lang="en-IN" dirty="0" err="1">
                <a:solidFill>
                  <a:schemeClr val="bg1"/>
                </a:solidFill>
              </a:rPr>
              <a:t>peforms</a:t>
            </a:r>
            <a:r>
              <a:rPr lang="en-IN" dirty="0">
                <a:solidFill>
                  <a:schemeClr val="bg1"/>
                </a:solidFill>
              </a:rPr>
              <a:t> competitively.</a:t>
            </a:r>
          </a:p>
          <a:p>
            <a:pPr marL="171450" indent="-171450">
              <a:buFontTx/>
              <a:buChar char="-"/>
            </a:pPr>
            <a:r>
              <a:rPr lang="en-IN" dirty="0">
                <a:solidFill>
                  <a:schemeClr val="bg1"/>
                </a:solidFill>
              </a:rPr>
              <a:t>The blue, orange and green curves are our prior variants. When a higher residual of 0.5 is allowed, maximum score is reached faster as in the green curve.</a:t>
            </a:r>
          </a:p>
          <a:p>
            <a:pPr marL="171450" indent="-171450">
              <a:buFontTx/>
              <a:buChar char="-"/>
            </a:pPr>
            <a:r>
              <a:rPr lang="en-IN" dirty="0">
                <a:solidFill>
                  <a:schemeClr val="bg1"/>
                </a:solidFill>
              </a:rPr>
              <a:t>Except for the untrained decoder with 0.1 residual, episodes from all cases don’t fall. </a:t>
            </a:r>
          </a:p>
          <a:p>
            <a:pPr marL="171450" indent="-171450">
              <a:buFontTx/>
              <a:buChar char="-"/>
            </a:pPr>
            <a:r>
              <a:rPr lang="en-IN" dirty="0">
                <a:solidFill>
                  <a:schemeClr val="bg1"/>
                </a:solidFill>
              </a:rPr>
              <a:t>Same test performance pattern is seen in the more complex models too.</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N" dirty="0">
                <a:solidFill>
                  <a:schemeClr val="bg1"/>
                </a:solidFill>
              </a:rPr>
              <a:t>The video here is to show examples from the Prior with a 0.1 residual. All videos are obtained from rollouts of best performing seed.</a:t>
            </a:r>
          </a:p>
          <a:p>
            <a:pPr marL="171450" indent="-171450">
              <a:buFontTx/>
              <a:buChar char="-"/>
            </a:pPr>
            <a:endParaRPr lang="en-IN" dirty="0">
              <a:solidFill>
                <a:schemeClr val="bg1"/>
              </a:solidFill>
            </a:endParaRPr>
          </a:p>
          <a:p>
            <a:pPr marL="171450" indent="-171450">
              <a:buFontTx/>
              <a:buChar char="-"/>
            </a:pPr>
            <a:endParaRPr lang="en-IN" dirty="0">
              <a:solidFill>
                <a:schemeClr val="bg1"/>
              </a:solidFill>
            </a:endParaRPr>
          </a:p>
          <a:p>
            <a:pPr marL="171450" indent="-171450">
              <a:buFontTx/>
              <a:buChar char="-"/>
            </a:pPr>
            <a:endParaRPr lang="en-IN" dirty="0">
              <a:solidFill>
                <a:schemeClr val="bg1"/>
              </a:solidFill>
            </a:endParaRPr>
          </a:p>
          <a:p>
            <a:pPr marL="171450" indent="-171450">
              <a:buFontTx/>
              <a:buChar char="-"/>
            </a:pPr>
            <a:r>
              <a:rPr lang="en-IN" dirty="0" err="1">
                <a:solidFill>
                  <a:schemeClr val="bg1"/>
                </a:solidFill>
              </a:rPr>
              <a:t>rve</a:t>
            </a:r>
            <a:r>
              <a:rPr lang="en-IN" dirty="0">
                <a:solidFill>
                  <a:schemeClr val="bg1"/>
                </a:solidFill>
              </a:rPr>
              <a:t> is prior with no residual and the orange one is prior with a small residual. Prior with higher omega is the green curve. MPO and DEP+MPO are </a:t>
            </a:r>
            <a:r>
              <a:rPr lang="en-IN" dirty="0" err="1">
                <a:solidFill>
                  <a:schemeClr val="bg1"/>
                </a:solidFill>
              </a:rPr>
              <a:t>gray</a:t>
            </a:r>
            <a:r>
              <a:rPr lang="en-IN" dirty="0">
                <a:solidFill>
                  <a:schemeClr val="bg1"/>
                </a:solidFill>
              </a:rPr>
              <a:t> and purple curves respectively. The yellow curve is the no prior condition, which converges only second to DEP+MPO case.</a:t>
            </a:r>
          </a:p>
          <a:p>
            <a:pPr marL="171450" indent="-171450">
              <a:buFontTx/>
              <a:buChar char="-"/>
            </a:pPr>
            <a:r>
              <a:rPr lang="en-US" dirty="0">
                <a:solidFill>
                  <a:schemeClr val="bg1"/>
                </a:solidFill>
              </a:rPr>
              <a:t>Control variants and baselines converge the fastest; all other prior variants are slower to converge in </a:t>
            </a:r>
            <a:r>
              <a:rPr lang="en-US" b="1" dirty="0">
                <a:solidFill>
                  <a:schemeClr val="accent1">
                    <a:lumMod val="60000"/>
                    <a:lumOff val="40000"/>
                  </a:schemeClr>
                </a:solidFill>
              </a:rPr>
              <a:t>all bodies</a:t>
            </a:r>
            <a:r>
              <a:rPr lang="en-US" dirty="0">
                <a:solidFill>
                  <a:schemeClr val="bg1"/>
                </a:solidFill>
              </a:rPr>
              <a:t>. All variants tie in the score, and all variants have a 0% fall rate for each episode!</a:t>
            </a:r>
            <a:endParaRPr lang="en-IN" dirty="0">
              <a:solidFill>
                <a:schemeClr val="bg1"/>
              </a:solidFill>
            </a:endParaRPr>
          </a:p>
          <a:p>
            <a:pPr marL="171450" indent="-171450">
              <a:buFontTx/>
              <a:buChar char="-"/>
            </a:pPr>
            <a:r>
              <a:rPr lang="en-IN" dirty="0">
                <a:solidFill>
                  <a:schemeClr val="bg1"/>
                </a:solidFill>
              </a:rPr>
              <a:t>DEP +MPO case, null and pure MPO climb fastest due to _____________. Our prior variants are the slowest to converge here as ____.</a:t>
            </a:r>
          </a:p>
        </p:txBody>
      </p:sp>
      <p:sp>
        <p:nvSpPr>
          <p:cNvPr id="4" name="Slide Number Placeholder 3"/>
          <p:cNvSpPr>
            <a:spLocks noGrp="1"/>
          </p:cNvSpPr>
          <p:nvPr>
            <p:ph type="sldNum" sz="quarter" idx="5"/>
          </p:nvPr>
        </p:nvSpPr>
        <p:spPr/>
        <p:txBody>
          <a:bodyPr/>
          <a:lstStyle/>
          <a:p>
            <a:fld id="{05E73000-C2E2-4C5C-8310-C0720137C38A}" type="slidenum">
              <a:rPr lang="en-IN" smtClean="0"/>
              <a:t>12</a:t>
            </a:fld>
            <a:endParaRPr lang="en-IN"/>
          </a:p>
        </p:txBody>
      </p:sp>
    </p:spTree>
    <p:extLst>
      <p:ext uri="{BB962C8B-B14F-4D97-AF65-F5344CB8AC3E}">
        <p14:creationId xmlns:p14="http://schemas.microsoft.com/office/powerpoint/2010/main" val="2867600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20s</a:t>
            </a:r>
          </a:p>
          <a:p>
            <a:r>
              <a:rPr lang="en-IN" dirty="0"/>
              <a:t>You can also see the test performance of the complex models with our approach. For H1622, the prior with no residual exhibited degenerate gaits so its excluded from analysis. For the H2190 case, none of the test curves converged to the maximum return, and the fall rate was higher between rollouts.</a:t>
            </a:r>
          </a:p>
          <a:p>
            <a:endParaRPr lang="en-IN" dirty="0"/>
          </a:p>
          <a:p>
            <a:r>
              <a:rPr lang="en-IN" dirty="0"/>
              <a:t>So our first part of the hypothesis didn’t hold.</a:t>
            </a:r>
          </a:p>
        </p:txBody>
      </p:sp>
      <p:sp>
        <p:nvSpPr>
          <p:cNvPr id="4" name="Slide Number Placeholder 3"/>
          <p:cNvSpPr>
            <a:spLocks noGrp="1"/>
          </p:cNvSpPr>
          <p:nvPr>
            <p:ph type="sldNum" sz="quarter" idx="5"/>
          </p:nvPr>
        </p:nvSpPr>
        <p:spPr/>
        <p:txBody>
          <a:bodyPr/>
          <a:lstStyle/>
          <a:p>
            <a:fld id="{05E73000-C2E2-4C5C-8310-C0720137C38A}" type="slidenum">
              <a:rPr lang="en-IN" smtClean="0"/>
              <a:t>13</a:t>
            </a:fld>
            <a:endParaRPr lang="en-IN"/>
          </a:p>
        </p:txBody>
      </p:sp>
    </p:spTree>
    <p:extLst>
      <p:ext uri="{BB962C8B-B14F-4D97-AF65-F5344CB8AC3E}">
        <p14:creationId xmlns:p14="http://schemas.microsoft.com/office/powerpoint/2010/main" val="5451917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-8mins</a:t>
            </a:r>
          </a:p>
          <a:p>
            <a:r>
              <a:rPr lang="en-IN" dirty="0"/>
              <a:t>Let’s look at how close our approach gets us to natural gaits.</a:t>
            </a:r>
          </a:p>
        </p:txBody>
      </p:sp>
      <p:sp>
        <p:nvSpPr>
          <p:cNvPr id="4" name="Slide Number Placeholder 3"/>
          <p:cNvSpPr>
            <a:spLocks noGrp="1"/>
          </p:cNvSpPr>
          <p:nvPr>
            <p:ph type="sldNum" sz="quarter" idx="5"/>
          </p:nvPr>
        </p:nvSpPr>
        <p:spPr/>
        <p:txBody>
          <a:bodyPr/>
          <a:lstStyle/>
          <a:p>
            <a:fld id="{05E73000-C2E2-4C5C-8310-C0720137C38A}" type="slidenum">
              <a:rPr lang="en-IN" smtClean="0"/>
              <a:t>14</a:t>
            </a:fld>
            <a:endParaRPr lang="en-IN"/>
          </a:p>
        </p:txBody>
      </p:sp>
    </p:spTree>
    <p:extLst>
      <p:ext uri="{BB962C8B-B14F-4D97-AF65-F5344CB8AC3E}">
        <p14:creationId xmlns:p14="http://schemas.microsoft.com/office/powerpoint/2010/main" val="30256543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47 secs</a:t>
            </a:r>
          </a:p>
          <a:p>
            <a:pPr marL="171450" indent="-171450">
              <a:buFontTx/>
              <a:buChar char="-"/>
            </a:pPr>
            <a:r>
              <a:rPr lang="en-US" dirty="0"/>
              <a:t>Here we compare joint kinematics for H0918 model where we see the hip, knee and ankle angles over the gait cycle.</a:t>
            </a:r>
          </a:p>
          <a:p>
            <a:pPr marL="171450" indent="-171450">
              <a:buFontTx/>
              <a:buChar char="-"/>
            </a:pPr>
            <a:r>
              <a:rPr lang="en-US" dirty="0"/>
              <a:t>The performance is scored with an experimental match metric, that tells us how often the condition’s joint angle trajectories lie within human reference band in the gait cycle.</a:t>
            </a:r>
          </a:p>
          <a:p>
            <a:pPr marL="171450" indent="-171450">
              <a:buFontTx/>
              <a:buChar char="-"/>
            </a:pPr>
            <a:r>
              <a:rPr lang="en-US" dirty="0"/>
              <a:t>Here, I’ve selected 5 subjects from the Camargo dataset with similar body compositions as the subject whose data was used to train the decoder.</a:t>
            </a:r>
          </a:p>
          <a:p>
            <a:pPr marL="171450" indent="-171450">
              <a:buFontTx/>
              <a:buChar char="-"/>
            </a:pPr>
            <a:r>
              <a:rPr lang="en-US" dirty="0"/>
              <a:t>We can see that the prior with a 0.5 residual has a significant advantage over baselines in hip and ankle angles. We can also see this from the example videos where I show the best performing seed for MPO vs our approach.</a:t>
            </a:r>
          </a:p>
          <a:p>
            <a:pPr marL="171450" indent="-171450">
              <a:buFontTx/>
              <a:buChar char="-"/>
            </a:pPr>
            <a:r>
              <a:rPr lang="en-US" dirty="0"/>
              <a:t>This could be the case because the prior is successful at forcing muscles to act together in the coordination patterns closer to humans. The residual only gives the policy room to fix from this starting point.</a:t>
            </a:r>
          </a:p>
        </p:txBody>
      </p:sp>
      <p:sp>
        <p:nvSpPr>
          <p:cNvPr id="4" name="Slide Number Placeholder 3"/>
          <p:cNvSpPr>
            <a:spLocks noGrp="1"/>
          </p:cNvSpPr>
          <p:nvPr>
            <p:ph type="sldNum" sz="quarter" idx="5"/>
          </p:nvPr>
        </p:nvSpPr>
        <p:spPr/>
        <p:txBody>
          <a:bodyPr/>
          <a:lstStyle/>
          <a:p>
            <a:fld id="{05E73000-C2E2-4C5C-8310-C0720137C38A}" type="slidenum">
              <a:rPr lang="en-IN" smtClean="0"/>
              <a:t>15</a:t>
            </a:fld>
            <a:endParaRPr lang="en-IN"/>
          </a:p>
        </p:txBody>
      </p:sp>
    </p:spTree>
    <p:extLst>
      <p:ext uri="{BB962C8B-B14F-4D97-AF65-F5344CB8AC3E}">
        <p14:creationId xmlns:p14="http://schemas.microsoft.com/office/powerpoint/2010/main" val="16809575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IN" dirty="0"/>
              <a:t>30 sec</a:t>
            </a:r>
          </a:p>
          <a:p>
            <a:pPr marL="171450" indent="-171450">
              <a:buFontTx/>
              <a:buChar char="-"/>
            </a:pPr>
            <a:r>
              <a:rPr lang="en-IN" dirty="0"/>
              <a:t>The advantage we observed, transfers to the complex models too. </a:t>
            </a:r>
          </a:p>
          <a:p>
            <a:pPr marL="171450" indent="-171450">
              <a:buFontTx/>
              <a:buChar char="-"/>
            </a:pPr>
            <a:r>
              <a:rPr lang="en-IN" dirty="0"/>
              <a:t>Prior with a 0.5 residual is performs competitively overall, although here we are able to see that constraining the prior further with a 0.1 residual gives us better ankle angles in both the models.</a:t>
            </a:r>
          </a:p>
          <a:p>
            <a:pPr marL="171450" indent="-171450">
              <a:buFontTx/>
              <a:buChar char="-"/>
            </a:pPr>
            <a:r>
              <a:rPr lang="en-IN" dirty="0"/>
              <a:t>We can see the performance of the H2190 model where we can visually observe the effect. While using our approach, the model leans forward much lesser and stays within bounds of human gait as much as possible which is reflected in the metrics.</a:t>
            </a:r>
          </a:p>
          <a:p>
            <a:pPr marL="171450" indent="-171450">
              <a:buFontTx/>
              <a:buChar char="-"/>
            </a:pPr>
            <a:endParaRPr lang="en-IN" dirty="0"/>
          </a:p>
        </p:txBody>
      </p:sp>
      <p:sp>
        <p:nvSpPr>
          <p:cNvPr id="4" name="Slide Number Placeholder 3"/>
          <p:cNvSpPr>
            <a:spLocks noGrp="1"/>
          </p:cNvSpPr>
          <p:nvPr>
            <p:ph type="sldNum" sz="quarter" idx="5"/>
          </p:nvPr>
        </p:nvSpPr>
        <p:spPr/>
        <p:txBody>
          <a:bodyPr/>
          <a:lstStyle/>
          <a:p>
            <a:fld id="{05E73000-C2E2-4C5C-8310-C0720137C38A}" type="slidenum">
              <a:rPr lang="en-IN" smtClean="0"/>
              <a:t>16</a:t>
            </a:fld>
            <a:endParaRPr lang="en-IN"/>
          </a:p>
        </p:txBody>
      </p:sp>
    </p:spTree>
    <p:extLst>
      <p:ext uri="{BB962C8B-B14F-4D97-AF65-F5344CB8AC3E}">
        <p14:creationId xmlns:p14="http://schemas.microsoft.com/office/powerpoint/2010/main" val="8851167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IN" dirty="0"/>
              <a:t>15secs</a:t>
            </a:r>
          </a:p>
          <a:p>
            <a:pPr marL="171450" indent="-171450">
              <a:buFontTx/>
              <a:buChar char="-"/>
            </a:pPr>
            <a:r>
              <a:rPr lang="en-IN" dirty="0"/>
              <a:t>Kinetics tells us about the forces or torques that produce these movements.</a:t>
            </a:r>
          </a:p>
          <a:p>
            <a:pPr marL="171450" indent="-171450">
              <a:buFontTx/>
              <a:buChar char="-"/>
            </a:pPr>
            <a:r>
              <a:rPr lang="en-IN" dirty="0"/>
              <a:t>We can see that by using a prior with a 0.5 residual, the knee moments improve significantly here and performs similarly to the baselines in hip and ankle moments.</a:t>
            </a:r>
          </a:p>
        </p:txBody>
      </p:sp>
      <p:sp>
        <p:nvSpPr>
          <p:cNvPr id="4" name="Slide Number Placeholder 3"/>
          <p:cNvSpPr>
            <a:spLocks noGrp="1"/>
          </p:cNvSpPr>
          <p:nvPr>
            <p:ph type="sldNum" sz="quarter" idx="5"/>
          </p:nvPr>
        </p:nvSpPr>
        <p:spPr/>
        <p:txBody>
          <a:bodyPr/>
          <a:lstStyle/>
          <a:p>
            <a:fld id="{05E73000-C2E2-4C5C-8310-C0720137C38A}" type="slidenum">
              <a:rPr lang="en-IN" smtClean="0"/>
              <a:t>17</a:t>
            </a:fld>
            <a:endParaRPr lang="en-IN"/>
          </a:p>
        </p:txBody>
      </p:sp>
    </p:spTree>
    <p:extLst>
      <p:ext uri="{BB962C8B-B14F-4D97-AF65-F5344CB8AC3E}">
        <p14:creationId xmlns:p14="http://schemas.microsoft.com/office/powerpoint/2010/main" val="38292227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IN" dirty="0"/>
              <a:t>25 secs</a:t>
            </a:r>
          </a:p>
          <a:p>
            <a:pPr marL="171450" indent="-171450">
              <a:buFontTx/>
              <a:buChar char="-"/>
            </a:pPr>
            <a:r>
              <a:rPr lang="en-IN" dirty="0"/>
              <a:t>Prior with a 0.1 residual constrains the policy more and compared to the 0.5 residual runs, it rescues the hip and knee kinetics and delivers close to baseline performance. </a:t>
            </a:r>
          </a:p>
          <a:p>
            <a:pPr marL="171450" indent="-171450">
              <a:buFontTx/>
              <a:buChar char="-"/>
            </a:pPr>
            <a:r>
              <a:rPr lang="en-IN" dirty="0"/>
              <a:t>The advantage of prior with a 0.5 residual us more pronounced in the complex H2190 model where it performs the best overall, especially in knee kinetics.</a:t>
            </a:r>
          </a:p>
        </p:txBody>
      </p:sp>
      <p:sp>
        <p:nvSpPr>
          <p:cNvPr id="4" name="Slide Number Placeholder 3"/>
          <p:cNvSpPr>
            <a:spLocks noGrp="1"/>
          </p:cNvSpPr>
          <p:nvPr>
            <p:ph type="sldNum" sz="quarter" idx="5"/>
          </p:nvPr>
        </p:nvSpPr>
        <p:spPr/>
        <p:txBody>
          <a:bodyPr/>
          <a:lstStyle/>
          <a:p>
            <a:fld id="{05E73000-C2E2-4C5C-8310-C0720137C38A}" type="slidenum">
              <a:rPr lang="en-IN" smtClean="0"/>
              <a:t>18</a:t>
            </a:fld>
            <a:endParaRPr lang="en-IN"/>
          </a:p>
        </p:txBody>
      </p:sp>
    </p:spTree>
    <p:extLst>
      <p:ext uri="{BB962C8B-B14F-4D97-AF65-F5344CB8AC3E}">
        <p14:creationId xmlns:p14="http://schemas.microsoft.com/office/powerpoint/2010/main" val="41142751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solidFill>
                  <a:schemeClr val="bg1"/>
                </a:solidFill>
              </a:rPr>
              <a:t>24 secs</a:t>
            </a:r>
          </a:p>
          <a:p>
            <a:pPr marL="171450" indent="-171450">
              <a:buFontTx/>
              <a:buChar char="-"/>
            </a:pPr>
            <a:r>
              <a:rPr lang="en-US" dirty="0">
                <a:solidFill>
                  <a:schemeClr val="bg1"/>
                </a:solidFill>
              </a:rPr>
              <a:t>Let’s look at test effort which measures the mean muscle activation across all muscles throughout the walk task. Goal is to use less effort on average, which is closer to how humans walk in an energy efficient manner.</a:t>
            </a:r>
          </a:p>
          <a:p>
            <a:pPr marL="171450" indent="-171450">
              <a:buFontTx/>
              <a:buChar char="-"/>
            </a:pPr>
            <a:r>
              <a:rPr lang="en-US" dirty="0">
                <a:solidFill>
                  <a:schemeClr val="bg1"/>
                </a:solidFill>
              </a:rPr>
              <a:t>The prior variants use about 10-15pct less effort than the baselines across models on average.</a:t>
            </a:r>
          </a:p>
        </p:txBody>
      </p:sp>
      <p:sp>
        <p:nvSpPr>
          <p:cNvPr id="4" name="Slide Number Placeholder 3"/>
          <p:cNvSpPr>
            <a:spLocks noGrp="1"/>
          </p:cNvSpPr>
          <p:nvPr>
            <p:ph type="sldNum" sz="quarter" idx="5"/>
          </p:nvPr>
        </p:nvSpPr>
        <p:spPr/>
        <p:txBody>
          <a:bodyPr/>
          <a:lstStyle/>
          <a:p>
            <a:fld id="{05E73000-C2E2-4C5C-8310-C0720137C38A}" type="slidenum">
              <a:rPr lang="en-IN" smtClean="0"/>
              <a:t>19</a:t>
            </a:fld>
            <a:endParaRPr lang="en-IN"/>
          </a:p>
        </p:txBody>
      </p:sp>
    </p:spTree>
    <p:extLst>
      <p:ext uri="{BB962C8B-B14F-4D97-AF65-F5344CB8AC3E}">
        <p14:creationId xmlns:p14="http://schemas.microsoft.com/office/powerpoint/2010/main" val="19286965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1.7 mins</a:t>
            </a:r>
          </a:p>
          <a:p>
            <a:pPr marL="171450" indent="-171450">
              <a:buFontTx/>
              <a:buChar char="-"/>
            </a:pPr>
            <a:r>
              <a:rPr lang="en-US" dirty="0"/>
              <a:t>Finally, let's see how well the conditions reconstruct muscle activity on h1622. </a:t>
            </a:r>
          </a:p>
          <a:p>
            <a:pPr marL="171450" indent="-171450">
              <a:buFontTx/>
              <a:buChar char="-"/>
            </a:pPr>
            <a:r>
              <a:rPr lang="en-US" dirty="0"/>
              <a:t>I report the Pearson r correlations, where we again base our comparisons to the 5 subjects we saw in kinematics and kinetics. A correlation of 1.0 means that we get both the magnitude and the timing right on that muscle, and a high enough negative correlation is when we only get the timing wrong. The table has the 8 muscles that are common to all three models.</a:t>
            </a:r>
          </a:p>
          <a:p>
            <a:pPr marL="171450" indent="-171450">
              <a:buFontTx/>
              <a:buChar char="-"/>
            </a:pPr>
            <a:r>
              <a:rPr lang="en-US" dirty="0"/>
              <a:t>I have highlighted those muscles in red where we perform worse than baselines. For both H1622 and H2190, the 4 muscles highlighted in green perform much better than the baselines when prior with a 0.1 residual is used. For the H0918 model, this didn’t yield any benefit in muscle activity, and this could be because the task was simple enough. </a:t>
            </a:r>
          </a:p>
          <a:p>
            <a:pPr marL="171450" indent="-171450">
              <a:buFontTx/>
              <a:buChar char="-"/>
            </a:pPr>
            <a:r>
              <a:rPr lang="en-US" dirty="0"/>
              <a:t>An example is shown where we can see the reconstruction of the </a:t>
            </a:r>
            <a:r>
              <a:rPr lang="en-US" dirty="0" err="1"/>
              <a:t>bicepsfemoris</a:t>
            </a:r>
            <a:r>
              <a:rPr lang="en-US" dirty="0"/>
              <a:t> muscle, and the light red curve is the prior with 0.1 residual condition and it follows somewhat closer to the human pattern compared to other methods.</a:t>
            </a:r>
          </a:p>
          <a:p>
            <a:pPr marL="171450" indent="-171450">
              <a:buFontTx/>
              <a:buChar char="-"/>
            </a:pPr>
            <a:r>
              <a:rPr lang="en-US" dirty="0"/>
              <a:t>This clearly tells us that the prior is showing to help in those cases where the task leaves coordination open and real content resolves it when unconstrained baselines can’t. We don’t really have to get the activations of these muscles near human band to achieve a stable gait, so the baselines compromise and that’s where our approach helps.</a:t>
            </a:r>
          </a:p>
          <a:p>
            <a:pPr marL="171450" indent="-171450">
              <a:buFontTx/>
              <a:buChar char="-"/>
            </a:pPr>
            <a:r>
              <a:rPr lang="en-US" dirty="0"/>
              <a:t>Here, using the prior with a 0.5 residual only improves reconstruction of the Soleus and </a:t>
            </a:r>
            <a:r>
              <a:rPr lang="en-US" dirty="0" err="1"/>
              <a:t>Gastroc</a:t>
            </a:r>
            <a:r>
              <a:rPr lang="en-US" dirty="0"/>
              <a:t> muscles but otherwise it performs very similarly to the baselines.</a:t>
            </a:r>
          </a:p>
          <a:p>
            <a:pPr marL="0" indent="0">
              <a:buFontTx/>
              <a:buNone/>
            </a:pPr>
            <a:endParaRPr lang="en-US" dirty="0"/>
          </a:p>
          <a:p>
            <a:pPr marL="0" indent="0">
              <a:buFontTx/>
              <a:buNone/>
            </a:pPr>
            <a:endParaRPr lang="en-US" dirty="0"/>
          </a:p>
          <a:p>
            <a:pPr marL="0" indent="0">
              <a:buFontTx/>
              <a:buNone/>
            </a:pPr>
            <a:endParaRPr lang="en-US" dirty="0"/>
          </a:p>
          <a:p>
            <a:pPr marL="0" indent="0">
              <a:buFontTx/>
              <a:buNone/>
            </a:pPr>
            <a:r>
              <a:rPr lang="en-US" dirty="0"/>
              <a:t>Pearson r is the covariance of the model waveform a and the human waveform h, divided by the product of their standard deviations. It stays between −1 and +1.</a:t>
            </a:r>
          </a:p>
        </p:txBody>
      </p:sp>
      <p:sp>
        <p:nvSpPr>
          <p:cNvPr id="4" name="Slide Number Placeholder 3"/>
          <p:cNvSpPr>
            <a:spLocks noGrp="1"/>
          </p:cNvSpPr>
          <p:nvPr>
            <p:ph type="sldNum" sz="quarter" idx="5"/>
          </p:nvPr>
        </p:nvSpPr>
        <p:spPr/>
        <p:txBody>
          <a:bodyPr/>
          <a:lstStyle/>
          <a:p>
            <a:fld id="{05E73000-C2E2-4C5C-8310-C0720137C38A}" type="slidenum">
              <a:rPr lang="en-IN" smtClean="0"/>
              <a:t>20</a:t>
            </a:fld>
            <a:endParaRPr lang="en-IN"/>
          </a:p>
        </p:txBody>
      </p:sp>
    </p:spTree>
    <p:extLst>
      <p:ext uri="{BB962C8B-B14F-4D97-AF65-F5344CB8AC3E}">
        <p14:creationId xmlns:p14="http://schemas.microsoft.com/office/powerpoint/2010/main" val="6216983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IN" dirty="0"/>
              <a:t>1min</a:t>
            </a:r>
          </a:p>
          <a:p>
            <a:pPr marL="171450" indent="-171450">
              <a:buFontTx/>
              <a:buChar char="-"/>
            </a:pPr>
            <a:r>
              <a:rPr lang="en-IN" dirty="0"/>
              <a:t>So these were the key results from my thesis.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N" dirty="0"/>
              <a:t>To conclude, we built an action space prior from real EMG signals that captures muscle coordination during walking. The baselines are state of the art, and they’re already good enough to achieve the task in all the models with a well defined setup.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N" dirty="0"/>
              <a:t>Since we saw clear advantages in joint kinematics and kinetics, we can conclude that the constraining the action space with the prior is helping the policy choose more actions that come from this coordination.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N" dirty="0"/>
              <a:t>The right balance of prior with the learned residual helps us achieve human-like performance in many biomechanics measures.  The cost we pay is in test performance and with a slightly higher fall rate between episodes during training.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N" dirty="0"/>
              <a:t>The idea of using real muscle data from humans to bias the action space is definitely a promising foundation for simulating human movement. This could be of potential value for</a:t>
            </a:r>
            <a:r>
              <a:rPr lang="en-US" dirty="0"/>
              <a:t> biomechanics research, rehabilitation and assistive-device design and neuromuscular control.</a:t>
            </a:r>
            <a:endParaRPr lang="en-IN"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IN" dirty="0"/>
          </a:p>
        </p:txBody>
      </p:sp>
      <p:sp>
        <p:nvSpPr>
          <p:cNvPr id="4" name="Slide Number Placeholder 3"/>
          <p:cNvSpPr>
            <a:spLocks noGrp="1"/>
          </p:cNvSpPr>
          <p:nvPr>
            <p:ph type="sldNum" sz="quarter" idx="5"/>
          </p:nvPr>
        </p:nvSpPr>
        <p:spPr/>
        <p:txBody>
          <a:bodyPr/>
          <a:lstStyle/>
          <a:p>
            <a:fld id="{05E73000-C2E2-4C5C-8310-C0720137C38A}" type="slidenum">
              <a:rPr lang="en-IN" smtClean="0"/>
              <a:t>21</a:t>
            </a:fld>
            <a:endParaRPr lang="en-IN"/>
          </a:p>
        </p:txBody>
      </p:sp>
    </p:spTree>
    <p:extLst>
      <p:ext uri="{BB962C8B-B14F-4D97-AF65-F5344CB8AC3E}">
        <p14:creationId xmlns:p14="http://schemas.microsoft.com/office/powerpoint/2010/main" val="42082785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1min.</a:t>
            </a:r>
          </a:p>
          <a:p>
            <a:pPr marL="171450" indent="-171450">
              <a:buFontTx/>
              <a:buChar char="-"/>
            </a:pPr>
            <a:r>
              <a:rPr lang="en-US" dirty="0"/>
              <a:t>Our prior is trained on one healthy subject from the Camargo dataset, and we evaluated on only five similar subjects. Testing on more diverse populations and datasets is a natural next step.</a:t>
            </a:r>
            <a:endParaRPr lang="en-IN" dirty="0"/>
          </a:p>
          <a:p>
            <a:pPr marL="171450" indent="-171450">
              <a:buFontTx/>
              <a:buChar char="-"/>
            </a:pPr>
            <a:r>
              <a:rPr lang="en-US" dirty="0"/>
              <a:t>Second, we used 3 seeds per condition, which is on the low end. Future runs should use more seeds for tighter confidence intervals.</a:t>
            </a:r>
          </a:p>
          <a:p>
            <a:pPr marL="171450" indent="-171450">
              <a:buFontTx/>
              <a:buChar char="-"/>
            </a:pPr>
            <a:r>
              <a:rPr lang="en-IN" dirty="0"/>
              <a:t>Third, we used a simple velocity reward on purpose to isolate prior’s effect, but a full reward system which guides the policy towards natural gait could be tested.</a:t>
            </a:r>
          </a:p>
          <a:p>
            <a:pPr marL="171450" indent="-171450">
              <a:buFontTx/>
              <a:buChar char="-"/>
            </a:pPr>
            <a:r>
              <a:rPr lang="en-IN" dirty="0"/>
              <a:t>Lastly, the prior we use is only spatial. </a:t>
            </a:r>
            <a:r>
              <a:rPr lang="en-US" dirty="0"/>
              <a:t>Adding a temporal component, such as a gait-phase input to the decoder so actions follow the gait cycle, or noise models that capture temporal correlation is a promising extension.</a:t>
            </a:r>
            <a:endParaRPr lang="en-IN" dirty="0"/>
          </a:p>
        </p:txBody>
      </p:sp>
      <p:sp>
        <p:nvSpPr>
          <p:cNvPr id="4" name="Slide Number Placeholder 3"/>
          <p:cNvSpPr>
            <a:spLocks noGrp="1"/>
          </p:cNvSpPr>
          <p:nvPr>
            <p:ph type="sldNum" sz="quarter" idx="5"/>
          </p:nvPr>
        </p:nvSpPr>
        <p:spPr/>
        <p:txBody>
          <a:bodyPr/>
          <a:lstStyle/>
          <a:p>
            <a:fld id="{05E73000-C2E2-4C5C-8310-C0720137C38A}" type="slidenum">
              <a:rPr lang="en-IN" smtClean="0"/>
              <a:t>22</a:t>
            </a:fld>
            <a:endParaRPr lang="en-IN"/>
          </a:p>
        </p:txBody>
      </p:sp>
    </p:spTree>
    <p:extLst>
      <p:ext uri="{BB962C8B-B14F-4D97-AF65-F5344CB8AC3E}">
        <p14:creationId xmlns:p14="http://schemas.microsoft.com/office/powerpoint/2010/main" val="1056856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buFontTx/>
                  <a:buNone/>
                </a:pPr>
                <a:r>
                  <a:rPr lang="en-IN" dirty="0">
                    <a:solidFill>
                      <a:schemeClr val="bg1"/>
                    </a:solidFill>
                  </a:rPr>
                  <a:t>(30secs)</a:t>
                </a:r>
              </a:p>
              <a:p>
                <a:pPr marL="285750" indent="-285750">
                  <a:buFontTx/>
                  <a:buChar char="-"/>
                </a:pPr>
                <a:r>
                  <a:rPr lang="en-IN" dirty="0">
                    <a:solidFill>
                      <a:schemeClr val="bg1"/>
                    </a:solidFill>
                  </a:rPr>
                  <a:t>Moving on to the 3D model, the task is difficult with more degrees of freedom to stabilize against, as we can see from the video. The same pattern upholds here for all variants.</a:t>
                </a:r>
              </a:p>
              <a:p>
                <a:pPr marL="285750" indent="-285750">
                  <a:buFontTx/>
                  <a:buChar char="-"/>
                </a:pPr>
                <a:r>
                  <a:rPr lang="en-IN" dirty="0">
                    <a:solidFill>
                      <a:schemeClr val="bg1"/>
                    </a:solidFill>
                  </a:rPr>
                  <a:t>Since the control variants have the same results as before for all bodies, I have excluded them from the plot. </a:t>
                </a:r>
              </a:p>
              <a:p>
                <a:pPr marL="285750" indent="-285750">
                  <a:buFontTx/>
                  <a:buChar char="-"/>
                </a:pPr>
                <a:r>
                  <a:rPr lang="en-IN" dirty="0">
                    <a:solidFill>
                      <a:schemeClr val="bg1"/>
                    </a:solidFill>
                  </a:rPr>
                  <a:t>Prior with a residual of </a:t>
                </a:r>
                <a14:m>
                  <m:oMath xmlns:m="http://schemas.openxmlformats.org/officeDocument/2006/math">
                    <m:r>
                      <a:rPr lang="en-IN" i="1">
                        <a:solidFill>
                          <a:schemeClr val="bg1"/>
                        </a:solidFill>
                        <a:latin typeface="Cambria Math" panose="02040503050406030204" pitchFamily="18" charset="0"/>
                        <a:ea typeface="Cambria Math" panose="02040503050406030204" pitchFamily="18" charset="0"/>
                      </a:rPr>
                      <m:t>𝜔</m:t>
                    </m:r>
                    <m:r>
                      <a:rPr lang="en-IN" i="1">
                        <a:solidFill>
                          <a:schemeClr val="bg1"/>
                        </a:solidFill>
                        <a:latin typeface="Cambria Math" panose="02040503050406030204" pitchFamily="18" charset="0"/>
                        <a:ea typeface="Cambria Math" panose="02040503050406030204" pitchFamily="18" charset="0"/>
                      </a:rPr>
                      <m:t>=0.1</m:t>
                    </m:r>
                  </m:oMath>
                </a14:m>
                <a:r>
                  <a:rPr lang="en-IN" dirty="0">
                    <a:solidFill>
                      <a:schemeClr val="bg1"/>
                    </a:solidFill>
                  </a:rPr>
                  <a:t> scores slightly lesser and other approaches </a:t>
                </a:r>
                <a:r>
                  <a:rPr lang="en-IN" b="1" dirty="0">
                    <a:solidFill>
                      <a:schemeClr val="accent1">
                        <a:lumMod val="60000"/>
                        <a:lumOff val="40000"/>
                      </a:schemeClr>
                    </a:solidFill>
                  </a:rPr>
                  <a:t>almost tie </a:t>
                </a:r>
                <a:r>
                  <a:rPr lang="en-IN" dirty="0">
                    <a:solidFill>
                      <a:schemeClr val="bg1"/>
                    </a:solidFill>
                  </a:rPr>
                  <a:t>in final score.</a:t>
                </a:r>
              </a:p>
            </p:txBody>
          </p:sp>
        </mc:Choice>
        <mc:Fallback xmlns="">
          <p:sp>
            <p:nvSpPr>
              <p:cNvPr id="3" name="Notes Placeholder 2"/>
              <p:cNvSpPr>
                <a:spLocks noGrp="1"/>
              </p:cNvSpPr>
              <p:nvPr>
                <p:ph type="body" idx="1"/>
              </p:nvPr>
            </p:nvSpPr>
            <p:spPr/>
            <p:txBody>
              <a:bodyPr/>
              <a:lstStyle/>
              <a:p>
                <a:pPr marL="0" indent="0">
                  <a:buFontTx/>
                  <a:buNone/>
                </a:pPr>
                <a:r>
                  <a:rPr lang="en-IN" dirty="0">
                    <a:solidFill>
                      <a:schemeClr val="bg1"/>
                    </a:solidFill>
                  </a:rPr>
                  <a:t>(30secs)</a:t>
                </a:r>
              </a:p>
              <a:p>
                <a:pPr marL="285750" indent="-285750">
                  <a:buFontTx/>
                  <a:buChar char="-"/>
                </a:pPr>
                <a:r>
                  <a:rPr lang="en-IN" dirty="0">
                    <a:solidFill>
                      <a:schemeClr val="bg1"/>
                    </a:solidFill>
                  </a:rPr>
                  <a:t>Moving on to the 3D model, the task is difficult with more degrees of freedom to stabilize against, as we can see from the video. The same pattern upholds here for all variants.</a:t>
                </a:r>
              </a:p>
              <a:p>
                <a:pPr marL="285750" indent="-285750">
                  <a:buFontTx/>
                  <a:buChar char="-"/>
                </a:pPr>
                <a:r>
                  <a:rPr lang="en-IN" dirty="0">
                    <a:solidFill>
                      <a:schemeClr val="bg1"/>
                    </a:solidFill>
                  </a:rPr>
                  <a:t>Since the control variants have the same results as before for all bodies, I have excluded them from the plot. </a:t>
                </a:r>
              </a:p>
              <a:p>
                <a:pPr marL="285750" indent="-285750">
                  <a:buFontTx/>
                  <a:buChar char="-"/>
                </a:pPr>
                <a:r>
                  <a:rPr lang="en-IN" dirty="0">
                    <a:solidFill>
                      <a:schemeClr val="bg1"/>
                    </a:solidFill>
                  </a:rPr>
                  <a:t>Prior with a residual of </a:t>
                </a:r>
                <a:r>
                  <a:rPr lang="en-IN" i="0">
                    <a:solidFill>
                      <a:schemeClr val="bg1"/>
                    </a:solidFill>
                    <a:latin typeface="Cambria Math" panose="02040503050406030204" pitchFamily="18" charset="0"/>
                    <a:ea typeface="Cambria Math" panose="02040503050406030204" pitchFamily="18" charset="0"/>
                  </a:rPr>
                  <a:t>𝜔=0.1</a:t>
                </a:r>
                <a:r>
                  <a:rPr lang="en-IN" dirty="0">
                    <a:solidFill>
                      <a:schemeClr val="bg1"/>
                    </a:solidFill>
                  </a:rPr>
                  <a:t> scores slightly lesser and other approaches </a:t>
                </a:r>
                <a:r>
                  <a:rPr lang="en-IN" b="1" dirty="0">
                    <a:solidFill>
                      <a:schemeClr val="accent1">
                        <a:lumMod val="60000"/>
                        <a:lumOff val="40000"/>
                      </a:schemeClr>
                    </a:solidFill>
                  </a:rPr>
                  <a:t>almost tie </a:t>
                </a:r>
                <a:r>
                  <a:rPr lang="en-IN" dirty="0">
                    <a:solidFill>
                      <a:schemeClr val="bg1"/>
                    </a:solidFill>
                  </a:rPr>
                  <a:t>in final score.</a:t>
                </a:r>
              </a:p>
            </p:txBody>
          </p:sp>
        </mc:Fallback>
      </mc:AlternateContent>
      <p:sp>
        <p:nvSpPr>
          <p:cNvPr id="4" name="Slide Number Placeholder 3"/>
          <p:cNvSpPr>
            <a:spLocks noGrp="1"/>
          </p:cNvSpPr>
          <p:nvPr>
            <p:ph type="sldNum" sz="quarter" idx="5"/>
          </p:nvPr>
        </p:nvSpPr>
        <p:spPr/>
        <p:txBody>
          <a:bodyPr/>
          <a:lstStyle/>
          <a:p>
            <a:fld id="{05E73000-C2E2-4C5C-8310-C0720137C38A}" type="slidenum">
              <a:rPr lang="en-IN" smtClean="0"/>
              <a:t>25</a:t>
            </a:fld>
            <a:endParaRPr lang="en-IN"/>
          </a:p>
        </p:txBody>
      </p:sp>
    </p:spTree>
    <p:extLst>
      <p:ext uri="{BB962C8B-B14F-4D97-AF65-F5344CB8AC3E}">
        <p14:creationId xmlns:p14="http://schemas.microsoft.com/office/powerpoint/2010/main" val="17752417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indent="0">
              <a:buFontTx/>
              <a:buNone/>
            </a:pPr>
            <a:r>
              <a:rPr lang="en-IN" dirty="0">
                <a:solidFill>
                  <a:schemeClr val="bg1"/>
                </a:solidFill>
              </a:rPr>
              <a:t>(32 secs)</a:t>
            </a:r>
          </a:p>
          <a:p>
            <a:pPr marL="171450" indent="-171450">
              <a:buFontTx/>
              <a:buChar char="-"/>
            </a:pPr>
            <a:r>
              <a:rPr lang="en-IN" dirty="0">
                <a:solidFill>
                  <a:schemeClr val="bg1"/>
                </a:solidFill>
              </a:rPr>
              <a:t>Both the baselines and our approach (prior and control variants) </a:t>
            </a:r>
            <a:r>
              <a:rPr lang="en-IN" b="1" dirty="0">
                <a:solidFill>
                  <a:schemeClr val="accent4">
                    <a:lumMod val="40000"/>
                    <a:lumOff val="60000"/>
                  </a:schemeClr>
                </a:solidFill>
              </a:rPr>
              <a:t>don’t converge</a:t>
            </a:r>
            <a:r>
              <a:rPr lang="en-IN" dirty="0">
                <a:solidFill>
                  <a:schemeClr val="bg1"/>
                </a:solidFill>
              </a:rPr>
              <a:t> on the most complex model. </a:t>
            </a:r>
          </a:p>
          <a:p>
            <a:pPr marL="171450" indent="-171450">
              <a:buFontTx/>
              <a:buChar char="-"/>
            </a:pPr>
            <a:r>
              <a:rPr lang="en-IN" dirty="0">
                <a:solidFill>
                  <a:schemeClr val="bg1"/>
                </a:solidFill>
              </a:rPr>
              <a:t>I observed that even after extending the experiments to 75M steps, it doesn’t improve. As you can see in the video, the model has</a:t>
            </a:r>
            <a:r>
              <a:rPr lang="en-US" dirty="0">
                <a:solidFill>
                  <a:schemeClr val="bg1"/>
                </a:solidFill>
              </a:rPr>
              <a:t> a full trunk-stabilizing muscle group, but none of it has any EMG coverage at all; the only trunk muscle we do map is an abdominal flexor, so there's nothing in the prior actively holding the trunk upright.</a:t>
            </a:r>
          </a:p>
          <a:p>
            <a:pPr marL="171450" indent="-171450">
              <a:buFontTx/>
              <a:buChar char="-"/>
            </a:pPr>
            <a:r>
              <a:rPr lang="en-US" b="1" dirty="0">
                <a:solidFill>
                  <a:schemeClr val="accent4">
                    <a:lumMod val="40000"/>
                    <a:lumOff val="60000"/>
                  </a:schemeClr>
                </a:solidFill>
              </a:rPr>
              <a:t>Fall rate </a:t>
            </a:r>
            <a:r>
              <a:rPr lang="en-US" dirty="0">
                <a:solidFill>
                  <a:schemeClr val="bg1"/>
                </a:solidFill>
              </a:rPr>
              <a:t>is extremely high! All methods in comparison fall at the rate of anywhere between 60-80%.</a:t>
            </a:r>
          </a:p>
          <a:p>
            <a:endParaRPr lang="en-IN" dirty="0"/>
          </a:p>
        </p:txBody>
      </p:sp>
      <p:sp>
        <p:nvSpPr>
          <p:cNvPr id="4" name="Slide Number Placeholder 3"/>
          <p:cNvSpPr>
            <a:spLocks noGrp="1"/>
          </p:cNvSpPr>
          <p:nvPr>
            <p:ph type="sldNum" sz="quarter" idx="5"/>
          </p:nvPr>
        </p:nvSpPr>
        <p:spPr/>
        <p:txBody>
          <a:bodyPr/>
          <a:lstStyle/>
          <a:p>
            <a:fld id="{05E73000-C2E2-4C5C-8310-C0720137C38A}" type="slidenum">
              <a:rPr lang="en-IN" smtClean="0"/>
              <a:t>26</a:t>
            </a:fld>
            <a:endParaRPr lang="en-IN"/>
          </a:p>
        </p:txBody>
      </p:sp>
    </p:spTree>
    <p:extLst>
      <p:ext uri="{BB962C8B-B14F-4D97-AF65-F5344CB8AC3E}">
        <p14:creationId xmlns:p14="http://schemas.microsoft.com/office/powerpoint/2010/main" val="21695396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(20 secs)</a:t>
            </a:r>
          </a:p>
          <a:p>
            <a:r>
              <a:rPr lang="en-US" dirty="0"/>
              <a:t>- To check whether our results aren’t just the consequence of using a simple reward, we also ran a full reward variant where we drive it towards more natural walking with granular penalties for unnatural behavior.</a:t>
            </a:r>
          </a:p>
          <a:p>
            <a:pPr marL="171450" indent="-171450">
              <a:buFontTx/>
              <a:buChar char="-"/>
            </a:pPr>
            <a:r>
              <a:rPr lang="en-US" dirty="0"/>
              <a:t>Here’s the video for our H0918 model for example, where the gait is visibly more natural. But this holds true also for baseline and control variants.</a:t>
            </a:r>
          </a:p>
          <a:p>
            <a:pPr marL="171450" indent="-171450">
              <a:buFontTx/>
              <a:buChar char="-"/>
            </a:pPr>
            <a:r>
              <a:rPr lang="en-US" dirty="0"/>
              <a:t>A richer reward makes everything look better, and we see the same story as for the simpler reward variant with baselines beating our prior variants with lower omega.</a:t>
            </a:r>
          </a:p>
          <a:p>
            <a:r>
              <a:rPr lang="en-US" dirty="0"/>
              <a: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g(v) = velocity-tracking term, GRF = ground-reaction-force penalty, </a:t>
            </a:r>
            <a:r>
              <a:rPr lang="en-US" dirty="0" err="1"/>
              <a:t>τ_limit</a:t>
            </a:r>
            <a:r>
              <a:rPr lang="en-US" dirty="0"/>
              <a:t> = joint-limit torque, </a:t>
            </a:r>
            <a:r>
              <a:rPr lang="en-US" dirty="0" err="1"/>
              <a:t>f_muscle</a:t>
            </a:r>
            <a:r>
              <a:rPr lang="en-US" dirty="0"/>
              <a:t> = active-muscle fraction, </a:t>
            </a:r>
            <a:r>
              <a:rPr lang="en-US" dirty="0" err="1"/>
              <a:t>s_exc</a:t>
            </a:r>
            <a:r>
              <a:rPr lang="en-US" dirty="0"/>
              <a:t> = excitation smoothness.</a:t>
            </a:r>
          </a:p>
          <a:p>
            <a:endParaRPr lang="en-US" dirty="0"/>
          </a:p>
        </p:txBody>
      </p:sp>
      <p:sp>
        <p:nvSpPr>
          <p:cNvPr id="4" name="Slide Number Placeholder 3"/>
          <p:cNvSpPr>
            <a:spLocks noGrp="1"/>
          </p:cNvSpPr>
          <p:nvPr>
            <p:ph type="sldNum" sz="quarter" idx="5"/>
          </p:nvPr>
        </p:nvSpPr>
        <p:spPr/>
        <p:txBody>
          <a:bodyPr/>
          <a:lstStyle/>
          <a:p>
            <a:fld id="{05E73000-C2E2-4C5C-8310-C0720137C38A}" type="slidenum">
              <a:rPr lang="en-IN" smtClean="0"/>
              <a:t>27</a:t>
            </a:fld>
            <a:endParaRPr lang="en-IN"/>
          </a:p>
        </p:txBody>
      </p:sp>
    </p:spTree>
    <p:extLst>
      <p:ext uri="{BB962C8B-B14F-4D97-AF65-F5344CB8AC3E}">
        <p14:creationId xmlns:p14="http://schemas.microsoft.com/office/powerpoint/2010/main" val="42461413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H1622  - Sagittal: ω=0.1 most upright (−14.0°), narrowly ahead of MPO (−14.6°), clearly ahead of ω=0.5 (−17.0°) and DEP-MPO (−18.3°).</a:t>
            </a:r>
          </a:p>
          <a:p>
            <a:r>
              <a:rPr lang="en-US" dirty="0"/>
              <a:t>  - Lateral: actually ω=0.5 is closest to symmetric here (+0.8°), with ω=0.1 close behind</a:t>
            </a:r>
          </a:p>
          <a:p>
            <a:r>
              <a:rPr lang="en-US" dirty="0"/>
              <a:t>    (+1.5°) — both beat MPO (+2.8°) and DEP-MPO (−2.9°).</a:t>
            </a:r>
          </a:p>
          <a:p>
            <a:endParaRPr lang="en-US" dirty="0"/>
          </a:p>
          <a:p>
            <a:r>
              <a:rPr lang="en-US" dirty="0"/>
              <a:t>  H2190 (already clean, no exclusions needed):</a:t>
            </a:r>
          </a:p>
          <a:p>
            <a:r>
              <a:rPr lang="en-US" dirty="0"/>
              <a:t>  - Sagittal: ω=0.5 is the clear winner (−27.3°), beating both backbones by a wide margin</a:t>
            </a:r>
          </a:p>
          <a:p>
            <a:r>
              <a:rPr lang="en-US" dirty="0"/>
              <a:t>    (−37.4°/−42.2°). Notably, ω=0.1 is the worst condition on this body — the opposite of</a:t>
            </a:r>
          </a:p>
          <a:p>
            <a:r>
              <a:rPr lang="en-US" dirty="0"/>
              <a:t>    H1622.</a:t>
            </a:r>
          </a:p>
          <a:p>
            <a:endParaRPr lang="en-US" dirty="0"/>
          </a:p>
          <a:p>
            <a:r>
              <a:rPr lang="en-US" dirty="0"/>
              <a:t>Trunk posture is more upright than both backbones on both bodies we tested — H1622 </a:t>
            </a:r>
          </a:p>
          <a:p>
            <a:r>
              <a:rPr lang="en-US" dirty="0"/>
              <a:t>     at ω=0.1, H2190 at ω=0.5.</a:t>
            </a:r>
          </a:p>
          <a:p>
            <a:r>
              <a:rPr lang="en-US" dirty="0"/>
              <a:t>    </a:t>
            </a:r>
          </a:p>
          <a:p>
            <a:r>
              <a:rPr lang="en-US" dirty="0"/>
              <a:t>CLAUDE: Poor proximal (hip/hamstring) coordination is a classic driver of compensatory trunk lean in real gait — if the base</a:t>
            </a:r>
          </a:p>
          <a:p>
            <a:r>
              <a:rPr lang="en-US" dirty="0"/>
              <a:t>  of support is badly timed, the trunk leans forward to keep balance. Your prior already fixes hamstring timing dramatically (confirmed on two metrics, independent of this trunk analysis). The trunk improvement is plausibly a downstream consequence of that?</a:t>
            </a:r>
            <a:endParaRPr lang="en-IN" dirty="0"/>
          </a:p>
        </p:txBody>
      </p:sp>
      <p:sp>
        <p:nvSpPr>
          <p:cNvPr id="4" name="Slide Number Placeholder 3"/>
          <p:cNvSpPr>
            <a:spLocks noGrp="1"/>
          </p:cNvSpPr>
          <p:nvPr>
            <p:ph type="sldNum" sz="quarter" idx="5"/>
          </p:nvPr>
        </p:nvSpPr>
        <p:spPr/>
        <p:txBody>
          <a:bodyPr/>
          <a:lstStyle/>
          <a:p>
            <a:fld id="{05E73000-C2E2-4C5C-8310-C0720137C38A}" type="slidenum">
              <a:rPr lang="en-IN" smtClean="0"/>
              <a:t>28</a:t>
            </a:fld>
            <a:endParaRPr lang="en-IN"/>
          </a:p>
        </p:txBody>
      </p:sp>
    </p:spTree>
    <p:extLst>
      <p:ext uri="{BB962C8B-B14F-4D97-AF65-F5344CB8AC3E}">
        <p14:creationId xmlns:p14="http://schemas.microsoft.com/office/powerpoint/2010/main" val="24142783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indent="0">
              <a:buFontTx/>
              <a:buNone/>
            </a:pPr>
            <a:r>
              <a:rPr lang="en-IN" dirty="0">
                <a:solidFill>
                  <a:schemeClr val="bg2"/>
                </a:solidFill>
              </a:rPr>
              <a:t>(1min.) – don’t need this slide</a:t>
            </a:r>
          </a:p>
          <a:p>
            <a:pPr marL="171450" indent="-171450">
              <a:buFontTx/>
              <a:buChar char="-"/>
            </a:pPr>
            <a:r>
              <a:rPr lang="en-IN" dirty="0">
                <a:solidFill>
                  <a:schemeClr val="bg2"/>
                </a:solidFill>
              </a:rPr>
              <a:t>Let’s look at how standard locomotion policies are trained. We base our approach with MPO, which is an off policy algorithm that reuses past experience via a replay buffer without needing fresh rollouts for each update.</a:t>
            </a:r>
            <a:br>
              <a:rPr lang="en-IN" dirty="0">
                <a:solidFill>
                  <a:schemeClr val="bg2"/>
                </a:solidFill>
              </a:rPr>
            </a:br>
            <a:r>
              <a:rPr lang="en-IN" dirty="0">
                <a:solidFill>
                  <a:schemeClr val="bg2"/>
                </a:solidFill>
              </a:rPr>
              <a:t>- On the left, we can see a simple loop where the MPO policy gets the state from the simulation environment. State includes information from the simulation </a:t>
            </a:r>
            <a:r>
              <a:rPr lang="en-IN" dirty="0" err="1">
                <a:solidFill>
                  <a:schemeClr val="bg2"/>
                </a:solidFill>
              </a:rPr>
              <a:t>envt</a:t>
            </a:r>
            <a:r>
              <a:rPr lang="en-IN" dirty="0">
                <a:solidFill>
                  <a:schemeClr val="bg2"/>
                </a:solidFill>
              </a:rPr>
              <a:t> like joint angles, positions, target speed, muscle state etc. </a:t>
            </a:r>
          </a:p>
          <a:p>
            <a:pPr marL="171450" indent="-171450">
              <a:buFontTx/>
              <a:buChar char="-"/>
            </a:pPr>
            <a:r>
              <a:rPr lang="en-IN" dirty="0">
                <a:solidFill>
                  <a:schemeClr val="bg2"/>
                </a:solidFill>
              </a:rPr>
              <a:t>The body model is muscle actuated, so the policy turns this to muscle excitations </a:t>
            </a:r>
            <a:r>
              <a:rPr lang="en-IN" dirty="0" err="1">
                <a:solidFill>
                  <a:schemeClr val="bg2"/>
                </a:solidFill>
              </a:rPr>
              <a:t>a_t</a:t>
            </a:r>
            <a:r>
              <a:rPr lang="en-IN" dirty="0">
                <a:solidFill>
                  <a:schemeClr val="bg2"/>
                </a:solidFill>
              </a:rPr>
              <a:t> trained by reward </a:t>
            </a:r>
            <a:r>
              <a:rPr lang="en-IN" dirty="0" err="1">
                <a:solidFill>
                  <a:schemeClr val="bg2"/>
                </a:solidFill>
              </a:rPr>
              <a:t>r_t</a:t>
            </a:r>
            <a:r>
              <a:rPr lang="en-IN" dirty="0">
                <a:solidFill>
                  <a:schemeClr val="bg2"/>
                </a:solidFill>
              </a:rPr>
              <a:t>. </a:t>
            </a:r>
          </a:p>
          <a:p>
            <a:pPr marL="171450" indent="-171450">
              <a:buFontTx/>
              <a:buChar char="-"/>
            </a:pPr>
            <a:r>
              <a:rPr lang="en-IN" dirty="0">
                <a:solidFill>
                  <a:schemeClr val="bg2"/>
                </a:solidFill>
              </a:rPr>
              <a:t>Onto the right side we see this combined with a state of the art controller DEP which self organizes each actuator based on a feedback loop online. This is known to help fi</a:t>
            </a:r>
            <a:r>
              <a:rPr lang="en-US" dirty="0" err="1">
                <a:solidFill>
                  <a:schemeClr val="bg2"/>
                </a:solidFill>
              </a:rPr>
              <a:t>nd</a:t>
            </a:r>
            <a:r>
              <a:rPr lang="en-US" dirty="0">
                <a:solidFill>
                  <a:schemeClr val="bg2"/>
                </a:solidFill>
              </a:rPr>
              <a:t> coordinated movement faster than random exploration.</a:t>
            </a:r>
          </a:p>
          <a:p>
            <a:pPr marL="171450" indent="-171450">
              <a:buFontTx/>
              <a:buChar char="-"/>
            </a:pPr>
            <a:r>
              <a:rPr lang="en-US" dirty="0">
                <a:solidFill>
                  <a:schemeClr val="bg2"/>
                </a:solidFill>
              </a:rPr>
              <a:t> </a:t>
            </a:r>
          </a:p>
          <a:p>
            <a:endParaRPr lang="en-IN" dirty="0">
              <a:solidFill>
                <a:schemeClr val="bg2"/>
              </a:solidFill>
            </a:endParaRPr>
          </a:p>
        </p:txBody>
      </p:sp>
      <p:sp>
        <p:nvSpPr>
          <p:cNvPr id="4" name="Slide Number Placeholder 3"/>
          <p:cNvSpPr>
            <a:spLocks noGrp="1"/>
          </p:cNvSpPr>
          <p:nvPr>
            <p:ph type="sldNum" sz="quarter" idx="5"/>
          </p:nvPr>
        </p:nvSpPr>
        <p:spPr/>
        <p:txBody>
          <a:bodyPr/>
          <a:lstStyle/>
          <a:p>
            <a:fld id="{05E73000-C2E2-4C5C-8310-C0720137C38A}" type="slidenum">
              <a:rPr lang="en-IN" smtClean="0"/>
              <a:t>32</a:t>
            </a:fld>
            <a:endParaRPr lang="en-IN"/>
          </a:p>
        </p:txBody>
      </p:sp>
    </p:spTree>
    <p:extLst>
      <p:ext uri="{BB962C8B-B14F-4D97-AF65-F5344CB8AC3E}">
        <p14:creationId xmlns:p14="http://schemas.microsoft.com/office/powerpoint/2010/main" val="24803903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pPr marL="0" indent="0">
              <a:buFontTx/>
              <a:buNone/>
            </a:pPr>
            <a:r>
              <a:rPr lang="en-US" dirty="0"/>
              <a:t>(38sec)</a:t>
            </a:r>
          </a:p>
          <a:p>
            <a:pPr marL="171450" indent="-171450">
              <a:buFontTx/>
              <a:buChar char="-"/>
            </a:pPr>
            <a:r>
              <a:rPr lang="en-US" dirty="0"/>
              <a:t>So how do we actually ground exploration in real human data? </a:t>
            </a:r>
          </a:p>
          <a:p>
            <a:pPr marL="171450" indent="-171450">
              <a:buFontTx/>
              <a:buChar char="-"/>
            </a:pPr>
            <a:r>
              <a:rPr lang="en-US" dirty="0"/>
              <a:t>Even though walking involves activity from many muscles and joints, most of the variance could be explained by a handful of shared activation patterns called synergies. </a:t>
            </a:r>
          </a:p>
          <a:p>
            <a:pPr marL="171450" indent="-171450">
              <a:buFontTx/>
              <a:buChar char="-"/>
            </a:pPr>
            <a:r>
              <a:rPr lang="en-US" dirty="0"/>
              <a:t>We learn these synergies with an autoencoder which is a nonlinear model that has advantage over linear models in both lower dimensions and also in reconstructing complex signals.</a:t>
            </a:r>
          </a:p>
          <a:p>
            <a:pPr marL="171450" indent="-171450">
              <a:buFontTx/>
              <a:buChar char="-"/>
            </a:pPr>
            <a:r>
              <a:rPr lang="en-US" dirty="0"/>
              <a:t>We will use the decoder as our prior which is like an inductive bias, which constrains the action space on real EMG patterns. In our setup, 6 synergies were enough to reasonably reconstruct most muscles.</a:t>
            </a:r>
            <a:endParaRPr lang="en-IN" dirty="0"/>
          </a:p>
        </p:txBody>
      </p:sp>
      <p:sp>
        <p:nvSpPr>
          <p:cNvPr id="4" name="Slide Number Placeholder 3"/>
          <p:cNvSpPr>
            <a:spLocks noGrp="1"/>
          </p:cNvSpPr>
          <p:nvPr>
            <p:ph type="sldNum" sz="quarter" idx="5"/>
          </p:nvPr>
        </p:nvSpPr>
        <p:spPr/>
        <p:txBody>
          <a:bodyPr/>
          <a:lstStyle/>
          <a:p>
            <a:fld id="{05E73000-C2E2-4C5C-8310-C0720137C38A}" type="slidenum">
              <a:rPr lang="en-IN" smtClean="0"/>
              <a:t>33</a:t>
            </a:fld>
            <a:endParaRPr lang="en-IN"/>
          </a:p>
        </p:txBody>
      </p:sp>
    </p:spTree>
    <p:extLst>
      <p:ext uri="{BB962C8B-B14F-4D97-AF65-F5344CB8AC3E}">
        <p14:creationId xmlns:p14="http://schemas.microsoft.com/office/powerpoint/2010/main" val="1449220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7E0F9-230B-F19C-24A1-4CCA2CFD00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065AACD-7AC1-CF8C-8EB8-B80DD028D8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141F2D4-0638-4DA5-14D7-7315D633CC35}"/>
              </a:ext>
            </a:extLst>
          </p:cNvPr>
          <p:cNvSpPr>
            <a:spLocks noGrp="1"/>
          </p:cNvSpPr>
          <p:nvPr>
            <p:ph type="dt" sz="half" idx="10"/>
          </p:nvPr>
        </p:nvSpPr>
        <p:spPr/>
        <p:txBody>
          <a:bodyPr/>
          <a:lstStyle/>
          <a:p>
            <a:fld id="{48D295E0-9FFD-4FFC-AC90-0EF106962F19}" type="datetimeFigureOut">
              <a:rPr lang="en-IN" smtClean="0"/>
              <a:t>20-09-2026</a:t>
            </a:fld>
            <a:endParaRPr lang="en-IN"/>
          </a:p>
        </p:txBody>
      </p:sp>
      <p:sp>
        <p:nvSpPr>
          <p:cNvPr id="5" name="Footer Placeholder 4">
            <a:extLst>
              <a:ext uri="{FF2B5EF4-FFF2-40B4-BE49-F238E27FC236}">
                <a16:creationId xmlns:a16="http://schemas.microsoft.com/office/drawing/2014/main" id="{3A9037E7-03BE-7A2B-F5AA-978E73DF82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111E16-8885-91CB-0853-AED5A7C67EE1}"/>
              </a:ext>
            </a:extLst>
          </p:cNvPr>
          <p:cNvSpPr>
            <a:spLocks noGrp="1"/>
          </p:cNvSpPr>
          <p:nvPr>
            <p:ph type="sldNum" sz="quarter" idx="12"/>
          </p:nvPr>
        </p:nvSpPr>
        <p:spPr/>
        <p:txBody>
          <a:bodyPr/>
          <a:lstStyle/>
          <a:p>
            <a:fld id="{C934EE58-FDFA-48A4-B71D-1183EDB89A03}" type="slidenum">
              <a:rPr lang="en-IN" smtClean="0"/>
              <a:t>‹#›</a:t>
            </a:fld>
            <a:endParaRPr lang="en-IN"/>
          </a:p>
        </p:txBody>
      </p:sp>
    </p:spTree>
    <p:extLst>
      <p:ext uri="{BB962C8B-B14F-4D97-AF65-F5344CB8AC3E}">
        <p14:creationId xmlns:p14="http://schemas.microsoft.com/office/powerpoint/2010/main" val="4258236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EAF45-79F7-273D-F64A-144783E31F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4D2355-0CC0-DB6F-9129-FDDC733B94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4014E1-4FE1-B8DA-7C88-BB84A7817EA5}"/>
              </a:ext>
            </a:extLst>
          </p:cNvPr>
          <p:cNvSpPr>
            <a:spLocks noGrp="1"/>
          </p:cNvSpPr>
          <p:nvPr>
            <p:ph type="dt" sz="half" idx="10"/>
          </p:nvPr>
        </p:nvSpPr>
        <p:spPr/>
        <p:txBody>
          <a:bodyPr/>
          <a:lstStyle/>
          <a:p>
            <a:fld id="{48D295E0-9FFD-4FFC-AC90-0EF106962F19}" type="datetimeFigureOut">
              <a:rPr lang="en-IN" smtClean="0"/>
              <a:t>20-09-2026</a:t>
            </a:fld>
            <a:endParaRPr lang="en-IN"/>
          </a:p>
        </p:txBody>
      </p:sp>
      <p:sp>
        <p:nvSpPr>
          <p:cNvPr id="5" name="Footer Placeholder 4">
            <a:extLst>
              <a:ext uri="{FF2B5EF4-FFF2-40B4-BE49-F238E27FC236}">
                <a16:creationId xmlns:a16="http://schemas.microsoft.com/office/drawing/2014/main" id="{0641C557-3A55-4860-7ECE-FC28260AD4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7F68A9-5B38-9885-0338-23D8C3842E99}"/>
              </a:ext>
            </a:extLst>
          </p:cNvPr>
          <p:cNvSpPr>
            <a:spLocks noGrp="1"/>
          </p:cNvSpPr>
          <p:nvPr>
            <p:ph type="sldNum" sz="quarter" idx="12"/>
          </p:nvPr>
        </p:nvSpPr>
        <p:spPr/>
        <p:txBody>
          <a:bodyPr/>
          <a:lstStyle/>
          <a:p>
            <a:fld id="{C934EE58-FDFA-48A4-B71D-1183EDB89A03}" type="slidenum">
              <a:rPr lang="en-IN" smtClean="0"/>
              <a:t>‹#›</a:t>
            </a:fld>
            <a:endParaRPr lang="en-IN"/>
          </a:p>
        </p:txBody>
      </p:sp>
    </p:spTree>
    <p:extLst>
      <p:ext uri="{BB962C8B-B14F-4D97-AF65-F5344CB8AC3E}">
        <p14:creationId xmlns:p14="http://schemas.microsoft.com/office/powerpoint/2010/main" val="974847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8378B-C1E4-3971-F809-9E702899F4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0670E43-8F4F-C659-DC43-2B267386E2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12D9F2-5C20-D643-1E01-474F2A2670E3}"/>
              </a:ext>
            </a:extLst>
          </p:cNvPr>
          <p:cNvSpPr>
            <a:spLocks noGrp="1"/>
          </p:cNvSpPr>
          <p:nvPr>
            <p:ph type="dt" sz="half" idx="10"/>
          </p:nvPr>
        </p:nvSpPr>
        <p:spPr/>
        <p:txBody>
          <a:bodyPr/>
          <a:lstStyle/>
          <a:p>
            <a:fld id="{48D295E0-9FFD-4FFC-AC90-0EF106962F19}" type="datetimeFigureOut">
              <a:rPr lang="en-IN" smtClean="0"/>
              <a:t>20-09-2026</a:t>
            </a:fld>
            <a:endParaRPr lang="en-IN"/>
          </a:p>
        </p:txBody>
      </p:sp>
      <p:sp>
        <p:nvSpPr>
          <p:cNvPr id="5" name="Footer Placeholder 4">
            <a:extLst>
              <a:ext uri="{FF2B5EF4-FFF2-40B4-BE49-F238E27FC236}">
                <a16:creationId xmlns:a16="http://schemas.microsoft.com/office/drawing/2014/main" id="{787EC62F-B675-2B75-7219-DF5BDAD2D3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0702BE-2BE4-6B9E-5DBF-D9BFAB7CCE90}"/>
              </a:ext>
            </a:extLst>
          </p:cNvPr>
          <p:cNvSpPr>
            <a:spLocks noGrp="1"/>
          </p:cNvSpPr>
          <p:nvPr>
            <p:ph type="sldNum" sz="quarter" idx="12"/>
          </p:nvPr>
        </p:nvSpPr>
        <p:spPr/>
        <p:txBody>
          <a:bodyPr/>
          <a:lstStyle/>
          <a:p>
            <a:fld id="{C934EE58-FDFA-48A4-B71D-1183EDB89A03}" type="slidenum">
              <a:rPr lang="en-IN" smtClean="0"/>
              <a:t>‹#›</a:t>
            </a:fld>
            <a:endParaRPr lang="en-IN"/>
          </a:p>
        </p:txBody>
      </p:sp>
    </p:spTree>
    <p:extLst>
      <p:ext uri="{BB962C8B-B14F-4D97-AF65-F5344CB8AC3E}">
        <p14:creationId xmlns:p14="http://schemas.microsoft.com/office/powerpoint/2010/main" val="2760141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AB4DA-7E84-569A-D6BF-7A9AF337F3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5AB8C86-1C9F-16D8-6E27-B65DA87BD9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F64A92-EDF0-5D93-2FF1-2849E7C8C9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478AAF-3FB9-5C8E-A08D-614799118EBD}"/>
              </a:ext>
            </a:extLst>
          </p:cNvPr>
          <p:cNvSpPr>
            <a:spLocks noGrp="1"/>
          </p:cNvSpPr>
          <p:nvPr>
            <p:ph type="dt" sz="half" idx="10"/>
          </p:nvPr>
        </p:nvSpPr>
        <p:spPr/>
        <p:txBody>
          <a:bodyPr/>
          <a:lstStyle/>
          <a:p>
            <a:fld id="{48D295E0-9FFD-4FFC-AC90-0EF106962F19}" type="datetimeFigureOut">
              <a:rPr lang="en-IN" smtClean="0"/>
              <a:t>20-09-2026</a:t>
            </a:fld>
            <a:endParaRPr lang="en-IN"/>
          </a:p>
        </p:txBody>
      </p:sp>
      <p:sp>
        <p:nvSpPr>
          <p:cNvPr id="6" name="Footer Placeholder 5">
            <a:extLst>
              <a:ext uri="{FF2B5EF4-FFF2-40B4-BE49-F238E27FC236}">
                <a16:creationId xmlns:a16="http://schemas.microsoft.com/office/drawing/2014/main" id="{9EFF46BE-27EE-D076-6C79-C3154D47FC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45A81F-1614-44C7-B201-7100125B27A5}"/>
              </a:ext>
            </a:extLst>
          </p:cNvPr>
          <p:cNvSpPr>
            <a:spLocks noGrp="1"/>
          </p:cNvSpPr>
          <p:nvPr>
            <p:ph type="sldNum" sz="quarter" idx="12"/>
          </p:nvPr>
        </p:nvSpPr>
        <p:spPr/>
        <p:txBody>
          <a:bodyPr/>
          <a:lstStyle/>
          <a:p>
            <a:fld id="{C934EE58-FDFA-48A4-B71D-1183EDB89A03}" type="slidenum">
              <a:rPr lang="en-IN" smtClean="0"/>
              <a:t>‹#›</a:t>
            </a:fld>
            <a:endParaRPr lang="en-IN"/>
          </a:p>
        </p:txBody>
      </p:sp>
    </p:spTree>
    <p:extLst>
      <p:ext uri="{BB962C8B-B14F-4D97-AF65-F5344CB8AC3E}">
        <p14:creationId xmlns:p14="http://schemas.microsoft.com/office/powerpoint/2010/main" val="3872447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A870C-950F-84EF-11EA-D879F7B729B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C5C5E0-F04B-0F69-AD79-042D45E35A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7872C9-7DAE-38F7-FA49-3DC122CC9A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81F939-491F-9955-F7C0-E4A1DC9CCB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84214C-F596-820B-1D70-2B0F41DFC1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57F3F8E-E4EE-904D-6FD7-E84CFA2F6A99}"/>
              </a:ext>
            </a:extLst>
          </p:cNvPr>
          <p:cNvSpPr>
            <a:spLocks noGrp="1"/>
          </p:cNvSpPr>
          <p:nvPr>
            <p:ph type="dt" sz="half" idx="10"/>
          </p:nvPr>
        </p:nvSpPr>
        <p:spPr/>
        <p:txBody>
          <a:bodyPr/>
          <a:lstStyle/>
          <a:p>
            <a:fld id="{48D295E0-9FFD-4FFC-AC90-0EF106962F19}" type="datetimeFigureOut">
              <a:rPr lang="en-IN" smtClean="0"/>
              <a:t>20-09-2026</a:t>
            </a:fld>
            <a:endParaRPr lang="en-IN"/>
          </a:p>
        </p:txBody>
      </p:sp>
      <p:sp>
        <p:nvSpPr>
          <p:cNvPr id="8" name="Footer Placeholder 7">
            <a:extLst>
              <a:ext uri="{FF2B5EF4-FFF2-40B4-BE49-F238E27FC236}">
                <a16:creationId xmlns:a16="http://schemas.microsoft.com/office/drawing/2014/main" id="{C7A0EFC0-434C-2B72-BAE1-91443BD4C24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5A51060-FF86-5A21-E2A2-68E53701D1AD}"/>
              </a:ext>
            </a:extLst>
          </p:cNvPr>
          <p:cNvSpPr>
            <a:spLocks noGrp="1"/>
          </p:cNvSpPr>
          <p:nvPr>
            <p:ph type="sldNum" sz="quarter" idx="12"/>
          </p:nvPr>
        </p:nvSpPr>
        <p:spPr/>
        <p:txBody>
          <a:bodyPr/>
          <a:lstStyle/>
          <a:p>
            <a:fld id="{C934EE58-FDFA-48A4-B71D-1183EDB89A03}" type="slidenum">
              <a:rPr lang="en-IN" smtClean="0"/>
              <a:t>‹#›</a:t>
            </a:fld>
            <a:endParaRPr lang="en-IN"/>
          </a:p>
        </p:txBody>
      </p:sp>
    </p:spTree>
    <p:extLst>
      <p:ext uri="{BB962C8B-B14F-4D97-AF65-F5344CB8AC3E}">
        <p14:creationId xmlns:p14="http://schemas.microsoft.com/office/powerpoint/2010/main" val="3809382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EA496-430B-C12E-DD78-2E22966D779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FB813A7-6762-C77B-3B97-59084DA60A52}"/>
              </a:ext>
            </a:extLst>
          </p:cNvPr>
          <p:cNvSpPr>
            <a:spLocks noGrp="1"/>
          </p:cNvSpPr>
          <p:nvPr>
            <p:ph type="dt" sz="half" idx="10"/>
          </p:nvPr>
        </p:nvSpPr>
        <p:spPr/>
        <p:txBody>
          <a:bodyPr/>
          <a:lstStyle/>
          <a:p>
            <a:fld id="{48D295E0-9FFD-4FFC-AC90-0EF106962F19}" type="datetimeFigureOut">
              <a:rPr lang="en-IN" smtClean="0"/>
              <a:t>20-09-2026</a:t>
            </a:fld>
            <a:endParaRPr lang="en-IN"/>
          </a:p>
        </p:txBody>
      </p:sp>
      <p:sp>
        <p:nvSpPr>
          <p:cNvPr id="4" name="Footer Placeholder 3">
            <a:extLst>
              <a:ext uri="{FF2B5EF4-FFF2-40B4-BE49-F238E27FC236}">
                <a16:creationId xmlns:a16="http://schemas.microsoft.com/office/drawing/2014/main" id="{B851D1FA-1661-9D19-33AE-BB83930FCE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929F7D5-79A6-6D18-D2A4-6C041544CBA2}"/>
              </a:ext>
            </a:extLst>
          </p:cNvPr>
          <p:cNvSpPr>
            <a:spLocks noGrp="1"/>
          </p:cNvSpPr>
          <p:nvPr>
            <p:ph type="sldNum" sz="quarter" idx="12"/>
          </p:nvPr>
        </p:nvSpPr>
        <p:spPr/>
        <p:txBody>
          <a:bodyPr/>
          <a:lstStyle/>
          <a:p>
            <a:fld id="{C934EE58-FDFA-48A4-B71D-1183EDB89A03}" type="slidenum">
              <a:rPr lang="en-IN" smtClean="0"/>
              <a:t>‹#›</a:t>
            </a:fld>
            <a:endParaRPr lang="en-IN"/>
          </a:p>
        </p:txBody>
      </p:sp>
    </p:spTree>
    <p:extLst>
      <p:ext uri="{BB962C8B-B14F-4D97-AF65-F5344CB8AC3E}">
        <p14:creationId xmlns:p14="http://schemas.microsoft.com/office/powerpoint/2010/main" val="1834689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DDE4D1-73FE-A9AF-61CB-D6837878D046}"/>
              </a:ext>
            </a:extLst>
          </p:cNvPr>
          <p:cNvSpPr>
            <a:spLocks noGrp="1"/>
          </p:cNvSpPr>
          <p:nvPr>
            <p:ph type="dt" sz="half" idx="10"/>
          </p:nvPr>
        </p:nvSpPr>
        <p:spPr/>
        <p:txBody>
          <a:bodyPr/>
          <a:lstStyle/>
          <a:p>
            <a:fld id="{48D295E0-9FFD-4FFC-AC90-0EF106962F19}" type="datetimeFigureOut">
              <a:rPr lang="en-IN" smtClean="0"/>
              <a:t>20-09-2026</a:t>
            </a:fld>
            <a:endParaRPr lang="en-IN"/>
          </a:p>
        </p:txBody>
      </p:sp>
      <p:sp>
        <p:nvSpPr>
          <p:cNvPr id="3" name="Footer Placeholder 2">
            <a:extLst>
              <a:ext uri="{FF2B5EF4-FFF2-40B4-BE49-F238E27FC236}">
                <a16:creationId xmlns:a16="http://schemas.microsoft.com/office/drawing/2014/main" id="{60054928-B1AD-20FD-B1D2-4243D2F5503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629A522-6AA0-1393-2EF1-3EEBA8017D8C}"/>
              </a:ext>
            </a:extLst>
          </p:cNvPr>
          <p:cNvSpPr>
            <a:spLocks noGrp="1"/>
          </p:cNvSpPr>
          <p:nvPr>
            <p:ph type="sldNum" sz="quarter" idx="12"/>
          </p:nvPr>
        </p:nvSpPr>
        <p:spPr/>
        <p:txBody>
          <a:bodyPr/>
          <a:lstStyle/>
          <a:p>
            <a:fld id="{C934EE58-FDFA-48A4-B71D-1183EDB89A03}" type="slidenum">
              <a:rPr lang="en-IN" smtClean="0"/>
              <a:t>‹#›</a:t>
            </a:fld>
            <a:endParaRPr lang="en-IN"/>
          </a:p>
        </p:txBody>
      </p:sp>
    </p:spTree>
    <p:extLst>
      <p:ext uri="{BB962C8B-B14F-4D97-AF65-F5344CB8AC3E}">
        <p14:creationId xmlns:p14="http://schemas.microsoft.com/office/powerpoint/2010/main" val="2794727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DDD42-EAFA-9FFC-43C9-619BD8C201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A533C45-466F-A3B4-86A6-70C69C8B66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A62B875-B7BA-4BFC-AFD3-CDCB09C43C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A10A2C-2A0A-B22D-D354-F5C156C962F7}"/>
              </a:ext>
            </a:extLst>
          </p:cNvPr>
          <p:cNvSpPr>
            <a:spLocks noGrp="1"/>
          </p:cNvSpPr>
          <p:nvPr>
            <p:ph type="dt" sz="half" idx="10"/>
          </p:nvPr>
        </p:nvSpPr>
        <p:spPr/>
        <p:txBody>
          <a:bodyPr/>
          <a:lstStyle/>
          <a:p>
            <a:fld id="{48D295E0-9FFD-4FFC-AC90-0EF106962F19}" type="datetimeFigureOut">
              <a:rPr lang="en-IN" smtClean="0"/>
              <a:t>20-09-2026</a:t>
            </a:fld>
            <a:endParaRPr lang="en-IN"/>
          </a:p>
        </p:txBody>
      </p:sp>
      <p:sp>
        <p:nvSpPr>
          <p:cNvPr id="6" name="Footer Placeholder 5">
            <a:extLst>
              <a:ext uri="{FF2B5EF4-FFF2-40B4-BE49-F238E27FC236}">
                <a16:creationId xmlns:a16="http://schemas.microsoft.com/office/drawing/2014/main" id="{40060B5C-E4C6-0C53-B49A-6D9CEF445C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EB97EB-E791-7820-175F-7ECE3F96AA14}"/>
              </a:ext>
            </a:extLst>
          </p:cNvPr>
          <p:cNvSpPr>
            <a:spLocks noGrp="1"/>
          </p:cNvSpPr>
          <p:nvPr>
            <p:ph type="sldNum" sz="quarter" idx="12"/>
          </p:nvPr>
        </p:nvSpPr>
        <p:spPr/>
        <p:txBody>
          <a:bodyPr/>
          <a:lstStyle/>
          <a:p>
            <a:fld id="{C934EE58-FDFA-48A4-B71D-1183EDB89A03}" type="slidenum">
              <a:rPr lang="en-IN" smtClean="0"/>
              <a:t>‹#›</a:t>
            </a:fld>
            <a:endParaRPr lang="en-IN"/>
          </a:p>
        </p:txBody>
      </p:sp>
    </p:spTree>
    <p:extLst>
      <p:ext uri="{BB962C8B-B14F-4D97-AF65-F5344CB8AC3E}">
        <p14:creationId xmlns:p14="http://schemas.microsoft.com/office/powerpoint/2010/main" val="2147423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0604B-4FA3-901A-54DE-91D326E545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978E6CF-A9D5-C651-E1B4-B85B4A6A9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542A41-849E-809A-DFE9-3EE22314EE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E1CFD8-5D60-D644-04AE-7CAB3EF3939B}"/>
              </a:ext>
            </a:extLst>
          </p:cNvPr>
          <p:cNvSpPr>
            <a:spLocks noGrp="1"/>
          </p:cNvSpPr>
          <p:nvPr>
            <p:ph type="dt" sz="half" idx="10"/>
          </p:nvPr>
        </p:nvSpPr>
        <p:spPr/>
        <p:txBody>
          <a:bodyPr/>
          <a:lstStyle/>
          <a:p>
            <a:fld id="{48D295E0-9FFD-4FFC-AC90-0EF106962F19}" type="datetimeFigureOut">
              <a:rPr lang="en-IN" smtClean="0"/>
              <a:t>20-09-2026</a:t>
            </a:fld>
            <a:endParaRPr lang="en-IN"/>
          </a:p>
        </p:txBody>
      </p:sp>
      <p:sp>
        <p:nvSpPr>
          <p:cNvPr id="6" name="Footer Placeholder 5">
            <a:extLst>
              <a:ext uri="{FF2B5EF4-FFF2-40B4-BE49-F238E27FC236}">
                <a16:creationId xmlns:a16="http://schemas.microsoft.com/office/drawing/2014/main" id="{CD418636-AF53-CC0F-24B0-45C8A3B302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9159DC-EFB0-87D7-AC20-91D7A10ACF47}"/>
              </a:ext>
            </a:extLst>
          </p:cNvPr>
          <p:cNvSpPr>
            <a:spLocks noGrp="1"/>
          </p:cNvSpPr>
          <p:nvPr>
            <p:ph type="sldNum" sz="quarter" idx="12"/>
          </p:nvPr>
        </p:nvSpPr>
        <p:spPr/>
        <p:txBody>
          <a:bodyPr/>
          <a:lstStyle/>
          <a:p>
            <a:fld id="{C934EE58-FDFA-48A4-B71D-1183EDB89A03}" type="slidenum">
              <a:rPr lang="en-IN" smtClean="0"/>
              <a:t>‹#›</a:t>
            </a:fld>
            <a:endParaRPr lang="en-IN"/>
          </a:p>
        </p:txBody>
      </p:sp>
    </p:spTree>
    <p:extLst>
      <p:ext uri="{BB962C8B-B14F-4D97-AF65-F5344CB8AC3E}">
        <p14:creationId xmlns:p14="http://schemas.microsoft.com/office/powerpoint/2010/main" val="997616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73C78-835B-70A5-62EF-F13145704F2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0DF707-08FC-6C8E-5C38-994BEB9E79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DAEB97-A857-611D-4E2D-089D97A7A832}"/>
              </a:ext>
            </a:extLst>
          </p:cNvPr>
          <p:cNvSpPr>
            <a:spLocks noGrp="1"/>
          </p:cNvSpPr>
          <p:nvPr>
            <p:ph type="dt" sz="half" idx="10"/>
          </p:nvPr>
        </p:nvSpPr>
        <p:spPr/>
        <p:txBody>
          <a:bodyPr/>
          <a:lstStyle/>
          <a:p>
            <a:fld id="{48D295E0-9FFD-4FFC-AC90-0EF106962F19}" type="datetimeFigureOut">
              <a:rPr lang="en-IN" smtClean="0"/>
              <a:t>20-09-2026</a:t>
            </a:fld>
            <a:endParaRPr lang="en-IN"/>
          </a:p>
        </p:txBody>
      </p:sp>
      <p:sp>
        <p:nvSpPr>
          <p:cNvPr id="5" name="Footer Placeholder 4">
            <a:extLst>
              <a:ext uri="{FF2B5EF4-FFF2-40B4-BE49-F238E27FC236}">
                <a16:creationId xmlns:a16="http://schemas.microsoft.com/office/drawing/2014/main" id="{64055FED-1F79-EA13-A916-A02C3C158C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F9A519-3281-41FE-3FDD-89D791029B00}"/>
              </a:ext>
            </a:extLst>
          </p:cNvPr>
          <p:cNvSpPr>
            <a:spLocks noGrp="1"/>
          </p:cNvSpPr>
          <p:nvPr>
            <p:ph type="sldNum" sz="quarter" idx="12"/>
          </p:nvPr>
        </p:nvSpPr>
        <p:spPr/>
        <p:txBody>
          <a:bodyPr/>
          <a:lstStyle/>
          <a:p>
            <a:fld id="{C934EE58-FDFA-48A4-B71D-1183EDB89A03}" type="slidenum">
              <a:rPr lang="en-IN" smtClean="0"/>
              <a:t>‹#›</a:t>
            </a:fld>
            <a:endParaRPr lang="en-IN"/>
          </a:p>
        </p:txBody>
      </p:sp>
    </p:spTree>
    <p:extLst>
      <p:ext uri="{BB962C8B-B14F-4D97-AF65-F5344CB8AC3E}">
        <p14:creationId xmlns:p14="http://schemas.microsoft.com/office/powerpoint/2010/main" val="1160142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01886B-21D8-179C-953D-662D97180B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74B4BD-7560-C7A6-7C0A-49354FE0F3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844F82-4094-A18F-A9EA-61A380ADCB3E}"/>
              </a:ext>
            </a:extLst>
          </p:cNvPr>
          <p:cNvSpPr>
            <a:spLocks noGrp="1"/>
          </p:cNvSpPr>
          <p:nvPr>
            <p:ph type="dt" sz="half" idx="10"/>
          </p:nvPr>
        </p:nvSpPr>
        <p:spPr/>
        <p:txBody>
          <a:bodyPr/>
          <a:lstStyle/>
          <a:p>
            <a:fld id="{48D295E0-9FFD-4FFC-AC90-0EF106962F19}" type="datetimeFigureOut">
              <a:rPr lang="en-IN" smtClean="0"/>
              <a:t>20-09-2026</a:t>
            </a:fld>
            <a:endParaRPr lang="en-IN"/>
          </a:p>
        </p:txBody>
      </p:sp>
      <p:sp>
        <p:nvSpPr>
          <p:cNvPr id="5" name="Footer Placeholder 4">
            <a:extLst>
              <a:ext uri="{FF2B5EF4-FFF2-40B4-BE49-F238E27FC236}">
                <a16:creationId xmlns:a16="http://schemas.microsoft.com/office/drawing/2014/main" id="{C0D049B3-2CCE-A86B-9962-D696AB3789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E1C6BB-A048-6C35-06F4-543FF104632F}"/>
              </a:ext>
            </a:extLst>
          </p:cNvPr>
          <p:cNvSpPr>
            <a:spLocks noGrp="1"/>
          </p:cNvSpPr>
          <p:nvPr>
            <p:ph type="sldNum" sz="quarter" idx="12"/>
          </p:nvPr>
        </p:nvSpPr>
        <p:spPr/>
        <p:txBody>
          <a:bodyPr/>
          <a:lstStyle/>
          <a:p>
            <a:fld id="{C934EE58-FDFA-48A4-B71D-1183EDB89A03}" type="slidenum">
              <a:rPr lang="en-IN" smtClean="0"/>
              <a:t>‹#›</a:t>
            </a:fld>
            <a:endParaRPr lang="en-IN"/>
          </a:p>
        </p:txBody>
      </p:sp>
    </p:spTree>
    <p:extLst>
      <p:ext uri="{BB962C8B-B14F-4D97-AF65-F5344CB8AC3E}">
        <p14:creationId xmlns:p14="http://schemas.microsoft.com/office/powerpoint/2010/main" val="3926159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DA3EBE-38D2-961E-18A3-D6470D4B2F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85B925-97F1-2857-97FB-11119DB38C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E374A6-AC1B-F2E9-1FEE-E365141FBB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D295E0-9FFD-4FFC-AC90-0EF106962F19}" type="datetimeFigureOut">
              <a:rPr lang="en-IN" smtClean="0"/>
              <a:t>20-09-2026</a:t>
            </a:fld>
            <a:endParaRPr lang="en-IN"/>
          </a:p>
        </p:txBody>
      </p:sp>
      <p:sp>
        <p:nvSpPr>
          <p:cNvPr id="5" name="Footer Placeholder 4">
            <a:extLst>
              <a:ext uri="{FF2B5EF4-FFF2-40B4-BE49-F238E27FC236}">
                <a16:creationId xmlns:a16="http://schemas.microsoft.com/office/drawing/2014/main" id="{EB088D43-B87C-62C1-1018-C3F7DF5C62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607AFB5-4AC1-1586-6210-7FEF3F536F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934EE58-FDFA-48A4-B71D-1183EDB89A03}" type="slidenum">
              <a:rPr lang="en-IN" smtClean="0"/>
              <a:t>‹#›</a:t>
            </a:fld>
            <a:endParaRPr lang="en-IN"/>
          </a:p>
        </p:txBody>
      </p:sp>
    </p:spTree>
    <p:extLst>
      <p:ext uri="{BB962C8B-B14F-4D97-AF65-F5344CB8AC3E}">
        <p14:creationId xmlns:p14="http://schemas.microsoft.com/office/powerpoint/2010/main" val="3821772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microsoft.com/office/2007/relationships/media" Target="../media/media2.mp4"/><Relationship Id="rId7" Type="http://schemas.openxmlformats.org/officeDocument/2006/relationships/image" Target="../media/image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video" Target="../media/media2.mp4"/></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3.mp4"/><Relationship Id="rId1" Type="http://schemas.openxmlformats.org/officeDocument/2006/relationships/video" Target="NULL" TargetMode="External"/><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6" Type="http://schemas.openxmlformats.org/officeDocument/2006/relationships/image" Target="../media/image100.png"/><Relationship Id="rId21" Type="http://schemas.openxmlformats.org/officeDocument/2006/relationships/customXml" Target="../ink/ink7.xml"/><Relationship Id="rId42" Type="http://schemas.openxmlformats.org/officeDocument/2006/relationships/image" Target="../media/image19.png"/><Relationship Id="rId47" Type="http://schemas.openxmlformats.org/officeDocument/2006/relationships/customXml" Target="../ink/ink18.xml"/><Relationship Id="rId63" Type="http://schemas.openxmlformats.org/officeDocument/2006/relationships/customXml" Target="../ink/ink30.xml"/><Relationship Id="rId68" Type="http://schemas.openxmlformats.org/officeDocument/2006/relationships/customXml" Target="../ink/ink35.xml"/><Relationship Id="rId84" Type="http://schemas.openxmlformats.org/officeDocument/2006/relationships/customXml" Target="../ink/ink49.xml"/><Relationship Id="rId89" Type="http://schemas.openxmlformats.org/officeDocument/2006/relationships/customXml" Target="../ink/ink53.xml"/><Relationship Id="rId16" Type="http://schemas.microsoft.com/office/2007/relationships/hdphoto" Target="../media/hdphoto1.wdp"/><Relationship Id="rId11" Type="http://schemas.openxmlformats.org/officeDocument/2006/relationships/customXml" Target="../ink/ink3.xml"/><Relationship Id="rId32" Type="http://schemas.openxmlformats.org/officeDocument/2006/relationships/image" Target="../media/image130.png"/><Relationship Id="rId37" Type="http://schemas.openxmlformats.org/officeDocument/2006/relationships/image" Target="../media/image160.png"/><Relationship Id="rId53" Type="http://schemas.openxmlformats.org/officeDocument/2006/relationships/customXml" Target="../ink/ink21.xml"/><Relationship Id="rId58" Type="http://schemas.openxmlformats.org/officeDocument/2006/relationships/customXml" Target="../ink/ink25.xml"/><Relationship Id="rId74" Type="http://schemas.openxmlformats.org/officeDocument/2006/relationships/image" Target="../media/image170.png"/><Relationship Id="rId79" Type="http://schemas.openxmlformats.org/officeDocument/2006/relationships/customXml" Target="../ink/ink44.xml"/><Relationship Id="rId102" Type="http://schemas.openxmlformats.org/officeDocument/2006/relationships/image" Target="../media/image7.png"/><Relationship Id="rId90" Type="http://schemas.openxmlformats.org/officeDocument/2006/relationships/image" Target="../media/image25.png"/><Relationship Id="rId95" Type="http://schemas.openxmlformats.org/officeDocument/2006/relationships/customXml" Target="../ink/ink56.xml"/><Relationship Id="rId22" Type="http://schemas.openxmlformats.org/officeDocument/2006/relationships/image" Target="../media/image80.png"/><Relationship Id="rId27" Type="http://schemas.openxmlformats.org/officeDocument/2006/relationships/customXml" Target="../ink/ink10.xml"/><Relationship Id="rId43" Type="http://schemas.openxmlformats.org/officeDocument/2006/relationships/customXml" Target="../ink/ink16.xml"/><Relationship Id="rId48" Type="http://schemas.openxmlformats.org/officeDocument/2006/relationships/image" Target="../media/image22.png"/><Relationship Id="rId64" Type="http://schemas.openxmlformats.org/officeDocument/2006/relationships/customXml" Target="../ink/ink31.xml"/><Relationship Id="rId69" Type="http://schemas.openxmlformats.org/officeDocument/2006/relationships/customXml" Target="../ink/ink36.xml"/><Relationship Id="rId80" Type="http://schemas.openxmlformats.org/officeDocument/2006/relationships/customXml" Target="../ink/ink45.xml"/><Relationship Id="rId85" Type="http://schemas.openxmlformats.org/officeDocument/2006/relationships/customXml" Target="../ink/ink50.xml"/><Relationship Id="rId12" Type="http://schemas.openxmlformats.org/officeDocument/2006/relationships/image" Target="../media/image310.png"/><Relationship Id="rId17" Type="http://schemas.openxmlformats.org/officeDocument/2006/relationships/customXml" Target="../ink/ink5.xml"/><Relationship Id="rId25" Type="http://schemas.openxmlformats.org/officeDocument/2006/relationships/customXml" Target="../ink/ink9.xml"/><Relationship Id="rId33" Type="http://schemas.openxmlformats.org/officeDocument/2006/relationships/customXml" Target="../ink/ink13.xml"/><Relationship Id="rId38" Type="http://schemas.openxmlformats.org/officeDocument/2006/relationships/image" Target="../media/image17.png"/><Relationship Id="rId46" Type="http://schemas.openxmlformats.org/officeDocument/2006/relationships/image" Target="../media/image21.png"/><Relationship Id="rId59" Type="http://schemas.openxmlformats.org/officeDocument/2006/relationships/customXml" Target="../ink/ink26.xml"/><Relationship Id="rId67" Type="http://schemas.openxmlformats.org/officeDocument/2006/relationships/customXml" Target="../ink/ink34.xml"/><Relationship Id="rId103" Type="http://schemas.openxmlformats.org/officeDocument/2006/relationships/customXml" Target="../ink/ink59.xml"/><Relationship Id="rId20" Type="http://schemas.openxmlformats.org/officeDocument/2006/relationships/image" Target="../media/image70.png"/><Relationship Id="rId41" Type="http://schemas.openxmlformats.org/officeDocument/2006/relationships/customXml" Target="../ink/ink15.xml"/><Relationship Id="rId54" Type="http://schemas.openxmlformats.org/officeDocument/2006/relationships/image" Target="../media/image24.png"/><Relationship Id="rId62" Type="http://schemas.openxmlformats.org/officeDocument/2006/relationships/customXml" Target="../ink/ink29.xml"/><Relationship Id="rId70" Type="http://schemas.openxmlformats.org/officeDocument/2006/relationships/customXml" Target="../ink/ink37.xml"/><Relationship Id="rId75" Type="http://schemas.openxmlformats.org/officeDocument/2006/relationships/customXml" Target="../ink/ink41.xml"/><Relationship Id="rId83" Type="http://schemas.openxmlformats.org/officeDocument/2006/relationships/customXml" Target="../ink/ink48.xml"/><Relationship Id="rId88" Type="http://schemas.openxmlformats.org/officeDocument/2006/relationships/image" Target="../media/image240.png"/><Relationship Id="rId91" Type="http://schemas.openxmlformats.org/officeDocument/2006/relationships/customXml" Target="../ink/ink54.xml"/><Relationship Id="rId96" Type="http://schemas.openxmlformats.org/officeDocument/2006/relationships/customXml" Target="../ink/ink57.xml"/><Relationship Id="rId1" Type="http://schemas.openxmlformats.org/officeDocument/2006/relationships/slideLayout" Target="../slideLayouts/slideLayout2.xml"/><Relationship Id="rId15" Type="http://schemas.openxmlformats.org/officeDocument/2006/relationships/image" Target="../media/image4.png"/><Relationship Id="rId23" Type="http://schemas.openxmlformats.org/officeDocument/2006/relationships/customXml" Target="../ink/ink8.xml"/><Relationship Id="rId28" Type="http://schemas.openxmlformats.org/officeDocument/2006/relationships/image" Target="../media/image110.png"/><Relationship Id="rId36" Type="http://schemas.openxmlformats.org/officeDocument/2006/relationships/image" Target="../media/image151.png"/><Relationship Id="rId49" Type="http://schemas.openxmlformats.org/officeDocument/2006/relationships/customXml" Target="../ink/ink19.xml"/><Relationship Id="rId57" Type="http://schemas.openxmlformats.org/officeDocument/2006/relationships/customXml" Target="../ink/ink24.xml"/><Relationship Id="rId106" Type="http://schemas.openxmlformats.org/officeDocument/2006/relationships/image" Target="../media/image9.png"/><Relationship Id="rId10" Type="http://schemas.openxmlformats.org/officeDocument/2006/relationships/image" Target="../media/image210.png"/><Relationship Id="rId31" Type="http://schemas.openxmlformats.org/officeDocument/2006/relationships/customXml" Target="../ink/ink12.xml"/><Relationship Id="rId44" Type="http://schemas.openxmlformats.org/officeDocument/2006/relationships/image" Target="../media/image20.png"/><Relationship Id="rId52" Type="http://schemas.openxmlformats.org/officeDocument/2006/relationships/image" Target="../media/image150.png"/><Relationship Id="rId60" Type="http://schemas.openxmlformats.org/officeDocument/2006/relationships/customXml" Target="../ink/ink27.xml"/><Relationship Id="rId65" Type="http://schemas.openxmlformats.org/officeDocument/2006/relationships/customXml" Target="../ink/ink32.xml"/><Relationship Id="rId73" Type="http://schemas.openxmlformats.org/officeDocument/2006/relationships/customXml" Target="../ink/ink40.xml"/><Relationship Id="rId78" Type="http://schemas.openxmlformats.org/officeDocument/2006/relationships/customXml" Target="../ink/ink43.xml"/><Relationship Id="rId81" Type="http://schemas.openxmlformats.org/officeDocument/2006/relationships/customXml" Target="../ink/ink46.xml"/><Relationship Id="rId86" Type="http://schemas.openxmlformats.org/officeDocument/2006/relationships/customXml" Target="../ink/ink51.xml"/><Relationship Id="rId94" Type="http://schemas.openxmlformats.org/officeDocument/2006/relationships/image" Target="../media/image27.png"/><Relationship Id="rId99" Type="http://schemas.openxmlformats.org/officeDocument/2006/relationships/image" Target="../media/image6.png"/><Relationship Id="rId101" Type="http://schemas.openxmlformats.org/officeDocument/2006/relationships/customXml" Target="../ink/ink58.xml"/><Relationship Id="rId9" Type="http://schemas.openxmlformats.org/officeDocument/2006/relationships/customXml" Target="../ink/ink2.xml"/><Relationship Id="rId13" Type="http://schemas.openxmlformats.org/officeDocument/2006/relationships/customXml" Target="../ink/ink4.xml"/><Relationship Id="rId18" Type="http://schemas.openxmlformats.org/officeDocument/2006/relationships/image" Target="../media/image62.png"/><Relationship Id="rId39" Type="http://schemas.openxmlformats.org/officeDocument/2006/relationships/image" Target="../media/image5.png"/><Relationship Id="rId34" Type="http://schemas.openxmlformats.org/officeDocument/2006/relationships/customXml" Target="../ink/ink14.xml"/><Relationship Id="rId50" Type="http://schemas.openxmlformats.org/officeDocument/2006/relationships/image" Target="../media/image23.png"/><Relationship Id="rId55" Type="http://schemas.openxmlformats.org/officeDocument/2006/relationships/customXml" Target="../ink/ink22.xml"/><Relationship Id="rId76" Type="http://schemas.openxmlformats.org/officeDocument/2006/relationships/image" Target="../media/image180.png"/><Relationship Id="rId97" Type="http://schemas.openxmlformats.org/officeDocument/2006/relationships/image" Target="../media/image28.png"/><Relationship Id="rId104" Type="http://schemas.openxmlformats.org/officeDocument/2006/relationships/image" Target="../media/image8.png"/><Relationship Id="rId71" Type="http://schemas.openxmlformats.org/officeDocument/2006/relationships/customXml" Target="../ink/ink38.xml"/><Relationship Id="rId92" Type="http://schemas.openxmlformats.org/officeDocument/2006/relationships/image" Target="../media/image26.png"/><Relationship Id="rId2" Type="http://schemas.openxmlformats.org/officeDocument/2006/relationships/notesSlide" Target="../notesSlides/notesSlide6.xml"/><Relationship Id="rId29" Type="http://schemas.openxmlformats.org/officeDocument/2006/relationships/customXml" Target="../ink/ink11.xml"/><Relationship Id="rId24" Type="http://schemas.openxmlformats.org/officeDocument/2006/relationships/image" Target="../media/image90.png"/><Relationship Id="rId40" Type="http://schemas.microsoft.com/office/2007/relationships/hdphoto" Target="../media/hdphoto2.wdp"/><Relationship Id="rId45" Type="http://schemas.openxmlformats.org/officeDocument/2006/relationships/customXml" Target="../ink/ink17.xml"/><Relationship Id="rId66" Type="http://schemas.openxmlformats.org/officeDocument/2006/relationships/customXml" Target="../ink/ink33.xml"/><Relationship Id="rId87" Type="http://schemas.openxmlformats.org/officeDocument/2006/relationships/customXml" Target="../ink/ink52.xml"/><Relationship Id="rId61" Type="http://schemas.openxmlformats.org/officeDocument/2006/relationships/customXml" Target="../ink/ink28.xml"/><Relationship Id="rId82" Type="http://schemas.openxmlformats.org/officeDocument/2006/relationships/customXml" Target="../ink/ink47.xml"/><Relationship Id="rId19" Type="http://schemas.openxmlformats.org/officeDocument/2006/relationships/customXml" Target="../ink/ink6.xml"/><Relationship Id="rId14" Type="http://schemas.openxmlformats.org/officeDocument/2006/relationships/image" Target="../media/image410.png"/><Relationship Id="rId30" Type="http://schemas.openxmlformats.org/officeDocument/2006/relationships/image" Target="../media/image120.png"/><Relationship Id="rId35" Type="http://schemas.openxmlformats.org/officeDocument/2006/relationships/image" Target="../media/image140.png"/><Relationship Id="rId56" Type="http://schemas.openxmlformats.org/officeDocument/2006/relationships/customXml" Target="../ink/ink23.xml"/><Relationship Id="rId77" Type="http://schemas.openxmlformats.org/officeDocument/2006/relationships/customXml" Target="../ink/ink42.xml"/><Relationship Id="rId100" Type="http://schemas.microsoft.com/office/2007/relationships/hdphoto" Target="../media/hdphoto3.wdp"/><Relationship Id="rId105" Type="http://schemas.openxmlformats.org/officeDocument/2006/relationships/customXml" Target="../ink/ink60.xml"/><Relationship Id="rId8" Type="http://schemas.openxmlformats.org/officeDocument/2006/relationships/image" Target="../media/image58.png"/><Relationship Id="rId51" Type="http://schemas.openxmlformats.org/officeDocument/2006/relationships/customXml" Target="../ink/ink20.xml"/><Relationship Id="rId72" Type="http://schemas.openxmlformats.org/officeDocument/2006/relationships/customXml" Target="../ink/ink39.xml"/><Relationship Id="rId93" Type="http://schemas.openxmlformats.org/officeDocument/2006/relationships/customXml" Target="../ink/ink55.xml"/><Relationship Id="rId98" Type="http://schemas.openxmlformats.org/officeDocument/2006/relationships/image" Target="../media/image280.png"/><Relationship Id="rId3" Type="http://schemas.openxmlformats.org/officeDocument/2006/relationships/customXml" Target="../ink/ink1.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31.png"/><Relationship Id="rId3" Type="http://schemas.openxmlformats.org/officeDocument/2006/relationships/image" Target="../media/image711.png"/><Relationship Id="rId7" Type="http://schemas.microsoft.com/office/2007/relationships/hdphoto" Target="../media/hdphoto4.wdp"/><Relationship Id="rId12" Type="http://schemas.openxmlformats.org/officeDocument/2006/relationships/image" Target="../media/image12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36.png"/><Relationship Id="rId5" Type="http://schemas.openxmlformats.org/officeDocument/2006/relationships/image" Target="../media/image11.png"/><Relationship Id="rId10" Type="http://schemas.openxmlformats.org/officeDocument/2006/relationships/image" Target="../media/image35.png"/><Relationship Id="rId4" Type="http://schemas.openxmlformats.org/officeDocument/2006/relationships/image" Target="../media/image10.png"/><Relationship Id="rId9" Type="http://schemas.openxmlformats.org/officeDocument/2006/relationships/image" Target="../media/image34.png"/><Relationship Id="rId14" Type="http://schemas.openxmlformats.org/officeDocument/2006/relationships/image" Target="../media/image14.png"/></Relationships>
</file>

<file path=ppt/slides/_rels/slide8.xml.rels><?xml version="1.0" encoding="UTF-8" standalone="yes"?>
<Relationships xmlns="http://schemas.openxmlformats.org/package/2006/relationships"><Relationship Id="rId18" Type="http://schemas.openxmlformats.org/officeDocument/2006/relationships/image" Target="../media/image15.png"/><Relationship Id="rId21" Type="http://schemas.openxmlformats.org/officeDocument/2006/relationships/image" Target="../media/image29.png"/><Relationship Id="rId17" Type="http://schemas.openxmlformats.org/officeDocument/2006/relationships/image" Target="../media/image54.png"/><Relationship Id="rId7" Type="http://schemas.openxmlformats.org/officeDocument/2006/relationships/image" Target="../media/image44.png"/><Relationship Id="rId2" Type="http://schemas.openxmlformats.org/officeDocument/2006/relationships/notesSlide" Target="../notesSlides/notesSlide8.xml"/><Relationship Id="rId16" Type="http://schemas.openxmlformats.org/officeDocument/2006/relationships/image" Target="../media/image53.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15" Type="http://schemas.openxmlformats.org/officeDocument/2006/relationships/image" Target="../media/image52.png"/><Relationship Id="rId5" Type="http://schemas.openxmlformats.org/officeDocument/2006/relationships/image" Target="../media/image42.png"/><Relationship Id="rId23" Type="http://schemas.openxmlformats.org/officeDocument/2006/relationships/image" Target="../media/image31.png"/><Relationship Id="rId19" Type="http://schemas.openxmlformats.org/officeDocument/2006/relationships/image" Target="../media/image16.png"/><Relationship Id="rId14" Type="http://schemas.openxmlformats.org/officeDocument/2006/relationships/image" Target="../media/image51.png"/><Relationship Id="rId4" Type="http://schemas.openxmlformats.org/officeDocument/2006/relationships/image" Target="../media/image41.png"/><Relationship Id="rId22"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3.png"/><Relationship Id="rId4" Type="http://schemas.microsoft.com/office/2007/relationships/hdphoto" Target="../media/hdphoto5.wdp"/></Relationships>
</file>

<file path=ppt/slides/_rels/slide10.xml.rels><?xml version="1.0" encoding="UTF-8" standalone="yes"?>
<Relationships xmlns="http://schemas.openxmlformats.org/package/2006/relationships"><Relationship Id="rId8" Type="http://schemas.openxmlformats.org/officeDocument/2006/relationships/image" Target="../media/image561.png"/><Relationship Id="rId3" Type="http://schemas.openxmlformats.org/officeDocument/2006/relationships/image" Target="../media/image38.png"/><Relationship Id="rId7" Type="http://schemas.openxmlformats.org/officeDocument/2006/relationships/image" Target="../media/image55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57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30.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image" Target="../media/image50.png"/><Relationship Id="rId3" Type="http://schemas.microsoft.com/office/2007/relationships/media" Target="../media/media6.mp4"/><Relationship Id="rId7" Type="http://schemas.openxmlformats.org/officeDocument/2006/relationships/image" Target="../media/image49.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notesSlide" Target="../notesSlides/notesSlide13.xml"/><Relationship Id="rId5" Type="http://schemas.openxmlformats.org/officeDocument/2006/relationships/slideLayout" Target="../slideLayouts/slideLayout2.xml"/><Relationship Id="rId10" Type="http://schemas.openxmlformats.org/officeDocument/2006/relationships/image" Target="../media/image55.png"/><Relationship Id="rId4" Type="http://schemas.openxmlformats.org/officeDocument/2006/relationships/video" Target="../media/media6.mp4"/><Relationship Id="rId9" Type="http://schemas.openxmlformats.org/officeDocument/2006/relationships/image" Target="../media/image50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57.png"/><Relationship Id="rId3" Type="http://schemas.microsoft.com/office/2007/relationships/media" Target="../media/media8.mp4"/><Relationship Id="rId7" Type="http://schemas.openxmlformats.org/officeDocument/2006/relationships/image" Target="../media/image56.png"/><Relationship Id="rId2" Type="http://schemas.openxmlformats.org/officeDocument/2006/relationships/video" Target="../media/media7.mp4"/><Relationship Id="rId1" Type="http://schemas.microsoft.com/office/2007/relationships/media" Target="../media/media7.mp4"/><Relationship Id="rId6" Type="http://schemas.openxmlformats.org/officeDocument/2006/relationships/notesSlide" Target="../notesSlides/notesSlide15.xml"/><Relationship Id="rId11" Type="http://schemas.openxmlformats.org/officeDocument/2006/relationships/image" Target="../media/image61.png"/><Relationship Id="rId5" Type="http://schemas.openxmlformats.org/officeDocument/2006/relationships/slideLayout" Target="../slideLayouts/slideLayout2.xml"/><Relationship Id="rId10" Type="http://schemas.openxmlformats.org/officeDocument/2006/relationships/image" Target="../media/image60.png"/><Relationship Id="rId4" Type="http://schemas.openxmlformats.org/officeDocument/2006/relationships/video" Target="../media/media8.mp4"/><Relationship Id="rId9" Type="http://schemas.openxmlformats.org/officeDocument/2006/relationships/image" Target="../media/image59.png"/></Relationships>
</file>

<file path=ppt/slides/_rels/slide16.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93.png"/><Relationship Id="rId18" Type="http://schemas.openxmlformats.org/officeDocument/2006/relationships/customXml" Target="../ink/ink64.xml"/><Relationship Id="rId26" Type="http://schemas.openxmlformats.org/officeDocument/2006/relationships/customXml" Target="../ink/ink68.xml"/><Relationship Id="rId3" Type="http://schemas.microsoft.com/office/2007/relationships/media" Target="../media/media10.mp4"/><Relationship Id="rId21" Type="http://schemas.openxmlformats.org/officeDocument/2006/relationships/image" Target="../media/image97.png"/><Relationship Id="rId7" Type="http://schemas.openxmlformats.org/officeDocument/2006/relationships/image" Target="../media/image63.png"/><Relationship Id="rId17" Type="http://schemas.openxmlformats.org/officeDocument/2006/relationships/image" Target="../media/image66.png"/><Relationship Id="rId25" Type="http://schemas.openxmlformats.org/officeDocument/2006/relationships/image" Target="../media/image99.png"/><Relationship Id="rId2" Type="http://schemas.openxmlformats.org/officeDocument/2006/relationships/video" Target="../media/media9.mp4"/><Relationship Id="rId16" Type="http://schemas.openxmlformats.org/officeDocument/2006/relationships/customXml" Target="../ink/ink63.xml"/><Relationship Id="rId20" Type="http://schemas.openxmlformats.org/officeDocument/2006/relationships/customXml" Target="../ink/ink65.xml"/><Relationship Id="rId29" Type="http://schemas.openxmlformats.org/officeDocument/2006/relationships/image" Target="../media/image69.png"/><Relationship Id="rId1" Type="http://schemas.microsoft.com/office/2007/relationships/media" Target="../media/media9.mp4"/><Relationship Id="rId6" Type="http://schemas.openxmlformats.org/officeDocument/2006/relationships/notesSlide" Target="../notesSlides/notesSlide16.xml"/><Relationship Id="rId11" Type="http://schemas.openxmlformats.org/officeDocument/2006/relationships/customXml" Target="../ink/ink61.xml"/><Relationship Id="rId24" Type="http://schemas.openxmlformats.org/officeDocument/2006/relationships/customXml" Target="../ink/ink67.xml"/><Relationship Id="rId5" Type="http://schemas.openxmlformats.org/officeDocument/2006/relationships/slideLayout" Target="../slideLayouts/slideLayout2.xml"/><Relationship Id="rId15" Type="http://schemas.openxmlformats.org/officeDocument/2006/relationships/image" Target="../media/image94.png"/><Relationship Id="rId23" Type="http://schemas.openxmlformats.org/officeDocument/2006/relationships/image" Target="../media/image98.png"/><Relationship Id="rId28" Type="http://schemas.openxmlformats.org/officeDocument/2006/relationships/image" Target="../media/image68.png"/><Relationship Id="rId10" Type="http://schemas.openxmlformats.org/officeDocument/2006/relationships/image" Target="../media/image65.png"/><Relationship Id="rId19" Type="http://schemas.openxmlformats.org/officeDocument/2006/relationships/image" Target="../media/image67.png"/><Relationship Id="rId4" Type="http://schemas.openxmlformats.org/officeDocument/2006/relationships/video" Target="../media/media10.mp4"/><Relationship Id="rId9" Type="http://schemas.openxmlformats.org/officeDocument/2006/relationships/image" Target="../media/image640.png"/><Relationship Id="rId14" Type="http://schemas.openxmlformats.org/officeDocument/2006/relationships/customXml" Target="../ink/ink62.xml"/><Relationship Id="rId22" Type="http://schemas.openxmlformats.org/officeDocument/2006/relationships/customXml" Target="../ink/ink66.xml"/><Relationship Id="rId27" Type="http://schemas.openxmlformats.org/officeDocument/2006/relationships/image" Target="../media/image101.png"/></Relationships>
</file>

<file path=ppt/slides/_rels/slide17.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18.xml.rels><?xml version="1.0" encoding="UTF-8" standalone="yes"?>
<Relationships xmlns="http://schemas.openxmlformats.org/package/2006/relationships"><Relationship Id="rId13" Type="http://schemas.openxmlformats.org/officeDocument/2006/relationships/customXml" Target="../ink/ink71.xml"/><Relationship Id="rId18" Type="http://schemas.openxmlformats.org/officeDocument/2006/relationships/image" Target="../media/image77.png"/><Relationship Id="rId3" Type="http://schemas.openxmlformats.org/officeDocument/2006/relationships/image" Target="../media/image74.png"/><Relationship Id="rId12" Type="http://schemas.openxmlformats.org/officeDocument/2006/relationships/image" Target="../media/image111.png"/><Relationship Id="rId17" Type="http://schemas.openxmlformats.org/officeDocument/2006/relationships/customXml" Target="../ink/ink73.xml"/><Relationship Id="rId2" Type="http://schemas.openxmlformats.org/officeDocument/2006/relationships/notesSlide" Target="../notesSlides/notesSlide18.xml"/><Relationship Id="rId16"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76.png"/><Relationship Id="rId11" Type="http://schemas.openxmlformats.org/officeDocument/2006/relationships/customXml" Target="../ink/ink70.xml"/><Relationship Id="rId5" Type="http://schemas.openxmlformats.org/officeDocument/2006/relationships/customXml" Target="../ink/ink69.xml"/><Relationship Id="rId15" Type="http://schemas.openxmlformats.org/officeDocument/2006/relationships/customXml" Target="../ink/ink72.xml"/><Relationship Id="rId10" Type="http://schemas.openxmlformats.org/officeDocument/2006/relationships/image" Target="../media/image109.png"/><Relationship Id="rId19" Type="http://schemas.openxmlformats.org/officeDocument/2006/relationships/customXml" Target="../ink/ink74.xml"/><Relationship Id="rId4" Type="http://schemas.openxmlformats.org/officeDocument/2006/relationships/image" Target="../media/image75.png"/><Relationship Id="rId14" Type="http://schemas.openxmlformats.org/officeDocument/2006/relationships/image" Target="../media/image112.png"/></Relationships>
</file>

<file path=ppt/slides/_rels/slide19.xml.rels><?xml version="1.0" encoding="UTF-8" standalone="yes"?>
<Relationships xmlns="http://schemas.openxmlformats.org/package/2006/relationships"><Relationship Id="rId3" Type="http://schemas.openxmlformats.org/officeDocument/2006/relationships/image" Target="../media/image73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20.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70.png"/><Relationship Id="rId5" Type="http://schemas.openxmlformats.org/officeDocument/2006/relationships/image" Target="../media/image82.png"/><Relationship Id="rId4" Type="http://schemas.openxmlformats.org/officeDocument/2006/relationships/image" Target="../media/image8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60.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84.png"/><Relationship Id="rId5" Type="http://schemas.openxmlformats.org/officeDocument/2006/relationships/image" Target="../media/image49.png"/><Relationship Id="rId4"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90.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image85.png"/><Relationship Id="rId5" Type="http://schemas.openxmlformats.org/officeDocument/2006/relationships/image" Target="../media/image50.png"/><Relationship Id="rId4"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87.png"/><Relationship Id="rId2" Type="http://schemas.microsoft.com/office/2007/relationships/media" Target="../media/media11.mp4"/><Relationship Id="rId1" Type="http://schemas.openxmlformats.org/officeDocument/2006/relationships/video" Target="NULL" TargetMode="External"/><Relationship Id="rId6" Type="http://schemas.openxmlformats.org/officeDocument/2006/relationships/image" Target="../media/image86.png"/><Relationship Id="rId5" Type="http://schemas.openxmlformats.org/officeDocument/2006/relationships/image" Target="../media/image560.png"/><Relationship Id="rId4"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89.png"/></Relationships>
</file>

<file path=ppt/slides/_rels/slide29.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610.png"/><Relationship Id="rId13" Type="http://schemas.openxmlformats.org/officeDocument/2006/relationships/image" Target="../media/image114.png"/><Relationship Id="rId3" Type="http://schemas.openxmlformats.org/officeDocument/2006/relationships/image" Target="../media/image117.png"/><Relationship Id="rId7" Type="http://schemas.openxmlformats.org/officeDocument/2006/relationships/image" Target="../media/image511.png"/><Relationship Id="rId12" Type="http://schemas.openxmlformats.org/officeDocument/2006/relationships/image" Target="../media/image103.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11.png"/><Relationship Id="rId11" Type="http://schemas.openxmlformats.org/officeDocument/2006/relationships/image" Target="../media/image910.png"/><Relationship Id="rId5" Type="http://schemas.openxmlformats.org/officeDocument/2006/relationships/image" Target="../media/image311.png"/><Relationship Id="rId10" Type="http://schemas.openxmlformats.org/officeDocument/2006/relationships/image" Target="../media/image810.png"/><Relationship Id="rId4" Type="http://schemas.openxmlformats.org/officeDocument/2006/relationships/image" Target="../media/image211.png"/><Relationship Id="rId9" Type="http://schemas.openxmlformats.org/officeDocument/2006/relationships/image" Target="../media/image710.png"/></Relationships>
</file>

<file path=ppt/slides/_rels/slide3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52.png"/><Relationship Id="rId5" Type="http://schemas.openxmlformats.org/officeDocument/2006/relationships/image" Target="../media/image141.png"/><Relationship Id="rId4" Type="http://schemas.openxmlformats.org/officeDocument/2006/relationships/image" Target="../media/image10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87B36-1FA7-B967-A699-D5985FFCDD2D}"/>
              </a:ext>
            </a:extLst>
          </p:cNvPr>
          <p:cNvSpPr>
            <a:spLocks noGrp="1"/>
          </p:cNvSpPr>
          <p:nvPr>
            <p:ph type="ctrTitle"/>
          </p:nvPr>
        </p:nvSpPr>
        <p:spPr/>
        <p:txBody>
          <a:bodyPr>
            <a:normAutofit fontScale="90000"/>
          </a:bodyPr>
          <a:lstStyle/>
          <a:p>
            <a:r>
              <a:rPr lang="en-IN" b="1" dirty="0">
                <a:solidFill>
                  <a:schemeClr val="bg1"/>
                </a:solidFill>
              </a:rPr>
              <a:t>Humanoid Locomotion via EMG Latent Action Priors with Muscle Synergies</a:t>
            </a:r>
          </a:p>
        </p:txBody>
      </p:sp>
      <p:sp>
        <p:nvSpPr>
          <p:cNvPr id="4" name="TextBox 3">
            <a:extLst>
              <a:ext uri="{FF2B5EF4-FFF2-40B4-BE49-F238E27FC236}">
                <a16:creationId xmlns:a16="http://schemas.microsoft.com/office/drawing/2014/main" id="{4A880CB7-8D5E-CF97-A65C-64EB4E848357}"/>
              </a:ext>
            </a:extLst>
          </p:cNvPr>
          <p:cNvSpPr txBox="1"/>
          <p:nvPr/>
        </p:nvSpPr>
        <p:spPr>
          <a:xfrm>
            <a:off x="3153747" y="4236098"/>
            <a:ext cx="5822301" cy="861774"/>
          </a:xfrm>
          <a:prstGeom prst="rect">
            <a:avLst/>
          </a:prstGeom>
          <a:noFill/>
        </p:spPr>
        <p:txBody>
          <a:bodyPr wrap="square" rtlCol="0">
            <a:spAutoFit/>
          </a:bodyPr>
          <a:lstStyle/>
          <a:p>
            <a:pPr algn="ctr"/>
            <a:r>
              <a:rPr lang="en-IN" sz="2000" b="1" dirty="0">
                <a:solidFill>
                  <a:schemeClr val="accent1">
                    <a:lumMod val="60000"/>
                    <a:lumOff val="40000"/>
                  </a:schemeClr>
                </a:solidFill>
              </a:rPr>
              <a:t>Lalitha Sivakumar</a:t>
            </a:r>
          </a:p>
          <a:p>
            <a:pPr algn="ctr"/>
            <a:r>
              <a:rPr lang="en-IN" sz="1600" dirty="0">
                <a:solidFill>
                  <a:schemeClr val="bg1"/>
                </a:solidFill>
              </a:rPr>
              <a:t>Master Thesis Presentation</a:t>
            </a:r>
          </a:p>
          <a:p>
            <a:pPr algn="ctr"/>
            <a:r>
              <a:rPr lang="en-IN" sz="1400" dirty="0">
                <a:solidFill>
                  <a:schemeClr val="bg2"/>
                </a:solidFill>
              </a:rPr>
              <a:t>21.09.2026</a:t>
            </a:r>
          </a:p>
        </p:txBody>
      </p:sp>
    </p:spTree>
    <p:extLst>
      <p:ext uri="{BB962C8B-B14F-4D97-AF65-F5344CB8AC3E}">
        <p14:creationId xmlns:p14="http://schemas.microsoft.com/office/powerpoint/2010/main" val="1259333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FAEA6-C6FC-625A-787A-BCB2DF290C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90836-4616-2D10-40F1-4EFF522D8D77}"/>
              </a:ext>
            </a:extLst>
          </p:cNvPr>
          <p:cNvSpPr>
            <a:spLocks noGrp="1"/>
          </p:cNvSpPr>
          <p:nvPr>
            <p:ph type="ctrTitle"/>
          </p:nvPr>
        </p:nvSpPr>
        <p:spPr>
          <a:xfrm>
            <a:off x="1524000" y="1432418"/>
            <a:ext cx="9144000" cy="2387600"/>
          </a:xfrm>
        </p:spPr>
        <p:txBody>
          <a:bodyPr>
            <a:normAutofit/>
          </a:bodyPr>
          <a:lstStyle/>
          <a:p>
            <a:r>
              <a:rPr lang="en-IN" b="1" dirty="0">
                <a:solidFill>
                  <a:schemeClr val="bg1"/>
                </a:solidFill>
              </a:rPr>
              <a:t>Motivation</a:t>
            </a:r>
          </a:p>
        </p:txBody>
      </p:sp>
      <p:sp>
        <p:nvSpPr>
          <p:cNvPr id="3" name="TextBox 2">
            <a:extLst>
              <a:ext uri="{FF2B5EF4-FFF2-40B4-BE49-F238E27FC236}">
                <a16:creationId xmlns:a16="http://schemas.microsoft.com/office/drawing/2014/main" id="{1CB8D12C-DFE8-FCED-ED70-C27891603A8A}"/>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1</a:t>
            </a:r>
          </a:p>
        </p:txBody>
      </p:sp>
    </p:spTree>
    <p:extLst>
      <p:ext uri="{BB962C8B-B14F-4D97-AF65-F5344CB8AC3E}">
        <p14:creationId xmlns:p14="http://schemas.microsoft.com/office/powerpoint/2010/main" val="3624327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790ED-4245-42F9-B269-242D5A3AF6EB}"/>
              </a:ext>
            </a:extLst>
          </p:cNvPr>
          <p:cNvSpPr>
            <a:spLocks noGrp="1"/>
          </p:cNvSpPr>
          <p:nvPr>
            <p:ph type="title"/>
          </p:nvPr>
        </p:nvSpPr>
        <p:spPr>
          <a:xfrm>
            <a:off x="731852" y="294185"/>
            <a:ext cx="10515600" cy="1325563"/>
          </a:xfrm>
        </p:spPr>
        <p:txBody>
          <a:bodyPr/>
          <a:lstStyle/>
          <a:p>
            <a:r>
              <a:rPr lang="en-IN" b="1" dirty="0">
                <a:solidFill>
                  <a:schemeClr val="accent1">
                    <a:lumMod val="60000"/>
                    <a:lumOff val="40000"/>
                  </a:schemeClr>
                </a:solidFill>
              </a:rPr>
              <a:t>Control in Musculoskeletal Systems</a:t>
            </a:r>
            <a:br>
              <a:rPr lang="en-IN" b="1" dirty="0">
                <a:solidFill>
                  <a:schemeClr val="accent1">
                    <a:lumMod val="60000"/>
                    <a:lumOff val="40000"/>
                  </a:schemeClr>
                </a:solidFill>
              </a:rPr>
            </a:br>
            <a:endParaRPr lang="en-IN" sz="2000" b="1" dirty="0">
              <a:solidFill>
                <a:schemeClr val="bg1"/>
              </a:solidFill>
            </a:endParaRPr>
          </a:p>
        </p:txBody>
      </p:sp>
      <p:pic>
        <p:nvPicPr>
          <p:cNvPr id="4" name="motivation_slide">
            <a:hlinkClick r:id="" action="ppaction://media"/>
            <a:extLst>
              <a:ext uri="{FF2B5EF4-FFF2-40B4-BE49-F238E27FC236}">
                <a16:creationId xmlns:a16="http://schemas.microsoft.com/office/drawing/2014/main" id="{1A909EEA-F0B3-B28D-B7E2-54D3A32B5961}"/>
              </a:ext>
            </a:extLst>
          </p:cNvPr>
          <p:cNvPicPr>
            <a:picLocks noChangeAspect="1"/>
          </p:cNvPicPr>
          <p:nvPr>
            <a:videoFile r:link="rId2"/>
            <p:extLst>
              <p:ext uri="{DAA4B4D4-6D71-4841-9C94-3DE7FCFB9230}">
                <p14:media xmlns:p14="http://schemas.microsoft.com/office/powerpoint/2010/main" r:embed="rId1"/>
              </p:ext>
            </p:extLst>
          </p:nvPr>
        </p:nvPicPr>
        <p:blipFill>
          <a:blip r:embed="rId7"/>
          <a:srcRect l="-1" r="41597"/>
          <a:stretch>
            <a:fillRect/>
          </a:stretch>
        </p:blipFill>
        <p:spPr>
          <a:xfrm>
            <a:off x="9699108" y="2420974"/>
            <a:ext cx="1589314" cy="2895600"/>
          </a:xfrm>
          <a:prstGeom prst="roundRect">
            <a:avLst>
              <a:gd name="adj" fmla="val 5439"/>
            </a:avLst>
          </a:prstGeom>
          <a:ln>
            <a:noFill/>
          </a:ln>
          <a:effectLst>
            <a:innerShdw blurRad="114300" dist="50800">
              <a:srgbClr val="000000">
                <a:alpha val="0"/>
              </a:srgbClr>
            </a:innerShdw>
          </a:effectLst>
        </p:spPr>
      </p:pic>
      <p:pic>
        <p:nvPicPr>
          <p:cNvPr id="6" name="motivation_slide3">
            <a:hlinkClick r:id="" action="ppaction://media"/>
            <a:extLst>
              <a:ext uri="{FF2B5EF4-FFF2-40B4-BE49-F238E27FC236}">
                <a16:creationId xmlns:a16="http://schemas.microsoft.com/office/drawing/2014/main" id="{E74EFA5D-8AAE-68C0-F050-B845DE1350CC}"/>
              </a:ext>
            </a:extLst>
          </p:cNvPr>
          <p:cNvPicPr>
            <a:picLocks noChangeAspect="1"/>
          </p:cNvPicPr>
          <p:nvPr>
            <a:videoFile r:link="rId4"/>
            <p:extLst>
              <p:ext uri="{DAA4B4D4-6D71-4841-9C94-3DE7FCFB9230}">
                <p14:media xmlns:p14="http://schemas.microsoft.com/office/powerpoint/2010/main" r:embed="rId3"/>
              </p:ext>
            </p:extLst>
          </p:nvPr>
        </p:nvPicPr>
        <p:blipFill>
          <a:blip r:embed="rId8"/>
          <a:srcRect l="2142" r="41805"/>
          <a:stretch>
            <a:fillRect/>
          </a:stretch>
        </p:blipFill>
        <p:spPr>
          <a:xfrm>
            <a:off x="7761797" y="2420974"/>
            <a:ext cx="1589314" cy="2895600"/>
          </a:xfrm>
          <a:prstGeom prst="roundRect">
            <a:avLst>
              <a:gd name="adj" fmla="val 5439"/>
            </a:avLst>
          </a:prstGeom>
          <a:ln>
            <a:noFill/>
          </a:ln>
          <a:effectLst>
            <a:innerShdw blurRad="114300" dist="50800">
              <a:srgbClr val="000000">
                <a:alpha val="0"/>
              </a:srgbClr>
            </a:innerShdw>
          </a:effectLst>
        </p:spPr>
      </p:pic>
      <p:sp>
        <p:nvSpPr>
          <p:cNvPr id="5" name="TextBox 4">
            <a:extLst>
              <a:ext uri="{FF2B5EF4-FFF2-40B4-BE49-F238E27FC236}">
                <a16:creationId xmlns:a16="http://schemas.microsoft.com/office/drawing/2014/main" id="{4D626130-FEA3-3679-7799-A9B2594191A9}"/>
              </a:ext>
            </a:extLst>
          </p:cNvPr>
          <p:cNvSpPr txBox="1"/>
          <p:nvPr/>
        </p:nvSpPr>
        <p:spPr>
          <a:xfrm>
            <a:off x="615595" y="5048667"/>
            <a:ext cx="6472895" cy="1015663"/>
          </a:xfrm>
          <a:prstGeom prst="rect">
            <a:avLst/>
          </a:prstGeom>
          <a:noFill/>
        </p:spPr>
        <p:txBody>
          <a:bodyPr wrap="square">
            <a:spAutoFit/>
          </a:bodyPr>
          <a:lstStyle/>
          <a:p>
            <a:pPr lvl="1" algn="ctr"/>
            <a:r>
              <a:rPr lang="en-US" sz="2000" dirty="0">
                <a:solidFill>
                  <a:schemeClr val="bg1"/>
                </a:solidFill>
              </a:rPr>
              <a:t> What happens if we structure the action space using </a:t>
            </a:r>
            <a:r>
              <a:rPr lang="en-US" sz="2000" b="1" dirty="0">
                <a:solidFill>
                  <a:schemeClr val="accent1">
                    <a:lumMod val="60000"/>
                    <a:lumOff val="40000"/>
                  </a:schemeClr>
                </a:solidFill>
              </a:rPr>
              <a:t>human muscle coordination</a:t>
            </a:r>
            <a:r>
              <a:rPr lang="en-US" sz="2000" dirty="0">
                <a:solidFill>
                  <a:schemeClr val="bg1"/>
                </a:solidFill>
              </a:rPr>
              <a:t> patterns, rather than structure discovered from the body's own dynamics?</a:t>
            </a:r>
            <a:endParaRPr lang="en-IN" sz="2000" dirty="0">
              <a:solidFill>
                <a:schemeClr val="bg1"/>
              </a:solidFill>
            </a:endParaRPr>
          </a:p>
        </p:txBody>
      </p:sp>
      <p:sp>
        <p:nvSpPr>
          <p:cNvPr id="11" name="Rectangle 10">
            <a:extLst>
              <a:ext uri="{FF2B5EF4-FFF2-40B4-BE49-F238E27FC236}">
                <a16:creationId xmlns:a16="http://schemas.microsoft.com/office/drawing/2014/main" id="{303D2B51-20F0-1AA7-4850-8BC207E37E88}"/>
              </a:ext>
            </a:extLst>
          </p:cNvPr>
          <p:cNvSpPr/>
          <p:nvPr/>
        </p:nvSpPr>
        <p:spPr>
          <a:xfrm>
            <a:off x="1535001" y="1619748"/>
            <a:ext cx="1589314" cy="132556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Reward Engineering</a:t>
            </a:r>
          </a:p>
        </p:txBody>
      </p:sp>
      <p:sp>
        <p:nvSpPr>
          <p:cNvPr id="13" name="Rectangle 12">
            <a:extLst>
              <a:ext uri="{FF2B5EF4-FFF2-40B4-BE49-F238E27FC236}">
                <a16:creationId xmlns:a16="http://schemas.microsoft.com/office/drawing/2014/main" id="{B6FF9E81-44F8-063B-0DC1-638B4B3C3B0D}"/>
              </a:ext>
            </a:extLst>
          </p:cNvPr>
          <p:cNvSpPr/>
          <p:nvPr/>
        </p:nvSpPr>
        <p:spPr>
          <a:xfrm>
            <a:off x="3223036" y="1619748"/>
            <a:ext cx="1589314" cy="132556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Imitation Learning</a:t>
            </a:r>
          </a:p>
        </p:txBody>
      </p:sp>
      <p:sp>
        <p:nvSpPr>
          <p:cNvPr id="15" name="Rectangle 14">
            <a:extLst>
              <a:ext uri="{FF2B5EF4-FFF2-40B4-BE49-F238E27FC236}">
                <a16:creationId xmlns:a16="http://schemas.microsoft.com/office/drawing/2014/main" id="{D91F5556-3AA8-BAE2-65F8-15A7287AB671}"/>
              </a:ext>
            </a:extLst>
          </p:cNvPr>
          <p:cNvSpPr/>
          <p:nvPr/>
        </p:nvSpPr>
        <p:spPr>
          <a:xfrm>
            <a:off x="4911070" y="1619748"/>
            <a:ext cx="1760213" cy="132556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Physics driven exploration</a:t>
            </a:r>
          </a:p>
        </p:txBody>
      </p:sp>
      <p:sp>
        <p:nvSpPr>
          <p:cNvPr id="18" name="Left Brace 17">
            <a:extLst>
              <a:ext uri="{FF2B5EF4-FFF2-40B4-BE49-F238E27FC236}">
                <a16:creationId xmlns:a16="http://schemas.microsoft.com/office/drawing/2014/main" id="{8EB235DB-095B-A3CF-6418-A5060D695E5A}"/>
              </a:ext>
            </a:extLst>
          </p:cNvPr>
          <p:cNvSpPr/>
          <p:nvPr/>
        </p:nvSpPr>
        <p:spPr>
          <a:xfrm rot="16200000">
            <a:off x="3901278" y="2419716"/>
            <a:ext cx="407677" cy="4660821"/>
          </a:xfrm>
          <a:prstGeom prst="leftBrac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IN"/>
          </a:p>
        </p:txBody>
      </p:sp>
      <p:sp>
        <p:nvSpPr>
          <p:cNvPr id="20" name="Rectangle 19">
            <a:extLst>
              <a:ext uri="{FF2B5EF4-FFF2-40B4-BE49-F238E27FC236}">
                <a16:creationId xmlns:a16="http://schemas.microsoft.com/office/drawing/2014/main" id="{4C539C3F-CCCB-DA2B-7163-511C7671762D}"/>
              </a:ext>
            </a:extLst>
          </p:cNvPr>
          <p:cNvSpPr/>
          <p:nvPr/>
        </p:nvSpPr>
        <p:spPr>
          <a:xfrm>
            <a:off x="4105116" y="3020698"/>
            <a:ext cx="1760214" cy="132556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Low level representation learning</a:t>
            </a:r>
          </a:p>
        </p:txBody>
      </p:sp>
      <p:sp>
        <p:nvSpPr>
          <p:cNvPr id="22" name="Rectangle 21">
            <a:extLst>
              <a:ext uri="{FF2B5EF4-FFF2-40B4-BE49-F238E27FC236}">
                <a16:creationId xmlns:a16="http://schemas.microsoft.com/office/drawing/2014/main" id="{FB81D4FC-A6B5-D45F-801F-209632AEEBBB}"/>
              </a:ext>
            </a:extLst>
          </p:cNvPr>
          <p:cNvSpPr/>
          <p:nvPr/>
        </p:nvSpPr>
        <p:spPr>
          <a:xfrm>
            <a:off x="2428379" y="3020699"/>
            <a:ext cx="1589314" cy="132556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dirty="0"/>
              <a:t>Noise based exploration</a:t>
            </a:r>
          </a:p>
        </p:txBody>
      </p:sp>
      <p:sp>
        <p:nvSpPr>
          <p:cNvPr id="26" name="TextBox 25">
            <a:extLst>
              <a:ext uri="{FF2B5EF4-FFF2-40B4-BE49-F238E27FC236}">
                <a16:creationId xmlns:a16="http://schemas.microsoft.com/office/drawing/2014/main" id="{5C50D1B1-23EC-A628-41FB-674A248AC487}"/>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2</a:t>
            </a:r>
          </a:p>
        </p:txBody>
      </p:sp>
    </p:spTree>
    <p:extLst>
      <p:ext uri="{BB962C8B-B14F-4D97-AF65-F5344CB8AC3E}">
        <p14:creationId xmlns:p14="http://schemas.microsoft.com/office/powerpoint/2010/main" val="700493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615" fill="hold"/>
                                        <p:tgtEl>
                                          <p:spTgt spid="6"/>
                                        </p:tgtEl>
                                      </p:cBhvr>
                                    </p:cmd>
                                  </p:childTnLst>
                                </p:cTn>
                              </p:par>
                            </p:childTnLst>
                          </p:cTn>
                        </p:par>
                        <p:par>
                          <p:cTn id="7" fill="hold">
                            <p:stCondLst>
                              <p:cond delay="15615"/>
                            </p:stCondLst>
                            <p:childTnLst>
                              <p:par>
                                <p:cTn id="8" presetID="1" presetClass="mediacall" presetSubtype="0" fill="hold" nodeType="afterEffect">
                                  <p:stCondLst>
                                    <p:cond delay="0"/>
                                  </p:stCondLst>
                                  <p:childTnLst>
                                    <p:cmd type="call" cmd="playFrom(0.0)">
                                      <p:cBhvr>
                                        <p:cTn id="9" dur="1546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repeatCount="indefinite" fill="remove" display="0">
                  <p:stCondLst>
                    <p:cond delay="indefinite"/>
                  </p:stCondLst>
                </p:cTn>
                <p:tgtEl>
                  <p:spTgt spid="6"/>
                </p:tgtEl>
              </p:cMediaNode>
            </p:video>
            <p:seq concurrent="1" nextAc="seek">
              <p:cTn id="11" restart="whenNotActive" fill="hold" evtFilter="cancelBubble" nodeType="interactiveSeq">
                <p:stCondLst>
                  <p:cond evt="onClick" delay="0">
                    <p:tgtEl>
                      <p:spTgt spid="6"/>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6"/>
                                        </p:tgtEl>
                                      </p:cBhvr>
                                    </p:cmd>
                                  </p:childTnLst>
                                </p:cTn>
                              </p:par>
                            </p:childTnLst>
                          </p:cTn>
                        </p:par>
                      </p:childTnLst>
                    </p:cTn>
                  </p:par>
                </p:childTnLst>
              </p:cTn>
              <p:nextCondLst>
                <p:cond evt="onClick" delay="0">
                  <p:tgtEl>
                    <p:spTgt spid="6"/>
                  </p:tgtEl>
                </p:cond>
              </p:nextCondLst>
            </p:seq>
            <p:video>
              <p:cMediaNode vol="80000">
                <p:cTn id="16" repeatCount="indefinite" fill="remove" display="0">
                  <p:stCondLst>
                    <p:cond delay="indefinite"/>
                  </p:stCondLst>
                </p:cTn>
                <p:tgtEl>
                  <p:spTgt spid="4"/>
                </p:tgtEl>
              </p:cMediaNode>
            </p:video>
            <p:seq concurrent="1" nextAc="seek">
              <p:cTn id="17" restart="whenNotActive" fill="hold" evtFilter="cancelBubble" nodeType="interactiveSeq">
                <p:stCondLst>
                  <p:cond evt="onClick" delay="0">
                    <p:tgtEl>
                      <p:spTgt spid="4"/>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413CC-4EC7-7756-8AD1-862283F02411}"/>
              </a:ext>
            </a:extLst>
          </p:cNvPr>
          <p:cNvSpPr>
            <a:spLocks noGrp="1"/>
          </p:cNvSpPr>
          <p:nvPr>
            <p:ph type="title"/>
          </p:nvPr>
        </p:nvSpPr>
        <p:spPr/>
        <p:txBody>
          <a:bodyPr/>
          <a:lstStyle/>
          <a:p>
            <a:r>
              <a:rPr lang="en-IN" b="1" dirty="0">
                <a:solidFill>
                  <a:schemeClr val="accent1">
                    <a:lumMod val="60000"/>
                    <a:lumOff val="40000"/>
                  </a:schemeClr>
                </a:solidFill>
              </a:rPr>
              <a:t>Electromyography (EMG)</a:t>
            </a:r>
            <a:br>
              <a:rPr lang="en-IN" sz="2000" b="1" dirty="0">
                <a:solidFill>
                  <a:schemeClr val="bg1"/>
                </a:solidFill>
              </a:rPr>
            </a:br>
            <a:r>
              <a:rPr lang="en-IN" sz="2000" b="1" dirty="0">
                <a:solidFill>
                  <a:schemeClr val="bg1"/>
                </a:solidFill>
              </a:rPr>
              <a:t>Muscle activity during gait</a:t>
            </a:r>
          </a:p>
        </p:txBody>
      </p:sp>
      <p:pic>
        <p:nvPicPr>
          <p:cNvPr id="4" name="Leg Muscles During Walking">
            <a:hlinkClick r:id="" action="ppaction://media"/>
            <a:extLst>
              <a:ext uri="{FF2B5EF4-FFF2-40B4-BE49-F238E27FC236}">
                <a16:creationId xmlns:a16="http://schemas.microsoft.com/office/drawing/2014/main" id="{316D63CD-1BF6-4B16-52A6-71A33D5585F9}"/>
              </a:ext>
            </a:extLst>
          </p:cNvPr>
          <p:cNvPicPr>
            <a:picLocks noChangeAspect="1"/>
          </p:cNvPicPr>
          <p:nvPr>
            <a:videoFile r:link="rId1"/>
            <p:extLst>
              <p:ext uri="{DAA4B4D4-6D71-4841-9C94-3DE7FCFB9230}">
                <p14:media xmlns:p14="http://schemas.microsoft.com/office/powerpoint/2010/main" r:embed="rId2">
                  <p14:trim st="20786" end="6561"/>
                </p14:media>
              </p:ext>
            </p:extLst>
          </p:nvPr>
        </p:nvPicPr>
        <p:blipFill>
          <a:blip r:embed="rId5"/>
          <a:stretch>
            <a:fillRect/>
          </a:stretch>
        </p:blipFill>
        <p:spPr>
          <a:xfrm>
            <a:off x="5386381" y="1884938"/>
            <a:ext cx="5967419" cy="3356673"/>
          </a:xfrm>
          <a:prstGeom prst="rect">
            <a:avLst/>
          </a:prstGeom>
        </p:spPr>
      </p:pic>
      <p:sp>
        <p:nvSpPr>
          <p:cNvPr id="26" name="TextBox 25">
            <a:extLst>
              <a:ext uri="{FF2B5EF4-FFF2-40B4-BE49-F238E27FC236}">
                <a16:creationId xmlns:a16="http://schemas.microsoft.com/office/drawing/2014/main" id="{43E0ED75-8FF6-FEC1-BFA4-5B770A3453BE}"/>
              </a:ext>
            </a:extLst>
          </p:cNvPr>
          <p:cNvSpPr txBox="1"/>
          <p:nvPr/>
        </p:nvSpPr>
        <p:spPr>
          <a:xfrm>
            <a:off x="0" y="6492875"/>
            <a:ext cx="6324424" cy="307777"/>
          </a:xfrm>
          <a:prstGeom prst="rect">
            <a:avLst/>
          </a:prstGeom>
          <a:noFill/>
        </p:spPr>
        <p:txBody>
          <a:bodyPr wrap="none" rtlCol="0">
            <a:spAutoFit/>
          </a:bodyPr>
          <a:lstStyle/>
          <a:p>
            <a:r>
              <a:rPr lang="en-IN" sz="1400" dirty="0">
                <a:solidFill>
                  <a:schemeClr val="bg1"/>
                </a:solidFill>
              </a:rPr>
              <a:t>Video source:</a:t>
            </a:r>
            <a:r>
              <a:rPr lang="en-IN" sz="1400" i="1" dirty="0">
                <a:solidFill>
                  <a:schemeClr val="bg1"/>
                </a:solidFill>
              </a:rPr>
              <a:t> The CADARN Learning Portal (2014)- Leg Muscles During Walking.</a:t>
            </a:r>
          </a:p>
        </p:txBody>
      </p:sp>
      <p:sp>
        <p:nvSpPr>
          <p:cNvPr id="29" name="TextBox 28">
            <a:extLst>
              <a:ext uri="{FF2B5EF4-FFF2-40B4-BE49-F238E27FC236}">
                <a16:creationId xmlns:a16="http://schemas.microsoft.com/office/drawing/2014/main" id="{3BC3B14F-EFEA-5DE6-9BF3-35E085F456C5}"/>
              </a:ext>
            </a:extLst>
          </p:cNvPr>
          <p:cNvSpPr txBox="1"/>
          <p:nvPr/>
        </p:nvSpPr>
        <p:spPr>
          <a:xfrm>
            <a:off x="591274" y="4064418"/>
            <a:ext cx="821507" cy="369332"/>
          </a:xfrm>
          <a:prstGeom prst="rect">
            <a:avLst/>
          </a:prstGeom>
          <a:noFill/>
        </p:spPr>
        <p:txBody>
          <a:bodyPr wrap="none" rtlCol="0">
            <a:spAutoFit/>
          </a:bodyPr>
          <a:lstStyle/>
          <a:p>
            <a:r>
              <a:rPr lang="en-IN" b="1" dirty="0">
                <a:solidFill>
                  <a:schemeClr val="accent2">
                    <a:lumMod val="75000"/>
                  </a:schemeClr>
                </a:solidFill>
              </a:rPr>
              <a:t>CONS</a:t>
            </a:r>
          </a:p>
        </p:txBody>
      </p:sp>
      <p:sp>
        <p:nvSpPr>
          <p:cNvPr id="33" name="TextBox 32">
            <a:extLst>
              <a:ext uri="{FF2B5EF4-FFF2-40B4-BE49-F238E27FC236}">
                <a16:creationId xmlns:a16="http://schemas.microsoft.com/office/drawing/2014/main" id="{7075B5D4-68D3-0BBC-1ACD-BE9292D943CC}"/>
              </a:ext>
            </a:extLst>
          </p:cNvPr>
          <p:cNvSpPr txBox="1"/>
          <p:nvPr/>
        </p:nvSpPr>
        <p:spPr>
          <a:xfrm>
            <a:off x="591274" y="2424250"/>
            <a:ext cx="821507" cy="369332"/>
          </a:xfrm>
          <a:prstGeom prst="rect">
            <a:avLst/>
          </a:prstGeom>
          <a:noFill/>
        </p:spPr>
        <p:txBody>
          <a:bodyPr wrap="square" rtlCol="0">
            <a:spAutoFit/>
          </a:bodyPr>
          <a:lstStyle/>
          <a:p>
            <a:r>
              <a:rPr lang="en-IN" b="1" dirty="0">
                <a:solidFill>
                  <a:schemeClr val="accent3">
                    <a:lumMod val="60000"/>
                    <a:lumOff val="40000"/>
                  </a:schemeClr>
                </a:solidFill>
              </a:rPr>
              <a:t>PROS</a:t>
            </a:r>
          </a:p>
        </p:txBody>
      </p:sp>
      <p:sp>
        <p:nvSpPr>
          <p:cNvPr id="6" name="Rectangle 5">
            <a:extLst>
              <a:ext uri="{FF2B5EF4-FFF2-40B4-BE49-F238E27FC236}">
                <a16:creationId xmlns:a16="http://schemas.microsoft.com/office/drawing/2014/main" id="{E696E798-F048-3C75-642D-D85E62884D5F}"/>
              </a:ext>
            </a:extLst>
          </p:cNvPr>
          <p:cNvSpPr/>
          <p:nvPr/>
        </p:nvSpPr>
        <p:spPr>
          <a:xfrm>
            <a:off x="1613704" y="3562043"/>
            <a:ext cx="3571754" cy="156438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Arial" panose="020B0604020202020204" pitchFamily="34" charset="0"/>
              <a:buChar char="•"/>
            </a:pPr>
            <a:r>
              <a:rPr lang="en-IN" dirty="0"/>
              <a:t>Human subjects ≠ model body</a:t>
            </a:r>
          </a:p>
          <a:p>
            <a:pPr marL="285750" indent="-285750">
              <a:buFont typeface="Arial" panose="020B0604020202020204" pitchFamily="34" charset="0"/>
              <a:buChar char="•"/>
            </a:pPr>
            <a:r>
              <a:rPr lang="en-IN" dirty="0"/>
              <a:t>EMGs reflects activation, not the exact force.</a:t>
            </a:r>
          </a:p>
        </p:txBody>
      </p:sp>
      <p:sp>
        <p:nvSpPr>
          <p:cNvPr id="8" name="Rectangle 7">
            <a:extLst>
              <a:ext uri="{FF2B5EF4-FFF2-40B4-BE49-F238E27FC236}">
                <a16:creationId xmlns:a16="http://schemas.microsoft.com/office/drawing/2014/main" id="{5BE9D44C-1DBF-D618-7C71-FA2BF8538128}"/>
              </a:ext>
            </a:extLst>
          </p:cNvPr>
          <p:cNvSpPr/>
          <p:nvPr/>
        </p:nvSpPr>
        <p:spPr>
          <a:xfrm>
            <a:off x="1613704" y="2103436"/>
            <a:ext cx="3571754" cy="1325564"/>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Arial" panose="020B0604020202020204" pitchFamily="34" charset="0"/>
              <a:buChar char="•"/>
            </a:pPr>
            <a:r>
              <a:rPr lang="en-IN" dirty="0"/>
              <a:t>Co-activation structure</a:t>
            </a:r>
          </a:p>
          <a:p>
            <a:pPr marL="285750" indent="-285750">
              <a:buFont typeface="Arial" panose="020B0604020202020204" pitchFamily="34" charset="0"/>
              <a:buChar char="•"/>
            </a:pPr>
            <a:r>
              <a:rPr lang="en-IN" dirty="0"/>
              <a:t>Good proxy for muscle activation. </a:t>
            </a:r>
          </a:p>
        </p:txBody>
      </p:sp>
      <p:sp>
        <p:nvSpPr>
          <p:cNvPr id="10" name="TextBox 9">
            <a:extLst>
              <a:ext uri="{FF2B5EF4-FFF2-40B4-BE49-F238E27FC236}">
                <a16:creationId xmlns:a16="http://schemas.microsoft.com/office/drawing/2014/main" id="{05CD2774-C601-BA64-CD16-B7BD642E59C5}"/>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3</a:t>
            </a:r>
          </a:p>
        </p:txBody>
      </p:sp>
      <p:sp>
        <p:nvSpPr>
          <p:cNvPr id="11" name="Rectangle 10">
            <a:extLst>
              <a:ext uri="{FF2B5EF4-FFF2-40B4-BE49-F238E27FC236}">
                <a16:creationId xmlns:a16="http://schemas.microsoft.com/office/drawing/2014/main" id="{C5347473-51D6-27B7-0736-CCC178C09934}"/>
              </a:ext>
            </a:extLst>
          </p:cNvPr>
          <p:cNvSpPr/>
          <p:nvPr/>
        </p:nvSpPr>
        <p:spPr>
          <a:xfrm>
            <a:off x="1555349" y="5365765"/>
            <a:ext cx="9081302" cy="887767"/>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en-IN" b="1" dirty="0"/>
              <a:t>Hypothesis</a:t>
            </a:r>
          </a:p>
          <a:p>
            <a:pPr algn="ctr"/>
            <a:r>
              <a:rPr lang="en-IN" dirty="0">
                <a:solidFill>
                  <a:schemeClr val="bg1"/>
                </a:solidFill>
              </a:rPr>
              <a:t>EMG-derived action space leads to faster learning</a:t>
            </a:r>
            <a:endParaRPr lang="en-US" dirty="0">
              <a:solidFill>
                <a:schemeClr val="bg1"/>
              </a:solidFill>
            </a:endParaRPr>
          </a:p>
          <a:p>
            <a:pPr algn="ctr"/>
            <a:r>
              <a:rPr lang="en-US" dirty="0">
                <a:solidFill>
                  <a:schemeClr val="bg1"/>
                </a:solidFill>
              </a:rPr>
              <a:t>(sample efficiency) and/or more human-like gait.</a:t>
            </a:r>
            <a:endParaRPr lang="en-IN" dirty="0">
              <a:solidFill>
                <a:schemeClr val="bg1"/>
              </a:solidFill>
            </a:endParaRPr>
          </a:p>
        </p:txBody>
      </p:sp>
    </p:spTree>
    <p:extLst>
      <p:ext uri="{BB962C8B-B14F-4D97-AF65-F5344CB8AC3E}">
        <p14:creationId xmlns:p14="http://schemas.microsoft.com/office/powerpoint/2010/main" val="350764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287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0904B-2174-827E-977A-7F4D873949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F294C-0DF6-FA6B-1771-7D3F2CFC2E90}"/>
              </a:ext>
            </a:extLst>
          </p:cNvPr>
          <p:cNvSpPr>
            <a:spLocks noGrp="1"/>
          </p:cNvSpPr>
          <p:nvPr>
            <p:ph type="ctrTitle"/>
          </p:nvPr>
        </p:nvSpPr>
        <p:spPr>
          <a:xfrm>
            <a:off x="1524000" y="1432418"/>
            <a:ext cx="9144000" cy="2387600"/>
          </a:xfrm>
        </p:spPr>
        <p:txBody>
          <a:bodyPr>
            <a:normAutofit/>
          </a:bodyPr>
          <a:lstStyle/>
          <a:p>
            <a:r>
              <a:rPr lang="en-IN" b="1" dirty="0">
                <a:solidFill>
                  <a:schemeClr val="bg1"/>
                </a:solidFill>
              </a:rPr>
              <a:t>Methods</a:t>
            </a:r>
            <a:br>
              <a:rPr lang="en-IN" b="1" dirty="0">
                <a:solidFill>
                  <a:schemeClr val="bg1"/>
                </a:solidFill>
              </a:rPr>
            </a:br>
            <a:r>
              <a:rPr lang="en-IN" sz="2400" b="1" dirty="0">
                <a:solidFill>
                  <a:schemeClr val="accent1">
                    <a:lumMod val="60000"/>
                    <a:lumOff val="40000"/>
                  </a:schemeClr>
                </a:solidFill>
              </a:rPr>
              <a:t>EMG Prior</a:t>
            </a:r>
          </a:p>
        </p:txBody>
      </p:sp>
      <p:sp>
        <p:nvSpPr>
          <p:cNvPr id="4" name="TextBox 3">
            <a:extLst>
              <a:ext uri="{FF2B5EF4-FFF2-40B4-BE49-F238E27FC236}">
                <a16:creationId xmlns:a16="http://schemas.microsoft.com/office/drawing/2014/main" id="{19EEB0CD-51F0-54AA-D6AF-B6FB6825143B}"/>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4</a:t>
            </a:r>
          </a:p>
        </p:txBody>
      </p:sp>
    </p:spTree>
    <p:extLst>
      <p:ext uri="{BB962C8B-B14F-4D97-AF65-F5344CB8AC3E}">
        <p14:creationId xmlns:p14="http://schemas.microsoft.com/office/powerpoint/2010/main" val="2300991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40" name="Ink 39">
                <a:extLst>
                  <a:ext uri="{FF2B5EF4-FFF2-40B4-BE49-F238E27FC236}">
                    <a16:creationId xmlns:a16="http://schemas.microsoft.com/office/drawing/2014/main" id="{C925BDCF-8536-3693-A40F-6BE7A7A70D92}"/>
                  </a:ext>
                </a:extLst>
              </p14:cNvPr>
              <p14:cNvContentPartPr/>
              <p14:nvPr/>
            </p14:nvContentPartPr>
            <p14:xfrm>
              <a:off x="2805354" y="4264322"/>
              <a:ext cx="297157" cy="746517"/>
            </p14:xfrm>
          </p:contentPart>
        </mc:Choice>
        <mc:Fallback xmlns="">
          <p:pic>
            <p:nvPicPr>
              <p:cNvPr id="40" name="Ink 39">
                <a:extLst>
                  <a:ext uri="{FF2B5EF4-FFF2-40B4-BE49-F238E27FC236}">
                    <a16:creationId xmlns:a16="http://schemas.microsoft.com/office/drawing/2014/main" id="{C925BDCF-8536-3693-A40F-6BE7A7A70D92}"/>
                  </a:ext>
                </a:extLst>
              </p:cNvPr>
              <p:cNvPicPr/>
              <p:nvPr/>
            </p:nvPicPr>
            <p:blipFill>
              <a:blip r:embed="rId8"/>
              <a:stretch>
                <a:fillRect/>
              </a:stretch>
            </p:blipFill>
            <p:spPr>
              <a:xfrm>
                <a:off x="2799238" y="4258206"/>
                <a:ext cx="309389" cy="758749"/>
              </a:xfrm>
              <a:prstGeom prst="rect">
                <a:avLst/>
              </a:prstGeom>
            </p:spPr>
          </p:pic>
        </mc:Fallback>
      </mc:AlternateContent>
      <p:grpSp>
        <p:nvGrpSpPr>
          <p:cNvPr id="76" name="Group 75">
            <a:extLst>
              <a:ext uri="{FF2B5EF4-FFF2-40B4-BE49-F238E27FC236}">
                <a16:creationId xmlns:a16="http://schemas.microsoft.com/office/drawing/2014/main" id="{550E11CA-2692-883B-D41D-674A507A3F5B}"/>
              </a:ext>
            </a:extLst>
          </p:cNvPr>
          <p:cNvGrpSpPr/>
          <p:nvPr/>
        </p:nvGrpSpPr>
        <p:grpSpPr>
          <a:xfrm>
            <a:off x="656560" y="797945"/>
            <a:ext cx="3514413" cy="4720391"/>
            <a:chOff x="1671388" y="992621"/>
            <a:chExt cx="3872549" cy="5201422"/>
          </a:xfrm>
        </p:grpSpPr>
        <p:grpSp>
          <p:nvGrpSpPr>
            <p:cNvPr id="46" name="Group 45">
              <a:extLst>
                <a:ext uri="{FF2B5EF4-FFF2-40B4-BE49-F238E27FC236}">
                  <a16:creationId xmlns:a16="http://schemas.microsoft.com/office/drawing/2014/main" id="{08ADF072-893B-51B5-CB95-1E186792EE05}"/>
                </a:ext>
              </a:extLst>
            </p:cNvPr>
            <p:cNvGrpSpPr/>
            <p:nvPr/>
          </p:nvGrpSpPr>
          <p:grpSpPr>
            <a:xfrm>
              <a:off x="3928114" y="4151990"/>
              <a:ext cx="438480" cy="1596240"/>
              <a:chOff x="3928114" y="4151990"/>
              <a:chExt cx="438480" cy="1596240"/>
            </a:xfrm>
          </p:grpSpPr>
          <mc:AlternateContent xmlns:mc="http://schemas.openxmlformats.org/markup-compatibility/2006" xmlns:p14="http://schemas.microsoft.com/office/powerpoint/2010/main">
            <mc:Choice Requires="p14">
              <p:contentPart p14:bwMode="auto" r:id="rId9">
                <p14:nvContentPartPr>
                  <p14:cNvPr id="43" name="Ink 42">
                    <a:extLst>
                      <a:ext uri="{FF2B5EF4-FFF2-40B4-BE49-F238E27FC236}">
                        <a16:creationId xmlns:a16="http://schemas.microsoft.com/office/drawing/2014/main" id="{F6EB26C5-16CE-3230-2E6F-C019131BC3BB}"/>
                      </a:ext>
                    </a:extLst>
                  </p14:cNvPr>
                  <p14:cNvContentPartPr/>
                  <p14:nvPr/>
                </p14:nvContentPartPr>
                <p14:xfrm>
                  <a:off x="3965194" y="4180070"/>
                  <a:ext cx="401400" cy="1568160"/>
                </p14:xfrm>
              </p:contentPart>
            </mc:Choice>
            <mc:Fallback xmlns="">
              <p:pic>
                <p:nvPicPr>
                  <p:cNvPr id="43" name="Ink 42">
                    <a:extLst>
                      <a:ext uri="{FF2B5EF4-FFF2-40B4-BE49-F238E27FC236}">
                        <a16:creationId xmlns:a16="http://schemas.microsoft.com/office/drawing/2014/main" id="{F6EB26C5-16CE-3230-2E6F-C019131BC3BB}"/>
                      </a:ext>
                    </a:extLst>
                  </p:cNvPr>
                  <p:cNvPicPr/>
                  <p:nvPr/>
                </p:nvPicPr>
                <p:blipFill>
                  <a:blip r:embed="rId10"/>
                  <a:stretch>
                    <a:fillRect/>
                  </a:stretch>
                </p:blipFill>
                <p:spPr>
                  <a:xfrm>
                    <a:off x="3958451" y="4173328"/>
                    <a:ext cx="414886" cy="1581644"/>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4" name="Ink 43">
                    <a:extLst>
                      <a:ext uri="{FF2B5EF4-FFF2-40B4-BE49-F238E27FC236}">
                        <a16:creationId xmlns:a16="http://schemas.microsoft.com/office/drawing/2014/main" id="{124FC69C-94BA-D2CC-2C50-53F969E03147}"/>
                      </a:ext>
                    </a:extLst>
                  </p14:cNvPr>
                  <p14:cNvContentPartPr/>
                  <p14:nvPr/>
                </p14:nvContentPartPr>
                <p14:xfrm>
                  <a:off x="3928114" y="4151990"/>
                  <a:ext cx="360" cy="360"/>
                </p14:xfrm>
              </p:contentPart>
            </mc:Choice>
            <mc:Fallback xmlns="">
              <p:pic>
                <p:nvPicPr>
                  <p:cNvPr id="44" name="Ink 43">
                    <a:extLst>
                      <a:ext uri="{FF2B5EF4-FFF2-40B4-BE49-F238E27FC236}">
                        <a16:creationId xmlns:a16="http://schemas.microsoft.com/office/drawing/2014/main" id="{124FC69C-94BA-D2CC-2C50-53F969E03147}"/>
                      </a:ext>
                    </a:extLst>
                  </p:cNvPr>
                  <p:cNvPicPr/>
                  <p:nvPr/>
                </p:nvPicPr>
                <p:blipFill>
                  <a:blip r:embed="rId12"/>
                  <a:stretch>
                    <a:fillRect/>
                  </a:stretch>
                </p:blipFill>
                <p:spPr>
                  <a:xfrm>
                    <a:off x="3921994" y="414587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5" name="Ink 44">
                    <a:extLst>
                      <a:ext uri="{FF2B5EF4-FFF2-40B4-BE49-F238E27FC236}">
                        <a16:creationId xmlns:a16="http://schemas.microsoft.com/office/drawing/2014/main" id="{10A930A6-B834-B89D-A235-EC817B5A1C76}"/>
                      </a:ext>
                    </a:extLst>
                  </p14:cNvPr>
                  <p14:cNvContentPartPr/>
                  <p14:nvPr/>
                </p14:nvContentPartPr>
                <p14:xfrm>
                  <a:off x="3928114" y="4151990"/>
                  <a:ext cx="216000" cy="1454760"/>
                </p14:xfrm>
              </p:contentPart>
            </mc:Choice>
            <mc:Fallback xmlns="">
              <p:pic>
                <p:nvPicPr>
                  <p:cNvPr id="45" name="Ink 44">
                    <a:extLst>
                      <a:ext uri="{FF2B5EF4-FFF2-40B4-BE49-F238E27FC236}">
                        <a16:creationId xmlns:a16="http://schemas.microsoft.com/office/drawing/2014/main" id="{10A930A6-B834-B89D-A235-EC817B5A1C76}"/>
                      </a:ext>
                    </a:extLst>
                  </p:cNvPr>
                  <p:cNvPicPr/>
                  <p:nvPr/>
                </p:nvPicPr>
                <p:blipFill>
                  <a:blip r:embed="rId14"/>
                  <a:stretch>
                    <a:fillRect/>
                  </a:stretch>
                </p:blipFill>
                <p:spPr>
                  <a:xfrm>
                    <a:off x="3921364" y="4145248"/>
                    <a:ext cx="229500" cy="1468245"/>
                  </a:xfrm>
                  <a:prstGeom prst="rect">
                    <a:avLst/>
                  </a:prstGeom>
                </p:spPr>
              </p:pic>
            </mc:Fallback>
          </mc:AlternateContent>
        </p:grpSp>
        <p:pic>
          <p:nvPicPr>
            <p:cNvPr id="8" name="Picture 7">
              <a:extLst>
                <a:ext uri="{FF2B5EF4-FFF2-40B4-BE49-F238E27FC236}">
                  <a16:creationId xmlns:a16="http://schemas.microsoft.com/office/drawing/2014/main" id="{832443E5-C4DE-5072-DBA3-44DD50CF5680}"/>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10000" b="90000" l="10000" r="90000"/>
                      </a14:imgEffect>
                      <a14:imgEffect>
                        <a14:artisticCrisscrossEtching/>
                      </a14:imgEffect>
                    </a14:imgLayer>
                  </a14:imgProps>
                </a:ext>
              </a:extLst>
            </a:blip>
            <a:stretch>
              <a:fillRect/>
            </a:stretch>
          </p:blipFill>
          <p:spPr>
            <a:xfrm>
              <a:off x="1979643" y="992621"/>
              <a:ext cx="3564294" cy="3564295"/>
            </a:xfrm>
            <a:prstGeom prst="rect">
              <a:avLst/>
            </a:prstGeom>
          </p:spPr>
        </p:pic>
        <p:sp>
          <p:nvSpPr>
            <p:cNvPr id="9" name="Arc 8">
              <a:extLst>
                <a:ext uri="{FF2B5EF4-FFF2-40B4-BE49-F238E27FC236}">
                  <a16:creationId xmlns:a16="http://schemas.microsoft.com/office/drawing/2014/main" id="{FA07E832-56B9-17B3-826C-BF3ABE8E554A}"/>
                </a:ext>
              </a:extLst>
            </p:cNvPr>
            <p:cNvSpPr/>
            <p:nvPr/>
          </p:nvSpPr>
          <p:spPr>
            <a:xfrm flipH="1">
              <a:off x="2222797" y="2007253"/>
              <a:ext cx="1528666" cy="4133461"/>
            </a:xfrm>
            <a:custGeom>
              <a:avLst/>
              <a:gdLst>
                <a:gd name="csX0" fmla="*/ 764333 w 1528666"/>
                <a:gd name="csY0" fmla="*/ 0 h 4133461"/>
                <a:gd name="csX1" fmla="*/ 1528666 w 1528666"/>
                <a:gd name="csY1" fmla="*/ 2066731 h 4133461"/>
              </a:gdLst>
              <a:ahLst/>
              <a:cxnLst>
                <a:cxn ang="0">
                  <a:pos x="csX0" y="csY0"/>
                </a:cxn>
                <a:cxn ang="0">
                  <a:pos x="csX1" y="csY1"/>
                </a:cxn>
              </a:cxnLst>
              <a:rect l="l" t="t" r="r" b="b"/>
              <a:pathLst>
                <a:path w="1528666" h="4133461" stroke="0" extrusionOk="0">
                  <a:moveTo>
                    <a:pt x="764333" y="0"/>
                  </a:moveTo>
                  <a:cubicBezTo>
                    <a:pt x="1118709" y="98973"/>
                    <a:pt x="1466717" y="780395"/>
                    <a:pt x="1528666" y="2066731"/>
                  </a:cubicBezTo>
                  <a:cubicBezTo>
                    <a:pt x="1421109" y="2074345"/>
                    <a:pt x="1239705" y="2053804"/>
                    <a:pt x="1131213" y="2066731"/>
                  </a:cubicBezTo>
                  <a:cubicBezTo>
                    <a:pt x="1022721" y="2079658"/>
                    <a:pt x="850589" y="2051677"/>
                    <a:pt x="764333" y="2066731"/>
                  </a:cubicBezTo>
                  <a:cubicBezTo>
                    <a:pt x="786748" y="1736733"/>
                    <a:pt x="796610" y="1669854"/>
                    <a:pt x="764333" y="1377821"/>
                  </a:cubicBezTo>
                  <a:cubicBezTo>
                    <a:pt x="732057" y="1085788"/>
                    <a:pt x="751085" y="1021730"/>
                    <a:pt x="764333" y="730245"/>
                  </a:cubicBezTo>
                  <a:cubicBezTo>
                    <a:pt x="777581" y="438760"/>
                    <a:pt x="749269" y="245286"/>
                    <a:pt x="764333" y="0"/>
                  </a:cubicBezTo>
                  <a:close/>
                </a:path>
                <a:path w="1528666" h="4133461" fill="none" extrusionOk="0">
                  <a:moveTo>
                    <a:pt x="764333" y="0"/>
                  </a:moveTo>
                  <a:cubicBezTo>
                    <a:pt x="1121058" y="-157803"/>
                    <a:pt x="1545089" y="954691"/>
                    <a:pt x="1528666" y="2066731"/>
                  </a:cubicBezTo>
                </a:path>
                <a:path w="1528666" h="4133461" fill="none" stroke="0" extrusionOk="0">
                  <a:moveTo>
                    <a:pt x="764333" y="0"/>
                  </a:moveTo>
                  <a:cubicBezTo>
                    <a:pt x="1186026" y="83363"/>
                    <a:pt x="1530311" y="714744"/>
                    <a:pt x="1528666" y="2066731"/>
                  </a:cubicBezTo>
                </a:path>
              </a:pathLst>
            </a:custGeom>
            <a:ln w="28575">
              <a:solidFill>
                <a:schemeClr val="bg1"/>
              </a:solidFill>
              <a:extLst>
                <a:ext uri="{C807C97D-BFC1-408E-A445-0C87EB9F89A2}">
                  <ask:lineSketchStyleProps xmlns:ask="http://schemas.microsoft.com/office/drawing/2018/sketchyshapes" sd="3322319048">
                    <a:prstGeom prst="arc">
                      <a:avLst/>
                    </a:prstGeom>
                    <ask:type>
                      <ask:lineSketchFreehand/>
                    </ask:type>
                  </ask:lineSketchStyleProps>
                </a:ext>
              </a:extLst>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11" name="Arc 10">
              <a:extLst>
                <a:ext uri="{FF2B5EF4-FFF2-40B4-BE49-F238E27FC236}">
                  <a16:creationId xmlns:a16="http://schemas.microsoft.com/office/drawing/2014/main" id="{203A6ADD-B171-BBD1-A11B-7DD6E9CF0D0A}"/>
                </a:ext>
              </a:extLst>
            </p:cNvPr>
            <p:cNvSpPr/>
            <p:nvPr/>
          </p:nvSpPr>
          <p:spPr>
            <a:xfrm flipH="1">
              <a:off x="2296547" y="2060582"/>
              <a:ext cx="1528666" cy="4133461"/>
            </a:xfrm>
            <a:custGeom>
              <a:avLst/>
              <a:gdLst>
                <a:gd name="csX0" fmla="*/ 764333 w 1528666"/>
                <a:gd name="csY0" fmla="*/ 0 h 4133461"/>
                <a:gd name="csX1" fmla="*/ 1528400 w 1528666"/>
                <a:gd name="csY1" fmla="*/ 2012184 h 4133461"/>
              </a:gdLst>
              <a:ahLst/>
              <a:cxnLst>
                <a:cxn ang="0">
                  <a:pos x="csX0" y="csY0"/>
                </a:cxn>
                <a:cxn ang="0">
                  <a:pos x="csX1" y="csY1"/>
                </a:cxn>
              </a:cxnLst>
              <a:rect l="l" t="t" r="r" b="b"/>
              <a:pathLst>
                <a:path w="1528666" h="4133461" stroke="0" extrusionOk="0">
                  <a:moveTo>
                    <a:pt x="764333" y="0"/>
                  </a:moveTo>
                  <a:cubicBezTo>
                    <a:pt x="1179132" y="62097"/>
                    <a:pt x="1366279" y="804682"/>
                    <a:pt x="1528400" y="2012184"/>
                  </a:cubicBezTo>
                  <a:cubicBezTo>
                    <a:pt x="1373554" y="2006989"/>
                    <a:pt x="1250675" y="2037390"/>
                    <a:pt x="1169289" y="2037821"/>
                  </a:cubicBezTo>
                  <a:cubicBezTo>
                    <a:pt x="1087903" y="2038252"/>
                    <a:pt x="915333" y="2053511"/>
                    <a:pt x="764333" y="2066731"/>
                  </a:cubicBezTo>
                  <a:cubicBezTo>
                    <a:pt x="787838" y="1741897"/>
                    <a:pt x="776995" y="1576787"/>
                    <a:pt x="764333" y="1398488"/>
                  </a:cubicBezTo>
                  <a:cubicBezTo>
                    <a:pt x="751671" y="1220189"/>
                    <a:pt x="747347" y="990314"/>
                    <a:pt x="764333" y="750912"/>
                  </a:cubicBezTo>
                  <a:cubicBezTo>
                    <a:pt x="781319" y="511510"/>
                    <a:pt x="761558" y="197636"/>
                    <a:pt x="764333" y="0"/>
                  </a:cubicBezTo>
                  <a:close/>
                </a:path>
                <a:path w="1528666" h="4133461" fill="none" extrusionOk="0">
                  <a:moveTo>
                    <a:pt x="764333" y="0"/>
                  </a:moveTo>
                  <a:cubicBezTo>
                    <a:pt x="1034729" y="-42345"/>
                    <a:pt x="1455246" y="879370"/>
                    <a:pt x="1528400" y="2012184"/>
                  </a:cubicBezTo>
                </a:path>
                <a:path w="1528666" h="4133461" fill="none" stroke="0" extrusionOk="0">
                  <a:moveTo>
                    <a:pt x="764333" y="0"/>
                  </a:moveTo>
                  <a:cubicBezTo>
                    <a:pt x="1237254" y="-20807"/>
                    <a:pt x="1676767" y="936017"/>
                    <a:pt x="1528400" y="2012184"/>
                  </a:cubicBezTo>
                </a:path>
              </a:pathLst>
            </a:custGeom>
            <a:ln w="28575">
              <a:solidFill>
                <a:schemeClr val="bg1"/>
              </a:solidFill>
              <a:extLst>
                <a:ext uri="{C807C97D-BFC1-408E-A445-0C87EB9F89A2}">
                  <ask:lineSketchStyleProps xmlns:ask="http://schemas.microsoft.com/office/drawing/2018/sketchyshapes" sd="3147430866">
                    <a:prstGeom prst="arc">
                      <a:avLst>
                        <a:gd name="adj1" fmla="val 16200000"/>
                        <a:gd name="adj2" fmla="val 21354993"/>
                      </a:avLst>
                    </a:prstGeom>
                    <ask:type>
                      <ask:lineSketchFreehand/>
                    </ask:type>
                  </ask:lineSketchStyleProps>
                </a:ext>
              </a:extLst>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12" name="TextBox 11">
              <a:extLst>
                <a:ext uri="{FF2B5EF4-FFF2-40B4-BE49-F238E27FC236}">
                  <a16:creationId xmlns:a16="http://schemas.microsoft.com/office/drawing/2014/main" id="{DF8BEC50-FCAC-F52C-B7EF-DAFA0DD40F6F}"/>
                </a:ext>
              </a:extLst>
            </p:cNvPr>
            <p:cNvSpPr txBox="1"/>
            <p:nvPr/>
          </p:nvSpPr>
          <p:spPr>
            <a:xfrm>
              <a:off x="1671388" y="1321355"/>
              <a:ext cx="1319434" cy="576539"/>
            </a:xfrm>
            <a:prstGeom prst="rect">
              <a:avLst/>
            </a:prstGeom>
            <a:noFill/>
          </p:spPr>
          <p:txBody>
            <a:bodyPr wrap="square" rtlCol="0">
              <a:spAutoFit/>
            </a:bodyPr>
            <a:lstStyle/>
            <a:p>
              <a:r>
                <a:rPr lang="en-IN" sz="1400" dirty="0">
                  <a:solidFill>
                    <a:schemeClr val="bg1"/>
                  </a:solidFill>
                  <a:latin typeface="+mj-lt"/>
                </a:rPr>
                <a:t>Descending </a:t>
              </a:r>
            </a:p>
            <a:p>
              <a:r>
                <a:rPr lang="en-IN" sz="1400" dirty="0">
                  <a:solidFill>
                    <a:schemeClr val="bg1"/>
                  </a:solidFill>
                  <a:latin typeface="+mj-lt"/>
                </a:rPr>
                <a:t>commands</a:t>
              </a:r>
            </a:p>
          </p:txBody>
        </p:sp>
        <p:sp>
          <p:nvSpPr>
            <p:cNvPr id="25" name="TextBox 24">
              <a:extLst>
                <a:ext uri="{FF2B5EF4-FFF2-40B4-BE49-F238E27FC236}">
                  <a16:creationId xmlns:a16="http://schemas.microsoft.com/office/drawing/2014/main" id="{F1318BB7-10BB-8D31-7054-F0ECA54EBDC5}"/>
                </a:ext>
              </a:extLst>
            </p:cNvPr>
            <p:cNvSpPr txBox="1"/>
            <p:nvPr/>
          </p:nvSpPr>
          <p:spPr>
            <a:xfrm>
              <a:off x="1942802" y="4100822"/>
              <a:ext cx="1319434" cy="576539"/>
            </a:xfrm>
            <a:prstGeom prst="rect">
              <a:avLst/>
            </a:prstGeom>
            <a:noFill/>
          </p:spPr>
          <p:txBody>
            <a:bodyPr wrap="square" rtlCol="0">
              <a:spAutoFit/>
            </a:bodyPr>
            <a:lstStyle/>
            <a:p>
              <a:r>
                <a:rPr lang="en-IN" sz="1400" dirty="0">
                  <a:solidFill>
                    <a:schemeClr val="bg1"/>
                  </a:solidFill>
                  <a:latin typeface="+mj-lt"/>
                </a:rPr>
                <a:t>Motor modules</a:t>
              </a:r>
            </a:p>
          </p:txBody>
        </p:sp>
        <p:grpSp>
          <p:nvGrpSpPr>
            <p:cNvPr id="47" name="Group 46">
              <a:extLst>
                <a:ext uri="{FF2B5EF4-FFF2-40B4-BE49-F238E27FC236}">
                  <a16:creationId xmlns:a16="http://schemas.microsoft.com/office/drawing/2014/main" id="{C3F18A27-B979-400E-AA4D-5702664986CB}"/>
                </a:ext>
              </a:extLst>
            </p:cNvPr>
            <p:cNvGrpSpPr/>
            <p:nvPr/>
          </p:nvGrpSpPr>
          <p:grpSpPr>
            <a:xfrm>
              <a:off x="3673877" y="3581400"/>
              <a:ext cx="556721" cy="1226508"/>
              <a:chOff x="3729331" y="3579527"/>
              <a:chExt cx="556721" cy="1226508"/>
            </a:xfrm>
          </p:grpSpPr>
          <p:sp>
            <p:nvSpPr>
              <p:cNvPr id="16" name="Oval 15">
                <a:extLst>
                  <a:ext uri="{FF2B5EF4-FFF2-40B4-BE49-F238E27FC236}">
                    <a16:creationId xmlns:a16="http://schemas.microsoft.com/office/drawing/2014/main" id="{89280A04-3A23-A14F-594D-BA8EA3096884}"/>
                  </a:ext>
                </a:extLst>
              </p:cNvPr>
              <p:cNvSpPr/>
              <p:nvPr/>
            </p:nvSpPr>
            <p:spPr>
              <a:xfrm>
                <a:off x="3729331" y="3579527"/>
                <a:ext cx="317241" cy="279918"/>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FB78A6D8-B943-8850-BD4E-BFC52E82065F}"/>
                  </a:ext>
                </a:extLst>
              </p:cNvPr>
              <p:cNvSpPr/>
              <p:nvPr/>
            </p:nvSpPr>
            <p:spPr>
              <a:xfrm>
                <a:off x="3968811" y="4526117"/>
                <a:ext cx="317241" cy="279918"/>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Oval 21">
                <a:extLst>
                  <a:ext uri="{FF2B5EF4-FFF2-40B4-BE49-F238E27FC236}">
                    <a16:creationId xmlns:a16="http://schemas.microsoft.com/office/drawing/2014/main" id="{F031636E-6A89-CFA0-D4C6-CC8681A492A5}"/>
                  </a:ext>
                </a:extLst>
              </p:cNvPr>
              <p:cNvSpPr/>
              <p:nvPr/>
            </p:nvSpPr>
            <p:spPr>
              <a:xfrm>
                <a:off x="3903503" y="4214320"/>
                <a:ext cx="317241" cy="279918"/>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17">
                <p14:nvContentPartPr>
                  <p14:cNvPr id="41" name="Ink 40">
                    <a:extLst>
                      <a:ext uri="{FF2B5EF4-FFF2-40B4-BE49-F238E27FC236}">
                        <a16:creationId xmlns:a16="http://schemas.microsoft.com/office/drawing/2014/main" id="{2399CE62-B601-F820-EC85-419BFCA6C7A4}"/>
                      </a:ext>
                    </a:extLst>
                  </p14:cNvPr>
                  <p14:cNvContentPartPr/>
                  <p14:nvPr/>
                </p14:nvContentPartPr>
                <p14:xfrm>
                  <a:off x="3974554" y="4180070"/>
                  <a:ext cx="122040" cy="562320"/>
                </p14:xfrm>
              </p:contentPart>
            </mc:Choice>
            <mc:Fallback xmlns="">
              <p:pic>
                <p:nvPicPr>
                  <p:cNvPr id="41" name="Ink 40">
                    <a:extLst>
                      <a:ext uri="{FF2B5EF4-FFF2-40B4-BE49-F238E27FC236}">
                        <a16:creationId xmlns:a16="http://schemas.microsoft.com/office/drawing/2014/main" id="{2399CE62-B601-F820-EC85-419BFCA6C7A4}"/>
                      </a:ext>
                    </a:extLst>
                  </p:cNvPr>
                  <p:cNvPicPr/>
                  <p:nvPr/>
                </p:nvPicPr>
                <p:blipFill>
                  <a:blip r:embed="rId18"/>
                  <a:stretch>
                    <a:fillRect/>
                  </a:stretch>
                </p:blipFill>
                <p:spPr>
                  <a:xfrm>
                    <a:off x="3967818" y="4173324"/>
                    <a:ext cx="135512" cy="575813"/>
                  </a:xfrm>
                  <a:prstGeom prst="rect">
                    <a:avLst/>
                  </a:prstGeom>
                </p:spPr>
              </p:pic>
            </mc:Fallback>
          </mc:AlternateContent>
          <p:sp>
            <p:nvSpPr>
              <p:cNvPr id="18" name="Oval 17">
                <a:extLst>
                  <a:ext uri="{FF2B5EF4-FFF2-40B4-BE49-F238E27FC236}">
                    <a16:creationId xmlns:a16="http://schemas.microsoft.com/office/drawing/2014/main" id="{BE465FEF-B4B4-9DAA-0F75-55569598418F}"/>
                  </a:ext>
                </a:extLst>
              </p:cNvPr>
              <p:cNvSpPr/>
              <p:nvPr/>
            </p:nvSpPr>
            <p:spPr>
              <a:xfrm>
                <a:off x="3815574" y="3916125"/>
                <a:ext cx="317241" cy="279918"/>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57" name="Straight Connector 56">
              <a:extLst>
                <a:ext uri="{FF2B5EF4-FFF2-40B4-BE49-F238E27FC236}">
                  <a16:creationId xmlns:a16="http://schemas.microsoft.com/office/drawing/2014/main" id="{B2613264-0A2F-1F1A-3FD6-6257BBD44021}"/>
                </a:ext>
              </a:extLst>
            </p:cNvPr>
            <p:cNvCxnSpPr>
              <a:cxnSpLocks/>
              <a:endCxn id="16" idx="3"/>
            </p:cNvCxnSpPr>
            <p:nvPr/>
          </p:nvCxnSpPr>
          <p:spPr>
            <a:xfrm flipV="1">
              <a:off x="2929985" y="3820325"/>
              <a:ext cx="790351" cy="598154"/>
            </a:xfrm>
            <a:prstGeom prst="line">
              <a:avLst/>
            </a:prstGeom>
            <a:ln w="3175">
              <a:solidFill>
                <a:srgbClr val="47D45A"/>
              </a:solidFill>
              <a:prstDash val="lgDash"/>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CD1D8802-09CB-82B1-E805-89DE787C9833}"/>
                </a:ext>
              </a:extLst>
            </p:cNvPr>
            <p:cNvCxnSpPr>
              <a:cxnSpLocks/>
            </p:cNvCxnSpPr>
            <p:nvPr/>
          </p:nvCxnSpPr>
          <p:spPr>
            <a:xfrm flipV="1">
              <a:off x="2929985" y="4057955"/>
              <a:ext cx="826102" cy="360524"/>
            </a:xfrm>
            <a:prstGeom prst="line">
              <a:avLst/>
            </a:prstGeom>
            <a:ln w="3175">
              <a:solidFill>
                <a:srgbClr val="D86ECC"/>
              </a:solidFill>
              <a:prstDash val="lgDash"/>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04428196-60A9-A0B0-074F-081D6A1D44BC}"/>
                </a:ext>
              </a:extLst>
            </p:cNvPr>
            <p:cNvCxnSpPr>
              <a:cxnSpLocks/>
              <a:endCxn id="22" idx="2"/>
            </p:cNvCxnSpPr>
            <p:nvPr/>
          </p:nvCxnSpPr>
          <p:spPr>
            <a:xfrm flipV="1">
              <a:off x="2956558" y="4356152"/>
              <a:ext cx="891491" cy="62327"/>
            </a:xfrm>
            <a:prstGeom prst="line">
              <a:avLst/>
            </a:prstGeom>
            <a:ln w="3175">
              <a:solidFill>
                <a:srgbClr val="F2AA84"/>
              </a:solidFill>
              <a:prstDash val="lgDash"/>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73F753F0-EEB0-8CE1-ACE0-3F93DBD88AE3}"/>
                </a:ext>
              </a:extLst>
            </p:cNvPr>
            <p:cNvCxnSpPr>
              <a:cxnSpLocks/>
              <a:endCxn id="20" idx="2"/>
            </p:cNvCxnSpPr>
            <p:nvPr/>
          </p:nvCxnSpPr>
          <p:spPr>
            <a:xfrm>
              <a:off x="2929985" y="4418479"/>
              <a:ext cx="983372" cy="249470"/>
            </a:xfrm>
            <a:prstGeom prst="line">
              <a:avLst/>
            </a:prstGeom>
            <a:ln w="3175">
              <a:solidFill>
                <a:srgbClr val="46B1E1"/>
              </a:solidFill>
              <a:prstDash val="lgDash"/>
            </a:ln>
          </p:spPr>
          <p:style>
            <a:lnRef idx="2">
              <a:schemeClr val="accent1"/>
            </a:lnRef>
            <a:fillRef idx="0">
              <a:schemeClr val="accent1"/>
            </a:fillRef>
            <a:effectRef idx="1">
              <a:schemeClr val="accent1"/>
            </a:effectRef>
            <a:fontRef idx="minor">
              <a:schemeClr val="tx1"/>
            </a:fontRef>
          </p:style>
        </p:cxnSp>
      </p:grpSp>
      <p:sp>
        <p:nvSpPr>
          <p:cNvPr id="72" name="Oval 71">
            <a:extLst>
              <a:ext uri="{FF2B5EF4-FFF2-40B4-BE49-F238E27FC236}">
                <a16:creationId xmlns:a16="http://schemas.microsoft.com/office/drawing/2014/main" id="{85998A5B-E19D-B743-002D-FDFE37887F71}"/>
              </a:ext>
            </a:extLst>
          </p:cNvPr>
          <p:cNvSpPr/>
          <p:nvPr/>
        </p:nvSpPr>
        <p:spPr>
          <a:xfrm>
            <a:off x="1770653" y="3883383"/>
            <a:ext cx="58906" cy="47185"/>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8" name="Straight Connector 77">
            <a:extLst>
              <a:ext uri="{FF2B5EF4-FFF2-40B4-BE49-F238E27FC236}">
                <a16:creationId xmlns:a16="http://schemas.microsoft.com/office/drawing/2014/main" id="{8D71B01F-79AD-BD52-F91D-F13D5E5FD26A}"/>
              </a:ext>
            </a:extLst>
          </p:cNvPr>
          <p:cNvCxnSpPr>
            <a:stCxn id="16" idx="6"/>
          </p:cNvCxnSpPr>
          <p:nvPr/>
        </p:nvCxnSpPr>
        <p:spPr>
          <a:xfrm>
            <a:off x="2761759" y="3274328"/>
            <a:ext cx="2561286" cy="604367"/>
          </a:xfrm>
          <a:prstGeom prst="line">
            <a:avLst/>
          </a:prstGeom>
          <a:ln>
            <a:solidFill>
              <a:schemeClr val="accent6">
                <a:lumMod val="60000"/>
                <a:lumOff val="40000"/>
              </a:schemeClr>
            </a:solidFill>
            <a:prstDash val="lgDashDot"/>
          </a:ln>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79668349-8F73-07C2-09F4-E8B1816EE100}"/>
              </a:ext>
            </a:extLst>
          </p:cNvPr>
          <p:cNvCxnSpPr>
            <a:cxnSpLocks/>
          </p:cNvCxnSpPr>
          <p:nvPr/>
        </p:nvCxnSpPr>
        <p:spPr>
          <a:xfrm>
            <a:off x="2766083" y="3302933"/>
            <a:ext cx="2721743" cy="916174"/>
          </a:xfrm>
          <a:prstGeom prst="line">
            <a:avLst/>
          </a:prstGeom>
          <a:ln>
            <a:solidFill>
              <a:schemeClr val="accent6">
                <a:lumMod val="60000"/>
                <a:lumOff val="40000"/>
              </a:schemeClr>
            </a:solidFill>
            <a:prstDash val="lgDashDot"/>
          </a:ln>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E3F6A289-0228-8C3E-72FB-318EF96788C0}"/>
              </a:ext>
            </a:extLst>
          </p:cNvPr>
          <p:cNvCxnSpPr>
            <a:cxnSpLocks/>
          </p:cNvCxnSpPr>
          <p:nvPr/>
        </p:nvCxnSpPr>
        <p:spPr>
          <a:xfrm>
            <a:off x="2766092" y="3287437"/>
            <a:ext cx="2603448" cy="1420071"/>
          </a:xfrm>
          <a:prstGeom prst="line">
            <a:avLst/>
          </a:prstGeom>
          <a:ln>
            <a:solidFill>
              <a:schemeClr val="accent6">
                <a:lumMod val="60000"/>
                <a:lumOff val="40000"/>
              </a:schemeClr>
            </a:solidFill>
            <a:prstDash val="lgDashDot"/>
          </a:ln>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FABE5CB3-E8D4-4545-40E2-42A4027D3A0E}"/>
              </a:ext>
            </a:extLst>
          </p:cNvPr>
          <p:cNvCxnSpPr>
            <a:cxnSpLocks/>
          </p:cNvCxnSpPr>
          <p:nvPr/>
        </p:nvCxnSpPr>
        <p:spPr>
          <a:xfrm>
            <a:off x="2755670" y="3286409"/>
            <a:ext cx="2492506" cy="1683861"/>
          </a:xfrm>
          <a:prstGeom prst="line">
            <a:avLst/>
          </a:prstGeom>
          <a:ln>
            <a:solidFill>
              <a:schemeClr val="accent6">
                <a:lumMod val="60000"/>
                <a:lumOff val="40000"/>
              </a:schemeClr>
            </a:solidFill>
            <a:prstDash val="lgDashDot"/>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EE5C9E01-2123-392B-6890-C08983370C5B}"/>
              </a:ext>
            </a:extLst>
          </p:cNvPr>
          <p:cNvCxnSpPr>
            <a:cxnSpLocks/>
          </p:cNvCxnSpPr>
          <p:nvPr/>
        </p:nvCxnSpPr>
        <p:spPr>
          <a:xfrm>
            <a:off x="2831270" y="3594341"/>
            <a:ext cx="2488400" cy="312636"/>
          </a:xfrm>
          <a:prstGeom prst="line">
            <a:avLst/>
          </a:prstGeom>
          <a:ln>
            <a:solidFill>
              <a:srgbClr val="D86ECC"/>
            </a:solidFill>
            <a:prstDash val="lgDashDot"/>
          </a:ln>
        </p:spPr>
        <p:style>
          <a:lnRef idx="2">
            <a:schemeClr val="accent1"/>
          </a:lnRef>
          <a:fillRef idx="0">
            <a:schemeClr val="accent1"/>
          </a:fillRef>
          <a:effectRef idx="1">
            <a:schemeClr val="accent1"/>
          </a:effectRef>
          <a:fontRef idx="minor">
            <a:schemeClr val="tx1"/>
          </a:fontRef>
        </p:style>
      </p:cxnSp>
      <p:cxnSp>
        <p:nvCxnSpPr>
          <p:cNvPr id="93" name="Straight Connector 92">
            <a:extLst>
              <a:ext uri="{FF2B5EF4-FFF2-40B4-BE49-F238E27FC236}">
                <a16:creationId xmlns:a16="http://schemas.microsoft.com/office/drawing/2014/main" id="{99CD4C17-E0B8-3590-6217-11CC94EE3114}"/>
              </a:ext>
            </a:extLst>
          </p:cNvPr>
          <p:cNvCxnSpPr>
            <a:cxnSpLocks/>
            <a:stCxn id="18" idx="6"/>
          </p:cNvCxnSpPr>
          <p:nvPr/>
        </p:nvCxnSpPr>
        <p:spPr>
          <a:xfrm>
            <a:off x="2840026" y="3579797"/>
            <a:ext cx="2683511" cy="1275207"/>
          </a:xfrm>
          <a:prstGeom prst="line">
            <a:avLst/>
          </a:prstGeom>
          <a:ln>
            <a:solidFill>
              <a:srgbClr val="D86ECC"/>
            </a:solidFill>
            <a:prstDash val="lgDashDot"/>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53646FDB-3FDF-6FEF-A2AE-6A5C1DB3CB49}"/>
              </a:ext>
            </a:extLst>
          </p:cNvPr>
          <p:cNvCxnSpPr>
            <a:cxnSpLocks/>
          </p:cNvCxnSpPr>
          <p:nvPr/>
        </p:nvCxnSpPr>
        <p:spPr>
          <a:xfrm>
            <a:off x="2820548" y="3570346"/>
            <a:ext cx="2620792" cy="728736"/>
          </a:xfrm>
          <a:prstGeom prst="line">
            <a:avLst/>
          </a:prstGeom>
          <a:ln>
            <a:solidFill>
              <a:srgbClr val="D86ECC"/>
            </a:solidFill>
            <a:prstDash val="lgDashDot"/>
          </a:ln>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BF0E56A3-1FA2-A084-C5CA-5A918D9EC2B8}"/>
              </a:ext>
            </a:extLst>
          </p:cNvPr>
          <p:cNvCxnSpPr>
            <a:cxnSpLocks/>
          </p:cNvCxnSpPr>
          <p:nvPr/>
        </p:nvCxnSpPr>
        <p:spPr>
          <a:xfrm>
            <a:off x="2877661" y="3626443"/>
            <a:ext cx="2279061" cy="1597786"/>
          </a:xfrm>
          <a:prstGeom prst="line">
            <a:avLst/>
          </a:prstGeom>
          <a:ln>
            <a:solidFill>
              <a:srgbClr val="D86ECC"/>
            </a:solidFill>
            <a:prstDash val="lgDashDot"/>
          </a:ln>
        </p:spPr>
        <p:style>
          <a:lnRef idx="2">
            <a:schemeClr val="accent1"/>
          </a:lnRef>
          <a:fillRef idx="0">
            <a:schemeClr val="accent1"/>
          </a:fillRef>
          <a:effectRef idx="1">
            <a:schemeClr val="accent1"/>
          </a:effectRef>
          <a:fontRef idx="minor">
            <a:schemeClr val="tx1"/>
          </a:fontRef>
        </p:style>
      </p:cxnSp>
      <p:cxnSp>
        <p:nvCxnSpPr>
          <p:cNvPr id="102" name="Straight Connector 101">
            <a:extLst>
              <a:ext uri="{FF2B5EF4-FFF2-40B4-BE49-F238E27FC236}">
                <a16:creationId xmlns:a16="http://schemas.microsoft.com/office/drawing/2014/main" id="{EE507487-F30A-A52B-7F11-962215CC24B4}"/>
              </a:ext>
            </a:extLst>
          </p:cNvPr>
          <p:cNvCxnSpPr>
            <a:cxnSpLocks/>
          </p:cNvCxnSpPr>
          <p:nvPr/>
        </p:nvCxnSpPr>
        <p:spPr>
          <a:xfrm>
            <a:off x="2870546" y="3857607"/>
            <a:ext cx="2395067" cy="53190"/>
          </a:xfrm>
          <a:prstGeom prst="line">
            <a:avLst/>
          </a:prstGeom>
          <a:ln>
            <a:solidFill>
              <a:srgbClr val="F2AA84"/>
            </a:solidFill>
            <a:prstDash val="lgDashDot"/>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CE542D6D-22BC-F574-6AFA-7F3F91B52A1B}"/>
              </a:ext>
            </a:extLst>
          </p:cNvPr>
          <p:cNvCxnSpPr>
            <a:cxnSpLocks/>
          </p:cNvCxnSpPr>
          <p:nvPr/>
        </p:nvCxnSpPr>
        <p:spPr>
          <a:xfrm>
            <a:off x="2930840" y="3857607"/>
            <a:ext cx="2533445" cy="462918"/>
          </a:xfrm>
          <a:prstGeom prst="line">
            <a:avLst/>
          </a:prstGeom>
          <a:ln>
            <a:solidFill>
              <a:srgbClr val="F2AA84"/>
            </a:solidFill>
            <a:prstDash val="lgDashDot"/>
          </a:ln>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D7AA8374-3828-64C4-3DD0-D9DDD21E4CE5}"/>
              </a:ext>
            </a:extLst>
          </p:cNvPr>
          <p:cNvCxnSpPr>
            <a:cxnSpLocks/>
            <a:stCxn id="22" idx="6"/>
          </p:cNvCxnSpPr>
          <p:nvPr/>
        </p:nvCxnSpPr>
        <p:spPr>
          <a:xfrm>
            <a:off x="2919823" y="3850415"/>
            <a:ext cx="2399847" cy="952657"/>
          </a:xfrm>
          <a:prstGeom prst="line">
            <a:avLst/>
          </a:prstGeom>
          <a:ln>
            <a:solidFill>
              <a:srgbClr val="F2AA84"/>
            </a:solidFill>
            <a:prstDash val="lgDashDot"/>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DB225DC3-4C59-6FCA-0DA9-AA22E2987609}"/>
              </a:ext>
            </a:extLst>
          </p:cNvPr>
          <p:cNvCxnSpPr>
            <a:cxnSpLocks/>
          </p:cNvCxnSpPr>
          <p:nvPr/>
        </p:nvCxnSpPr>
        <p:spPr>
          <a:xfrm>
            <a:off x="2938241" y="3857607"/>
            <a:ext cx="2272937" cy="1193338"/>
          </a:xfrm>
          <a:prstGeom prst="line">
            <a:avLst/>
          </a:prstGeom>
          <a:ln>
            <a:solidFill>
              <a:srgbClr val="F2AA84"/>
            </a:solidFill>
            <a:prstDash val="lgDashDot"/>
          </a:ln>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270DA8CB-2590-B6B8-FEA5-94977011409B}"/>
              </a:ext>
            </a:extLst>
          </p:cNvPr>
          <p:cNvCxnSpPr>
            <a:cxnSpLocks/>
          </p:cNvCxnSpPr>
          <p:nvPr/>
        </p:nvCxnSpPr>
        <p:spPr>
          <a:xfrm flipV="1">
            <a:off x="2974141" y="3890776"/>
            <a:ext cx="2320609" cy="237399"/>
          </a:xfrm>
          <a:prstGeom prst="line">
            <a:avLst/>
          </a:prstGeom>
          <a:ln>
            <a:solidFill>
              <a:srgbClr val="46B1E1"/>
            </a:solidFill>
            <a:prstDash val="lgDashDot"/>
          </a:ln>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9DEFEE13-1DDB-B30B-D806-B094A01B775A}"/>
              </a:ext>
            </a:extLst>
          </p:cNvPr>
          <p:cNvCxnSpPr>
            <a:cxnSpLocks/>
            <a:stCxn id="20" idx="6"/>
          </p:cNvCxnSpPr>
          <p:nvPr/>
        </p:nvCxnSpPr>
        <p:spPr>
          <a:xfrm>
            <a:off x="2979092" y="4133377"/>
            <a:ext cx="2444904" cy="188780"/>
          </a:xfrm>
          <a:prstGeom prst="line">
            <a:avLst/>
          </a:prstGeom>
          <a:ln>
            <a:solidFill>
              <a:srgbClr val="46B1E1"/>
            </a:solidFill>
            <a:prstDash val="lgDashDot"/>
          </a:ln>
        </p:spPr>
        <p:style>
          <a:lnRef idx="2">
            <a:schemeClr val="accent1"/>
          </a:lnRef>
          <a:fillRef idx="0">
            <a:schemeClr val="accent1"/>
          </a:fillRef>
          <a:effectRef idx="1">
            <a:schemeClr val="accent1"/>
          </a:effectRef>
          <a:fontRef idx="minor">
            <a:schemeClr val="tx1"/>
          </a:fontRef>
        </p:style>
      </p:cxnSp>
      <p:cxnSp>
        <p:nvCxnSpPr>
          <p:cNvPr id="119" name="Straight Connector 118">
            <a:extLst>
              <a:ext uri="{FF2B5EF4-FFF2-40B4-BE49-F238E27FC236}">
                <a16:creationId xmlns:a16="http://schemas.microsoft.com/office/drawing/2014/main" id="{226D9C2D-19CE-FD39-512D-37161A8B2952}"/>
              </a:ext>
            </a:extLst>
          </p:cNvPr>
          <p:cNvCxnSpPr>
            <a:cxnSpLocks/>
            <a:stCxn id="20" idx="6"/>
          </p:cNvCxnSpPr>
          <p:nvPr/>
        </p:nvCxnSpPr>
        <p:spPr>
          <a:xfrm>
            <a:off x="2979092" y="4133377"/>
            <a:ext cx="2266758" cy="679128"/>
          </a:xfrm>
          <a:prstGeom prst="line">
            <a:avLst/>
          </a:prstGeom>
          <a:ln>
            <a:solidFill>
              <a:srgbClr val="46B1E1"/>
            </a:solidFill>
            <a:prstDash val="lgDashDot"/>
          </a:ln>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6887A2C4-65A2-1875-A3C0-92B087530841}"/>
              </a:ext>
            </a:extLst>
          </p:cNvPr>
          <p:cNvCxnSpPr>
            <a:cxnSpLocks/>
            <a:stCxn id="20" idx="6"/>
          </p:cNvCxnSpPr>
          <p:nvPr/>
        </p:nvCxnSpPr>
        <p:spPr>
          <a:xfrm>
            <a:off x="2979092" y="4133377"/>
            <a:ext cx="2209674" cy="968591"/>
          </a:xfrm>
          <a:prstGeom prst="line">
            <a:avLst/>
          </a:prstGeom>
          <a:ln>
            <a:solidFill>
              <a:srgbClr val="46B1E1"/>
            </a:solidFill>
            <a:prstDash val="lgDashDot"/>
          </a:ln>
        </p:spPr>
        <p:style>
          <a:lnRef idx="2">
            <a:schemeClr val="accent1"/>
          </a:lnRef>
          <a:fillRef idx="0">
            <a:schemeClr val="accent1"/>
          </a:fillRef>
          <a:effectRef idx="1">
            <a:schemeClr val="accent1"/>
          </a:effectRef>
          <a:fontRef idx="minor">
            <a:schemeClr val="tx1"/>
          </a:fontRef>
        </p:style>
      </p:cxnSp>
      <p:sp>
        <p:nvSpPr>
          <p:cNvPr id="131" name="Title 1">
            <a:extLst>
              <a:ext uri="{FF2B5EF4-FFF2-40B4-BE49-F238E27FC236}">
                <a16:creationId xmlns:a16="http://schemas.microsoft.com/office/drawing/2014/main" id="{0EF13DAB-2D42-BD0F-88D8-AFA706324215}"/>
              </a:ext>
            </a:extLst>
          </p:cNvPr>
          <p:cNvSpPr>
            <a:spLocks noGrp="1"/>
          </p:cNvSpPr>
          <p:nvPr>
            <p:ph type="title"/>
          </p:nvPr>
        </p:nvSpPr>
        <p:spPr>
          <a:xfrm>
            <a:off x="984798" y="577"/>
            <a:ext cx="10515600" cy="1325563"/>
          </a:xfrm>
        </p:spPr>
        <p:txBody>
          <a:bodyPr/>
          <a:lstStyle/>
          <a:p>
            <a:pPr algn="ctr"/>
            <a:r>
              <a:rPr lang="en-IN" b="1" dirty="0">
                <a:solidFill>
                  <a:schemeClr val="accent1">
                    <a:lumMod val="60000"/>
                    <a:lumOff val="40000"/>
                  </a:schemeClr>
                </a:solidFill>
              </a:rPr>
              <a:t>EMG Prior</a:t>
            </a:r>
            <a:br>
              <a:rPr lang="en-IN" b="1" dirty="0">
                <a:solidFill>
                  <a:schemeClr val="accent1">
                    <a:lumMod val="60000"/>
                    <a:lumOff val="40000"/>
                  </a:schemeClr>
                </a:solidFill>
              </a:rPr>
            </a:br>
            <a:r>
              <a:rPr lang="en-IN" sz="2000" b="1" dirty="0">
                <a:solidFill>
                  <a:schemeClr val="bg1">
                    <a:lumMod val="95000"/>
                  </a:schemeClr>
                </a:solidFill>
              </a:rPr>
              <a:t>Dataset</a:t>
            </a:r>
          </a:p>
        </p:txBody>
      </p:sp>
      <mc:AlternateContent xmlns:mc="http://schemas.openxmlformats.org/markup-compatibility/2006" xmlns:p14="http://schemas.microsoft.com/office/powerpoint/2010/main">
        <mc:Choice Requires="p14">
          <p:contentPart p14:bwMode="auto" r:id="rId19">
            <p14:nvContentPartPr>
              <p14:cNvPr id="136" name="Ink 135">
                <a:extLst>
                  <a:ext uri="{FF2B5EF4-FFF2-40B4-BE49-F238E27FC236}">
                    <a16:creationId xmlns:a16="http://schemas.microsoft.com/office/drawing/2014/main" id="{295B71AB-C671-3422-20DB-650829E17443}"/>
                  </a:ext>
                </a:extLst>
              </p14:cNvPr>
              <p14:cNvContentPartPr/>
              <p14:nvPr/>
            </p14:nvContentPartPr>
            <p14:xfrm>
              <a:off x="5993285" y="3417292"/>
              <a:ext cx="178200" cy="330840"/>
            </p14:xfrm>
          </p:contentPart>
        </mc:Choice>
        <mc:Fallback xmlns="">
          <p:pic>
            <p:nvPicPr>
              <p:cNvPr id="136" name="Ink 135">
                <a:extLst>
                  <a:ext uri="{FF2B5EF4-FFF2-40B4-BE49-F238E27FC236}">
                    <a16:creationId xmlns:a16="http://schemas.microsoft.com/office/drawing/2014/main" id="{295B71AB-C671-3422-20DB-650829E17443}"/>
                  </a:ext>
                </a:extLst>
              </p:cNvPr>
              <p:cNvPicPr/>
              <p:nvPr/>
            </p:nvPicPr>
            <p:blipFill>
              <a:blip r:embed="rId20"/>
              <a:stretch>
                <a:fillRect/>
              </a:stretch>
            </p:blipFill>
            <p:spPr>
              <a:xfrm>
                <a:off x="5975285" y="3381253"/>
                <a:ext cx="213840" cy="402558"/>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7" name="Ink 136">
                <a:extLst>
                  <a:ext uri="{FF2B5EF4-FFF2-40B4-BE49-F238E27FC236}">
                    <a16:creationId xmlns:a16="http://schemas.microsoft.com/office/drawing/2014/main" id="{7F573873-30F1-1186-257D-0CC7FFD9465E}"/>
                  </a:ext>
                </a:extLst>
              </p14:cNvPr>
              <p14:cNvContentPartPr/>
              <p14:nvPr/>
            </p14:nvContentPartPr>
            <p14:xfrm>
              <a:off x="10194904" y="7265543"/>
              <a:ext cx="360" cy="360"/>
            </p14:xfrm>
          </p:contentPart>
        </mc:Choice>
        <mc:Fallback xmlns="">
          <p:pic>
            <p:nvPicPr>
              <p:cNvPr id="137" name="Ink 136">
                <a:extLst>
                  <a:ext uri="{FF2B5EF4-FFF2-40B4-BE49-F238E27FC236}">
                    <a16:creationId xmlns:a16="http://schemas.microsoft.com/office/drawing/2014/main" id="{7F573873-30F1-1186-257D-0CC7FFD9465E}"/>
                  </a:ext>
                </a:extLst>
              </p:cNvPr>
              <p:cNvPicPr/>
              <p:nvPr/>
            </p:nvPicPr>
            <p:blipFill>
              <a:blip r:embed="rId22"/>
              <a:stretch>
                <a:fillRect/>
              </a:stretch>
            </p:blipFill>
            <p:spPr>
              <a:xfrm>
                <a:off x="10176904" y="7229543"/>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9" name="Ink 178">
                <a:extLst>
                  <a:ext uri="{FF2B5EF4-FFF2-40B4-BE49-F238E27FC236}">
                    <a16:creationId xmlns:a16="http://schemas.microsoft.com/office/drawing/2014/main" id="{7EBFBE81-6B90-633E-6BE7-121AF4B6E8D7}"/>
                  </a:ext>
                </a:extLst>
              </p14:cNvPr>
              <p14:cNvContentPartPr/>
              <p14:nvPr/>
            </p14:nvContentPartPr>
            <p14:xfrm>
              <a:off x="10174392" y="5294403"/>
              <a:ext cx="360" cy="360"/>
            </p14:xfrm>
          </p:contentPart>
        </mc:Choice>
        <mc:Fallback xmlns="">
          <p:pic>
            <p:nvPicPr>
              <p:cNvPr id="179" name="Ink 178">
                <a:extLst>
                  <a:ext uri="{FF2B5EF4-FFF2-40B4-BE49-F238E27FC236}">
                    <a16:creationId xmlns:a16="http://schemas.microsoft.com/office/drawing/2014/main" id="{7EBFBE81-6B90-633E-6BE7-121AF4B6E8D7}"/>
                  </a:ext>
                </a:extLst>
              </p:cNvPr>
              <p:cNvPicPr/>
              <p:nvPr/>
            </p:nvPicPr>
            <p:blipFill>
              <a:blip r:embed="rId24"/>
              <a:stretch>
                <a:fillRect/>
              </a:stretch>
            </p:blipFill>
            <p:spPr>
              <a:xfrm>
                <a:off x="10102392" y="5150403"/>
                <a:ext cx="14400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1" name="Ink 180">
                <a:extLst>
                  <a:ext uri="{FF2B5EF4-FFF2-40B4-BE49-F238E27FC236}">
                    <a16:creationId xmlns:a16="http://schemas.microsoft.com/office/drawing/2014/main" id="{E3765FBE-9FE6-0D94-12EA-49FA758D75AF}"/>
                  </a:ext>
                </a:extLst>
              </p14:cNvPr>
              <p14:cNvContentPartPr/>
              <p14:nvPr/>
            </p14:nvContentPartPr>
            <p14:xfrm>
              <a:off x="10029672" y="5347683"/>
              <a:ext cx="360" cy="360"/>
            </p14:xfrm>
          </p:contentPart>
        </mc:Choice>
        <mc:Fallback xmlns="">
          <p:pic>
            <p:nvPicPr>
              <p:cNvPr id="181" name="Ink 180">
                <a:extLst>
                  <a:ext uri="{FF2B5EF4-FFF2-40B4-BE49-F238E27FC236}">
                    <a16:creationId xmlns:a16="http://schemas.microsoft.com/office/drawing/2014/main" id="{E3765FBE-9FE6-0D94-12EA-49FA758D75AF}"/>
                  </a:ext>
                </a:extLst>
              </p:cNvPr>
              <p:cNvPicPr/>
              <p:nvPr/>
            </p:nvPicPr>
            <p:blipFill>
              <a:blip r:embed="rId26"/>
              <a:stretch>
                <a:fillRect/>
              </a:stretch>
            </p:blipFill>
            <p:spPr>
              <a:xfrm>
                <a:off x="9975672" y="5239683"/>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8" name="Ink 197">
                <a:extLst>
                  <a:ext uri="{FF2B5EF4-FFF2-40B4-BE49-F238E27FC236}">
                    <a16:creationId xmlns:a16="http://schemas.microsoft.com/office/drawing/2014/main" id="{26BEBE8E-77CD-94FC-762F-9092965D5E10}"/>
                  </a:ext>
                </a:extLst>
              </p14:cNvPr>
              <p14:cNvContentPartPr/>
              <p14:nvPr/>
            </p14:nvContentPartPr>
            <p14:xfrm>
              <a:off x="10726974" y="6753443"/>
              <a:ext cx="360" cy="360"/>
            </p14:xfrm>
          </p:contentPart>
        </mc:Choice>
        <mc:Fallback xmlns="">
          <p:pic>
            <p:nvPicPr>
              <p:cNvPr id="198" name="Ink 197">
                <a:extLst>
                  <a:ext uri="{FF2B5EF4-FFF2-40B4-BE49-F238E27FC236}">
                    <a16:creationId xmlns:a16="http://schemas.microsoft.com/office/drawing/2014/main" id="{26BEBE8E-77CD-94FC-762F-9092965D5E10}"/>
                  </a:ext>
                </a:extLst>
              </p:cNvPr>
              <p:cNvPicPr/>
              <p:nvPr/>
            </p:nvPicPr>
            <p:blipFill>
              <a:blip r:embed="rId28"/>
              <a:stretch>
                <a:fillRect/>
              </a:stretch>
            </p:blipFill>
            <p:spPr>
              <a:xfrm>
                <a:off x="10690974" y="6681443"/>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9" name="Ink 198">
                <a:extLst>
                  <a:ext uri="{FF2B5EF4-FFF2-40B4-BE49-F238E27FC236}">
                    <a16:creationId xmlns:a16="http://schemas.microsoft.com/office/drawing/2014/main" id="{5FF09D53-32FB-5EB6-87D4-23BDE6CE5DDC}"/>
                  </a:ext>
                </a:extLst>
              </p14:cNvPr>
              <p14:cNvContentPartPr/>
              <p14:nvPr/>
            </p14:nvContentPartPr>
            <p14:xfrm>
              <a:off x="10726974" y="6753443"/>
              <a:ext cx="154800" cy="169920"/>
            </p14:xfrm>
          </p:contentPart>
        </mc:Choice>
        <mc:Fallback xmlns="">
          <p:pic>
            <p:nvPicPr>
              <p:cNvPr id="199" name="Ink 198">
                <a:extLst>
                  <a:ext uri="{FF2B5EF4-FFF2-40B4-BE49-F238E27FC236}">
                    <a16:creationId xmlns:a16="http://schemas.microsoft.com/office/drawing/2014/main" id="{5FF09D53-32FB-5EB6-87D4-23BDE6CE5DDC}"/>
                  </a:ext>
                </a:extLst>
              </p:cNvPr>
              <p:cNvPicPr/>
              <p:nvPr/>
            </p:nvPicPr>
            <p:blipFill>
              <a:blip r:embed="rId30"/>
              <a:stretch>
                <a:fillRect/>
              </a:stretch>
            </p:blipFill>
            <p:spPr>
              <a:xfrm>
                <a:off x="10690974" y="6681443"/>
                <a:ext cx="226440" cy="313560"/>
              </a:xfrm>
              <a:prstGeom prst="rect">
                <a:avLst/>
              </a:prstGeom>
            </p:spPr>
          </p:pic>
        </mc:Fallback>
      </mc:AlternateContent>
      <p:sp>
        <p:nvSpPr>
          <p:cNvPr id="230" name="Rectangle 229">
            <a:extLst>
              <a:ext uri="{FF2B5EF4-FFF2-40B4-BE49-F238E27FC236}">
                <a16:creationId xmlns:a16="http://schemas.microsoft.com/office/drawing/2014/main" id="{54671A8D-D436-B7C8-0451-D52FFE92CBEB}"/>
              </a:ext>
            </a:extLst>
          </p:cNvPr>
          <p:cNvSpPr/>
          <p:nvPr/>
        </p:nvSpPr>
        <p:spPr>
          <a:xfrm rot="5400000">
            <a:off x="5930254" y="5559747"/>
            <a:ext cx="70306" cy="142515"/>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1">
            <p14:nvContentPartPr>
              <p14:cNvPr id="209" name="Ink 208">
                <a:extLst>
                  <a:ext uri="{FF2B5EF4-FFF2-40B4-BE49-F238E27FC236}">
                    <a16:creationId xmlns:a16="http://schemas.microsoft.com/office/drawing/2014/main" id="{7D572A3C-2FED-B7B6-B653-D73A9AB4445F}"/>
                  </a:ext>
                </a:extLst>
              </p14:cNvPr>
              <p14:cNvContentPartPr/>
              <p14:nvPr/>
            </p14:nvContentPartPr>
            <p14:xfrm>
              <a:off x="5857767" y="5669624"/>
              <a:ext cx="513720" cy="83520"/>
            </p14:xfrm>
          </p:contentPart>
        </mc:Choice>
        <mc:Fallback xmlns="">
          <p:pic>
            <p:nvPicPr>
              <p:cNvPr id="209" name="Ink 208">
                <a:extLst>
                  <a:ext uri="{FF2B5EF4-FFF2-40B4-BE49-F238E27FC236}">
                    <a16:creationId xmlns:a16="http://schemas.microsoft.com/office/drawing/2014/main" id="{7D572A3C-2FED-B7B6-B653-D73A9AB4445F}"/>
                  </a:ext>
                </a:extLst>
              </p:cNvPr>
              <p:cNvPicPr/>
              <p:nvPr/>
            </p:nvPicPr>
            <p:blipFill>
              <a:blip r:embed="rId32"/>
              <a:stretch>
                <a:fillRect/>
              </a:stretch>
            </p:blipFill>
            <p:spPr>
              <a:xfrm>
                <a:off x="5839767" y="5651624"/>
                <a:ext cx="549360" cy="119160"/>
              </a:xfrm>
              <a:prstGeom prst="rect">
                <a:avLst/>
              </a:prstGeom>
            </p:spPr>
          </p:pic>
        </mc:Fallback>
      </mc:AlternateContent>
      <p:grpSp>
        <p:nvGrpSpPr>
          <p:cNvPr id="200" name="Group 199">
            <a:extLst>
              <a:ext uri="{FF2B5EF4-FFF2-40B4-BE49-F238E27FC236}">
                <a16:creationId xmlns:a16="http://schemas.microsoft.com/office/drawing/2014/main" id="{09C27474-EF41-A7BC-B84A-53C107799C5A}"/>
              </a:ext>
            </a:extLst>
          </p:cNvPr>
          <p:cNvGrpSpPr/>
          <p:nvPr/>
        </p:nvGrpSpPr>
        <p:grpSpPr>
          <a:xfrm>
            <a:off x="6462683" y="4417469"/>
            <a:ext cx="2344929" cy="790071"/>
            <a:chOff x="4662305" y="5789263"/>
            <a:chExt cx="2344929" cy="790071"/>
          </a:xfrm>
        </p:grpSpPr>
        <mc:AlternateContent xmlns:mc="http://schemas.openxmlformats.org/markup-compatibility/2006" xmlns:p14="http://schemas.microsoft.com/office/powerpoint/2010/main">
          <mc:Choice Requires="p14">
            <p:contentPart p14:bwMode="auto" r:id="rId33">
              <p14:nvContentPartPr>
                <p14:cNvPr id="204" name="Ink 203">
                  <a:extLst>
                    <a:ext uri="{FF2B5EF4-FFF2-40B4-BE49-F238E27FC236}">
                      <a16:creationId xmlns:a16="http://schemas.microsoft.com/office/drawing/2014/main" id="{34739890-AFD4-07C8-A540-346AD88FBBAD}"/>
                    </a:ext>
                  </a:extLst>
                </p14:cNvPr>
                <p14:cNvContentPartPr/>
                <p14:nvPr/>
              </p14:nvContentPartPr>
              <p14:xfrm>
                <a:off x="6032796" y="5789263"/>
                <a:ext cx="360" cy="360"/>
              </p14:xfrm>
            </p:contentPart>
          </mc:Choice>
          <mc:Fallback xmlns="">
            <p:pic>
              <p:nvPicPr>
                <p:cNvPr id="204" name="Ink 203">
                  <a:extLst>
                    <a:ext uri="{FF2B5EF4-FFF2-40B4-BE49-F238E27FC236}">
                      <a16:creationId xmlns:a16="http://schemas.microsoft.com/office/drawing/2014/main" id="{34739890-AFD4-07C8-A540-346AD88FBBAD}"/>
                    </a:ext>
                  </a:extLst>
                </p:cNvPr>
                <p:cNvPicPr/>
                <p:nvPr/>
              </p:nvPicPr>
              <p:blipFill>
                <a:blip r:embed="rId28"/>
                <a:stretch>
                  <a:fillRect/>
                </a:stretch>
              </p:blipFill>
              <p:spPr>
                <a:xfrm>
                  <a:off x="5996796" y="5717263"/>
                  <a:ext cx="72000" cy="144000"/>
                </a:xfrm>
                <a:prstGeom prst="rect">
                  <a:avLst/>
                </a:prstGeom>
              </p:spPr>
            </p:pic>
          </mc:Fallback>
        </mc:AlternateContent>
        <p:grpSp>
          <p:nvGrpSpPr>
            <p:cNvPr id="186" name="Group 185">
              <a:extLst>
                <a:ext uri="{FF2B5EF4-FFF2-40B4-BE49-F238E27FC236}">
                  <a16:creationId xmlns:a16="http://schemas.microsoft.com/office/drawing/2014/main" id="{314D19F4-91E9-A32D-EC4D-59FC41394EDB}"/>
                </a:ext>
              </a:extLst>
            </p:cNvPr>
            <p:cNvGrpSpPr/>
            <p:nvPr/>
          </p:nvGrpSpPr>
          <p:grpSpPr>
            <a:xfrm>
              <a:off x="4662305" y="5952282"/>
              <a:ext cx="2344929" cy="491622"/>
              <a:chOff x="4662305" y="5952282"/>
              <a:chExt cx="2344929" cy="491622"/>
            </a:xfrm>
          </p:grpSpPr>
          <p:sp>
            <p:nvSpPr>
              <p:cNvPr id="270" name="TextBox 269">
                <a:extLst>
                  <a:ext uri="{FF2B5EF4-FFF2-40B4-BE49-F238E27FC236}">
                    <a16:creationId xmlns:a16="http://schemas.microsoft.com/office/drawing/2014/main" id="{50F10F80-4123-53B4-11EF-7FAD49E0BE29}"/>
                  </a:ext>
                </a:extLst>
              </p:cNvPr>
              <p:cNvSpPr txBox="1"/>
              <p:nvPr/>
            </p:nvSpPr>
            <p:spPr>
              <a:xfrm>
                <a:off x="6697534" y="6240601"/>
                <a:ext cx="309700" cy="184666"/>
              </a:xfrm>
              <a:prstGeom prst="rect">
                <a:avLst/>
              </a:prstGeom>
              <a:noFill/>
            </p:spPr>
            <p:txBody>
              <a:bodyPr wrap="none" rtlCol="0">
                <a:spAutoFit/>
              </a:bodyPr>
              <a:lstStyle/>
              <a:p>
                <a:r>
                  <a:rPr lang="en-IN" sz="600" dirty="0">
                    <a:solidFill>
                      <a:schemeClr val="accent4">
                        <a:lumMod val="40000"/>
                        <a:lumOff val="60000"/>
                      </a:schemeClr>
                    </a:solidFill>
                  </a:rPr>
                  <a:t>100</a:t>
                </a:r>
              </a:p>
            </p:txBody>
          </p:sp>
          <p:cxnSp>
            <p:nvCxnSpPr>
              <p:cNvPr id="237" name="Straight Connector 236">
                <a:extLst>
                  <a:ext uri="{FF2B5EF4-FFF2-40B4-BE49-F238E27FC236}">
                    <a16:creationId xmlns:a16="http://schemas.microsoft.com/office/drawing/2014/main" id="{C6376784-567F-6418-C7AD-74588C0D8AA1}"/>
                  </a:ext>
                </a:extLst>
              </p:cNvPr>
              <p:cNvCxnSpPr>
                <a:cxnSpLocks/>
              </p:cNvCxnSpPr>
              <p:nvPr/>
            </p:nvCxnSpPr>
            <p:spPr>
              <a:xfrm>
                <a:off x="4768675" y="5980222"/>
                <a:ext cx="0" cy="22860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38" name="Straight Connector 237">
                <a:extLst>
                  <a:ext uri="{FF2B5EF4-FFF2-40B4-BE49-F238E27FC236}">
                    <a16:creationId xmlns:a16="http://schemas.microsoft.com/office/drawing/2014/main" id="{3AB92557-66B3-5B12-9415-DBA459CC92E8}"/>
                  </a:ext>
                </a:extLst>
              </p:cNvPr>
              <p:cNvCxnSpPr>
                <a:cxnSpLocks/>
              </p:cNvCxnSpPr>
              <p:nvPr/>
            </p:nvCxnSpPr>
            <p:spPr>
              <a:xfrm>
                <a:off x="6806355" y="5952282"/>
                <a:ext cx="0" cy="22860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39" name="Straight Connector 238">
                <a:extLst>
                  <a:ext uri="{FF2B5EF4-FFF2-40B4-BE49-F238E27FC236}">
                    <a16:creationId xmlns:a16="http://schemas.microsoft.com/office/drawing/2014/main" id="{6499C55F-32FC-D421-6BC7-BE47ADEAFD18}"/>
                  </a:ext>
                </a:extLst>
              </p:cNvPr>
              <p:cNvCxnSpPr>
                <a:cxnSpLocks/>
              </p:cNvCxnSpPr>
              <p:nvPr/>
            </p:nvCxnSpPr>
            <p:spPr>
              <a:xfrm flipV="1">
                <a:off x="4787416" y="6066582"/>
                <a:ext cx="2018549" cy="17502"/>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45" name="TextBox 244">
                <a:extLst>
                  <a:ext uri="{FF2B5EF4-FFF2-40B4-BE49-F238E27FC236}">
                    <a16:creationId xmlns:a16="http://schemas.microsoft.com/office/drawing/2014/main" id="{2B840415-6F16-45E2-410A-72AA21CC22C8}"/>
                  </a:ext>
                </a:extLst>
              </p:cNvPr>
              <p:cNvSpPr txBox="1"/>
              <p:nvPr/>
            </p:nvSpPr>
            <p:spPr>
              <a:xfrm>
                <a:off x="4749343" y="6075333"/>
                <a:ext cx="300082" cy="200055"/>
              </a:xfrm>
              <a:prstGeom prst="rect">
                <a:avLst/>
              </a:prstGeom>
              <a:noFill/>
            </p:spPr>
            <p:txBody>
              <a:bodyPr wrap="none" rtlCol="0">
                <a:spAutoFit/>
              </a:bodyPr>
              <a:lstStyle/>
              <a:p>
                <a:r>
                  <a:rPr lang="en-IN" sz="700" dirty="0">
                    <a:solidFill>
                      <a:schemeClr val="bg1">
                        <a:lumMod val="95000"/>
                      </a:schemeClr>
                    </a:solidFill>
                  </a:rPr>
                  <a:t>HS</a:t>
                </a:r>
                <a:endParaRPr lang="en-IN" dirty="0">
                  <a:solidFill>
                    <a:schemeClr val="bg1">
                      <a:lumMod val="95000"/>
                    </a:schemeClr>
                  </a:solidFill>
                </a:endParaRPr>
              </a:p>
            </p:txBody>
          </p:sp>
          <p:sp>
            <p:nvSpPr>
              <p:cNvPr id="249" name="TextBox 248">
                <a:extLst>
                  <a:ext uri="{FF2B5EF4-FFF2-40B4-BE49-F238E27FC236}">
                    <a16:creationId xmlns:a16="http://schemas.microsoft.com/office/drawing/2014/main" id="{04BDF323-A695-92C6-F999-FA217CDB6A38}"/>
                  </a:ext>
                </a:extLst>
              </p:cNvPr>
              <p:cNvSpPr txBox="1"/>
              <p:nvPr/>
            </p:nvSpPr>
            <p:spPr>
              <a:xfrm>
                <a:off x="5038419" y="6066582"/>
                <a:ext cx="457176" cy="307777"/>
              </a:xfrm>
              <a:prstGeom prst="rect">
                <a:avLst/>
              </a:prstGeom>
              <a:noFill/>
            </p:spPr>
            <p:txBody>
              <a:bodyPr wrap="none" rtlCol="0">
                <a:spAutoFit/>
              </a:bodyPr>
              <a:lstStyle/>
              <a:p>
                <a:r>
                  <a:rPr lang="en-IN" sz="700" dirty="0">
                    <a:solidFill>
                      <a:schemeClr val="bg1">
                        <a:lumMod val="95000"/>
                      </a:schemeClr>
                    </a:solidFill>
                  </a:rPr>
                  <a:t>Mid </a:t>
                </a:r>
              </a:p>
              <a:p>
                <a:r>
                  <a:rPr lang="en-IN" sz="700" dirty="0">
                    <a:solidFill>
                      <a:schemeClr val="bg1">
                        <a:lumMod val="95000"/>
                      </a:schemeClr>
                    </a:solidFill>
                  </a:rPr>
                  <a:t>Stance</a:t>
                </a:r>
                <a:endParaRPr lang="en-IN" dirty="0">
                  <a:solidFill>
                    <a:schemeClr val="bg1">
                      <a:lumMod val="95000"/>
                    </a:schemeClr>
                  </a:solidFill>
                </a:endParaRPr>
              </a:p>
            </p:txBody>
          </p:sp>
          <p:sp>
            <p:nvSpPr>
              <p:cNvPr id="251" name="TextBox 250">
                <a:extLst>
                  <a:ext uri="{FF2B5EF4-FFF2-40B4-BE49-F238E27FC236}">
                    <a16:creationId xmlns:a16="http://schemas.microsoft.com/office/drawing/2014/main" id="{A92748E5-80D8-1C21-117C-0AA4DD967B34}"/>
                  </a:ext>
                </a:extLst>
              </p:cNvPr>
              <p:cNvSpPr txBox="1"/>
              <p:nvPr/>
            </p:nvSpPr>
            <p:spPr>
              <a:xfrm>
                <a:off x="5484589" y="6066582"/>
                <a:ext cx="369012" cy="307777"/>
              </a:xfrm>
              <a:prstGeom prst="rect">
                <a:avLst/>
              </a:prstGeom>
              <a:noFill/>
            </p:spPr>
            <p:txBody>
              <a:bodyPr wrap="none" rtlCol="0">
                <a:spAutoFit/>
              </a:bodyPr>
              <a:lstStyle/>
              <a:p>
                <a:r>
                  <a:rPr lang="en-IN" sz="700" dirty="0">
                    <a:solidFill>
                      <a:schemeClr val="bg1">
                        <a:lumMod val="95000"/>
                      </a:schemeClr>
                    </a:solidFill>
                  </a:rPr>
                  <a:t>Heel</a:t>
                </a:r>
              </a:p>
              <a:p>
                <a:r>
                  <a:rPr lang="en-IN" sz="700" dirty="0">
                    <a:solidFill>
                      <a:schemeClr val="bg1">
                        <a:lumMod val="95000"/>
                      </a:schemeClr>
                    </a:solidFill>
                  </a:rPr>
                  <a:t>Off</a:t>
                </a:r>
                <a:endParaRPr lang="en-IN" dirty="0">
                  <a:solidFill>
                    <a:schemeClr val="bg1">
                      <a:lumMod val="95000"/>
                    </a:schemeClr>
                  </a:solidFill>
                </a:endParaRPr>
              </a:p>
            </p:txBody>
          </p:sp>
          <p:sp>
            <p:nvSpPr>
              <p:cNvPr id="253" name="TextBox 252">
                <a:extLst>
                  <a:ext uri="{FF2B5EF4-FFF2-40B4-BE49-F238E27FC236}">
                    <a16:creationId xmlns:a16="http://schemas.microsoft.com/office/drawing/2014/main" id="{43872644-6AE4-CA8F-C6F5-CB4B7737A35D}"/>
                  </a:ext>
                </a:extLst>
              </p:cNvPr>
              <p:cNvSpPr txBox="1"/>
              <p:nvPr/>
            </p:nvSpPr>
            <p:spPr>
              <a:xfrm>
                <a:off x="5840800" y="6077245"/>
                <a:ext cx="293670" cy="200055"/>
              </a:xfrm>
              <a:prstGeom prst="rect">
                <a:avLst/>
              </a:prstGeom>
              <a:noFill/>
            </p:spPr>
            <p:txBody>
              <a:bodyPr wrap="none" rtlCol="0">
                <a:spAutoFit/>
              </a:bodyPr>
              <a:lstStyle/>
              <a:p>
                <a:r>
                  <a:rPr lang="en-IN" sz="700" dirty="0">
                    <a:solidFill>
                      <a:schemeClr val="bg1">
                        <a:lumMod val="95000"/>
                      </a:schemeClr>
                    </a:solidFill>
                  </a:rPr>
                  <a:t>TO</a:t>
                </a:r>
                <a:endParaRPr lang="en-IN" dirty="0">
                  <a:solidFill>
                    <a:schemeClr val="bg1">
                      <a:lumMod val="95000"/>
                    </a:schemeClr>
                  </a:solidFill>
                </a:endParaRPr>
              </a:p>
            </p:txBody>
          </p:sp>
          <p:sp>
            <p:nvSpPr>
              <p:cNvPr id="255" name="TextBox 254">
                <a:extLst>
                  <a:ext uri="{FF2B5EF4-FFF2-40B4-BE49-F238E27FC236}">
                    <a16:creationId xmlns:a16="http://schemas.microsoft.com/office/drawing/2014/main" id="{90C78340-D740-A2F7-870D-0FADA38511D6}"/>
                  </a:ext>
                </a:extLst>
              </p:cNvPr>
              <p:cNvSpPr txBox="1"/>
              <p:nvPr/>
            </p:nvSpPr>
            <p:spPr>
              <a:xfrm>
                <a:off x="6113494" y="6081116"/>
                <a:ext cx="413896" cy="307777"/>
              </a:xfrm>
              <a:prstGeom prst="rect">
                <a:avLst/>
              </a:prstGeom>
              <a:noFill/>
            </p:spPr>
            <p:txBody>
              <a:bodyPr wrap="none" rtlCol="0">
                <a:spAutoFit/>
              </a:bodyPr>
              <a:lstStyle/>
              <a:p>
                <a:r>
                  <a:rPr lang="en-IN" sz="700" dirty="0">
                    <a:solidFill>
                      <a:schemeClr val="bg1">
                        <a:lumMod val="95000"/>
                      </a:schemeClr>
                    </a:solidFill>
                  </a:rPr>
                  <a:t>Mid</a:t>
                </a:r>
              </a:p>
              <a:p>
                <a:r>
                  <a:rPr lang="en-IN" sz="700" dirty="0">
                    <a:solidFill>
                      <a:schemeClr val="bg1">
                        <a:lumMod val="95000"/>
                      </a:schemeClr>
                    </a:solidFill>
                  </a:rPr>
                  <a:t>Swing</a:t>
                </a:r>
                <a:endParaRPr lang="en-IN" dirty="0">
                  <a:solidFill>
                    <a:schemeClr val="bg1">
                      <a:lumMod val="95000"/>
                    </a:schemeClr>
                  </a:solidFill>
                </a:endParaRPr>
              </a:p>
            </p:txBody>
          </p:sp>
          <p:sp>
            <p:nvSpPr>
              <p:cNvPr id="257" name="TextBox 256">
                <a:extLst>
                  <a:ext uri="{FF2B5EF4-FFF2-40B4-BE49-F238E27FC236}">
                    <a16:creationId xmlns:a16="http://schemas.microsoft.com/office/drawing/2014/main" id="{D0B9DF3B-ACDB-B1A5-578A-4DB935FED462}"/>
                  </a:ext>
                </a:extLst>
              </p:cNvPr>
              <p:cNvSpPr txBox="1"/>
              <p:nvPr/>
            </p:nvSpPr>
            <p:spPr>
              <a:xfrm>
                <a:off x="6552302" y="6090184"/>
                <a:ext cx="300082" cy="200055"/>
              </a:xfrm>
              <a:prstGeom prst="rect">
                <a:avLst/>
              </a:prstGeom>
              <a:noFill/>
            </p:spPr>
            <p:txBody>
              <a:bodyPr wrap="none" rtlCol="0">
                <a:spAutoFit/>
              </a:bodyPr>
              <a:lstStyle/>
              <a:p>
                <a:r>
                  <a:rPr lang="en-IN" sz="700" dirty="0">
                    <a:solidFill>
                      <a:schemeClr val="bg1">
                        <a:lumMod val="95000"/>
                      </a:schemeClr>
                    </a:solidFill>
                  </a:rPr>
                  <a:t>HS</a:t>
                </a:r>
                <a:endParaRPr lang="en-IN" dirty="0">
                  <a:solidFill>
                    <a:schemeClr val="bg1">
                      <a:lumMod val="95000"/>
                    </a:schemeClr>
                  </a:solidFill>
                </a:endParaRPr>
              </a:p>
            </p:txBody>
          </p:sp>
          <p:cxnSp>
            <p:nvCxnSpPr>
              <p:cNvPr id="259" name="Straight Connector 258">
                <a:extLst>
                  <a:ext uri="{FF2B5EF4-FFF2-40B4-BE49-F238E27FC236}">
                    <a16:creationId xmlns:a16="http://schemas.microsoft.com/office/drawing/2014/main" id="{7C611239-0138-8B8A-7BD1-17B1C7E35582}"/>
                  </a:ext>
                </a:extLst>
              </p:cNvPr>
              <p:cNvCxnSpPr>
                <a:cxnSpLocks/>
              </p:cNvCxnSpPr>
              <p:nvPr/>
            </p:nvCxnSpPr>
            <p:spPr>
              <a:xfrm flipV="1">
                <a:off x="4779803" y="6075326"/>
                <a:ext cx="1254277" cy="9072"/>
              </a:xfrm>
              <a:prstGeom prst="line">
                <a:avLst/>
              </a:prstGeom>
            </p:spPr>
            <p:style>
              <a:lnRef idx="3">
                <a:schemeClr val="accent5"/>
              </a:lnRef>
              <a:fillRef idx="0">
                <a:schemeClr val="accent5"/>
              </a:fillRef>
              <a:effectRef idx="2">
                <a:schemeClr val="accent5"/>
              </a:effectRef>
              <a:fontRef idx="minor">
                <a:schemeClr val="tx1"/>
              </a:fontRef>
            </p:style>
          </p:cxnSp>
          <p:cxnSp>
            <p:nvCxnSpPr>
              <p:cNvPr id="261" name="Straight Connector 260">
                <a:extLst>
                  <a:ext uri="{FF2B5EF4-FFF2-40B4-BE49-F238E27FC236}">
                    <a16:creationId xmlns:a16="http://schemas.microsoft.com/office/drawing/2014/main" id="{2DC60036-7C85-E00E-6A99-63031D005DB9}"/>
                  </a:ext>
                </a:extLst>
              </p:cNvPr>
              <p:cNvCxnSpPr>
                <a:cxnSpLocks/>
              </p:cNvCxnSpPr>
              <p:nvPr/>
            </p:nvCxnSpPr>
            <p:spPr>
              <a:xfrm flipV="1">
                <a:off x="6031956" y="6066989"/>
                <a:ext cx="756951" cy="9442"/>
              </a:xfrm>
              <a:prstGeom prst="line">
                <a:avLst/>
              </a:prstGeom>
              <a:ln>
                <a:solidFill>
                  <a:srgbClr val="0070C0"/>
                </a:solidFill>
              </a:ln>
            </p:spPr>
            <p:style>
              <a:lnRef idx="3">
                <a:schemeClr val="accent5"/>
              </a:lnRef>
              <a:fillRef idx="0">
                <a:schemeClr val="accent5"/>
              </a:fillRef>
              <a:effectRef idx="2">
                <a:schemeClr val="accent5"/>
              </a:effectRef>
              <a:fontRef idx="minor">
                <a:schemeClr val="tx1"/>
              </a:fontRef>
            </p:style>
          </p:cxnSp>
          <p:sp>
            <p:nvSpPr>
              <p:cNvPr id="266" name="TextBox 265">
                <a:extLst>
                  <a:ext uri="{FF2B5EF4-FFF2-40B4-BE49-F238E27FC236}">
                    <a16:creationId xmlns:a16="http://schemas.microsoft.com/office/drawing/2014/main" id="{96668278-375D-670D-9EE7-A22E0FD41532}"/>
                  </a:ext>
                </a:extLst>
              </p:cNvPr>
              <p:cNvSpPr txBox="1"/>
              <p:nvPr/>
            </p:nvSpPr>
            <p:spPr>
              <a:xfrm>
                <a:off x="4662305" y="6259238"/>
                <a:ext cx="226344" cy="184666"/>
              </a:xfrm>
              <a:prstGeom prst="rect">
                <a:avLst/>
              </a:prstGeom>
              <a:noFill/>
            </p:spPr>
            <p:txBody>
              <a:bodyPr wrap="none" rtlCol="0">
                <a:spAutoFit/>
              </a:bodyPr>
              <a:lstStyle/>
              <a:p>
                <a:r>
                  <a:rPr lang="en-IN" sz="600" dirty="0">
                    <a:solidFill>
                      <a:schemeClr val="accent4">
                        <a:lumMod val="40000"/>
                        <a:lumOff val="60000"/>
                      </a:schemeClr>
                    </a:solidFill>
                  </a:rPr>
                  <a:t>0</a:t>
                </a:r>
              </a:p>
            </p:txBody>
          </p:sp>
          <p:sp>
            <p:nvSpPr>
              <p:cNvPr id="268" name="TextBox 267">
                <a:extLst>
                  <a:ext uri="{FF2B5EF4-FFF2-40B4-BE49-F238E27FC236}">
                    <a16:creationId xmlns:a16="http://schemas.microsoft.com/office/drawing/2014/main" id="{5A85627F-290E-2871-25E3-64E699E8A978}"/>
                  </a:ext>
                </a:extLst>
              </p:cNvPr>
              <p:cNvSpPr txBox="1"/>
              <p:nvPr/>
            </p:nvSpPr>
            <p:spPr>
              <a:xfrm>
                <a:off x="5936889" y="6244072"/>
                <a:ext cx="268022" cy="184666"/>
              </a:xfrm>
              <a:prstGeom prst="rect">
                <a:avLst/>
              </a:prstGeom>
              <a:noFill/>
            </p:spPr>
            <p:txBody>
              <a:bodyPr wrap="none" rtlCol="0">
                <a:spAutoFit/>
              </a:bodyPr>
              <a:lstStyle/>
              <a:p>
                <a:r>
                  <a:rPr lang="en-IN" sz="600" dirty="0">
                    <a:solidFill>
                      <a:schemeClr val="accent4">
                        <a:lumMod val="40000"/>
                        <a:lumOff val="60000"/>
                      </a:schemeClr>
                    </a:solidFill>
                  </a:rPr>
                  <a:t>60</a:t>
                </a:r>
              </a:p>
            </p:txBody>
          </p:sp>
        </p:grpSp>
        <p:sp>
          <p:nvSpPr>
            <p:cNvPr id="271" name="TextBox 270">
              <a:extLst>
                <a:ext uri="{FF2B5EF4-FFF2-40B4-BE49-F238E27FC236}">
                  <a16:creationId xmlns:a16="http://schemas.microsoft.com/office/drawing/2014/main" id="{29C0C4A8-715D-11E7-69D8-A9E8CED1F908}"/>
                </a:ext>
              </a:extLst>
            </p:cNvPr>
            <p:cNvSpPr txBox="1"/>
            <p:nvPr/>
          </p:nvSpPr>
          <p:spPr>
            <a:xfrm>
              <a:off x="4756875" y="5816837"/>
              <a:ext cx="662425" cy="276999"/>
            </a:xfrm>
            <a:prstGeom prst="rect">
              <a:avLst/>
            </a:prstGeom>
            <a:noFill/>
          </p:spPr>
          <p:txBody>
            <a:bodyPr wrap="none" rtlCol="0">
              <a:spAutoFit/>
            </a:bodyPr>
            <a:lstStyle/>
            <a:p>
              <a:r>
                <a:rPr lang="en-IN" sz="1200" b="1" dirty="0">
                  <a:solidFill>
                    <a:srgbClr val="A02B93"/>
                  </a:solidFill>
                </a:rPr>
                <a:t>stance</a:t>
              </a:r>
              <a:endParaRPr lang="en-IN" b="1" dirty="0">
                <a:solidFill>
                  <a:srgbClr val="A02B93"/>
                </a:solidFill>
              </a:endParaRPr>
            </a:p>
          </p:txBody>
        </p:sp>
        <p:sp>
          <p:nvSpPr>
            <p:cNvPr id="273" name="TextBox 272">
              <a:extLst>
                <a:ext uri="{FF2B5EF4-FFF2-40B4-BE49-F238E27FC236}">
                  <a16:creationId xmlns:a16="http://schemas.microsoft.com/office/drawing/2014/main" id="{6B94E94C-8DAE-0E5D-EE73-1D1A2FDF68C7}"/>
                </a:ext>
              </a:extLst>
            </p:cNvPr>
            <p:cNvSpPr txBox="1"/>
            <p:nvPr/>
          </p:nvSpPr>
          <p:spPr>
            <a:xfrm>
              <a:off x="6183595" y="6302335"/>
              <a:ext cx="589200" cy="276999"/>
            </a:xfrm>
            <a:prstGeom prst="rect">
              <a:avLst/>
            </a:prstGeom>
            <a:noFill/>
          </p:spPr>
          <p:txBody>
            <a:bodyPr wrap="none" rtlCol="0">
              <a:spAutoFit/>
            </a:bodyPr>
            <a:lstStyle/>
            <a:p>
              <a:r>
                <a:rPr lang="en-IN" sz="1200" b="1" dirty="0">
                  <a:solidFill>
                    <a:srgbClr val="0070C0"/>
                  </a:solidFill>
                </a:rPr>
                <a:t>swing</a:t>
              </a:r>
              <a:endParaRPr lang="en-IN" b="1" dirty="0">
                <a:solidFill>
                  <a:srgbClr val="0070C0"/>
                </a:solidFill>
              </a:endParaRPr>
            </a:p>
          </p:txBody>
        </p:sp>
      </p:grpSp>
      <mc:AlternateContent xmlns:mc="http://schemas.openxmlformats.org/markup-compatibility/2006" xmlns:p14="http://schemas.microsoft.com/office/powerpoint/2010/main">
        <mc:Choice Requires="p14">
          <p:contentPart p14:bwMode="auto" r:id="rId34">
            <p14:nvContentPartPr>
              <p14:cNvPr id="54" name="Ink 53">
                <a:extLst>
                  <a:ext uri="{FF2B5EF4-FFF2-40B4-BE49-F238E27FC236}">
                    <a16:creationId xmlns:a16="http://schemas.microsoft.com/office/drawing/2014/main" id="{EDCB94DE-A2A4-1E24-F730-2CCE5A9F1CC2}"/>
                  </a:ext>
                </a:extLst>
              </p14:cNvPr>
              <p14:cNvContentPartPr/>
              <p14:nvPr/>
            </p14:nvContentPartPr>
            <p14:xfrm>
              <a:off x="9196984" y="5048887"/>
              <a:ext cx="360" cy="360"/>
            </p14:xfrm>
          </p:contentPart>
        </mc:Choice>
        <mc:Fallback xmlns="">
          <p:pic>
            <p:nvPicPr>
              <p:cNvPr id="54" name="Ink 53">
                <a:extLst>
                  <a:ext uri="{FF2B5EF4-FFF2-40B4-BE49-F238E27FC236}">
                    <a16:creationId xmlns:a16="http://schemas.microsoft.com/office/drawing/2014/main" id="{EDCB94DE-A2A4-1E24-F730-2CCE5A9F1CC2}"/>
                  </a:ext>
                </a:extLst>
              </p:cNvPr>
              <p:cNvPicPr/>
              <p:nvPr/>
            </p:nvPicPr>
            <p:blipFill>
              <a:blip r:embed="rId28"/>
              <a:stretch>
                <a:fillRect/>
              </a:stretch>
            </p:blipFill>
            <p:spPr>
              <a:xfrm>
                <a:off x="9160984" y="4976887"/>
                <a:ext cx="72000" cy="144000"/>
              </a:xfrm>
              <a:prstGeom prst="rect">
                <a:avLst/>
              </a:prstGeom>
            </p:spPr>
          </p:pic>
        </mc:Fallback>
      </mc:AlternateContent>
      <p:cxnSp>
        <p:nvCxnSpPr>
          <p:cNvPr id="80" name="Straight Arrow Connector 79">
            <a:extLst>
              <a:ext uri="{FF2B5EF4-FFF2-40B4-BE49-F238E27FC236}">
                <a16:creationId xmlns:a16="http://schemas.microsoft.com/office/drawing/2014/main" id="{E45ED2B2-1AA6-4C01-0F51-6EE35021612A}"/>
              </a:ext>
            </a:extLst>
          </p:cNvPr>
          <p:cNvCxnSpPr>
            <a:cxnSpLocks/>
          </p:cNvCxnSpPr>
          <p:nvPr/>
        </p:nvCxnSpPr>
        <p:spPr>
          <a:xfrm>
            <a:off x="11187035" y="3274328"/>
            <a:ext cx="1004965"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F01AAF44-A95C-C1DA-CEA7-C817B949B8A7}"/>
                  </a:ext>
                </a:extLst>
              </p:cNvPr>
              <p:cNvSpPr txBox="1"/>
              <p:nvPr/>
            </p:nvSpPr>
            <p:spPr>
              <a:xfrm>
                <a:off x="9494411" y="2656494"/>
                <a:ext cx="872803" cy="1432572"/>
              </a:xfrm>
              <a:prstGeom prst="rect">
                <a:avLst/>
              </a:prstGeom>
              <a:noFill/>
            </p:spPr>
            <p:txBody>
              <a:bodyPr wrap="none" rtlCol="0">
                <a:spAutoFit/>
              </a:bodyPr>
              <a:lstStyle/>
              <a:p>
                <a:pPr/>
                <a14:m>
                  <m:oMathPara xmlns:m="http://schemas.openxmlformats.org/officeDocument/2006/math">
                    <m:oMath>
                      <m:d>
                        <m:dPr>
                          <m:begChr m:val="["/>
                          <m:endChr m:val="]"/>
                          <m:ctrlPr>
                            <a:rPr lang="en-IN" i="1">
                              <a:solidFill>
                                <a:schemeClr val="bg2"/>
                              </a:solidFill>
                              <a:latin typeface="Cambria Math" panose="02040503050406030204" pitchFamily="18" charset="0"/>
                            </a:rPr>
                          </m:ctrlPr>
                        </m:dPr>
                        <m:e>
                          <m:m>
                            <m:mPr>
                              <m:mcs>
                                <m:mc>
                                  <m:mcPr>
                                    <m:count m:val="1"/>
                                    <m:mcJc m:val="center"/>
                                  </m:mcPr>
                                </m:mc>
                              </m:mcs>
                              <m:ctrlPr>
                                <a:rPr lang="en-IN" i="1">
                                  <a:solidFill>
                                    <a:schemeClr val="bg2"/>
                                  </a:solidFill>
                                  <a:latin typeface="Cambria Math" panose="02040503050406030204" pitchFamily="18" charset="0"/>
                                </a:rPr>
                              </m:ctrlPr>
                            </m:mPr>
                            <m:mr>
                              <m:e>
                                <m:sSubSup>
                                  <m:sSubSupPr>
                                    <m:ctrlPr>
                                      <a:rPr lang="en-IN" i="1">
                                        <a:solidFill>
                                          <a:schemeClr val="bg2"/>
                                        </a:solidFill>
                                        <a:latin typeface="Cambria Math" panose="02040503050406030204" pitchFamily="18" charset="0"/>
                                      </a:rPr>
                                    </m:ctrlPr>
                                  </m:sSubSupPr>
                                  <m:e>
                                    <m:r>
                                      <a:rPr lang="en-IN" i="1">
                                        <a:solidFill>
                                          <a:schemeClr val="bg2"/>
                                        </a:solidFill>
                                        <a:latin typeface="Cambria Math" panose="02040503050406030204" pitchFamily="18" charset="0"/>
                                      </a:rPr>
                                      <m:t>𝑎</m:t>
                                    </m:r>
                                  </m:e>
                                  <m:sub>
                                    <m:r>
                                      <a:rPr lang="en-IN" i="1">
                                        <a:solidFill>
                                          <a:schemeClr val="bg2"/>
                                        </a:solidFill>
                                        <a:latin typeface="Cambria Math" panose="02040503050406030204" pitchFamily="18" charset="0"/>
                                      </a:rPr>
                                      <m:t>𝑡</m:t>
                                    </m:r>
                                  </m:sub>
                                  <m:sup>
                                    <m:r>
                                      <a:rPr lang="en-IN" i="1">
                                        <a:solidFill>
                                          <a:schemeClr val="bg2"/>
                                        </a:solidFill>
                                        <a:latin typeface="Cambria Math" panose="02040503050406030204" pitchFamily="18" charset="0"/>
                                      </a:rPr>
                                      <m:t>(1)</m:t>
                                    </m:r>
                                  </m:sup>
                                </m:sSubSup>
                              </m:e>
                            </m:mr>
                            <m:mr>
                              <m:e>
                                <m:eqArr>
                                  <m:eqArrPr>
                                    <m:ctrlPr>
                                      <a:rPr lang="en-IN" i="1">
                                        <a:solidFill>
                                          <a:schemeClr val="bg2"/>
                                        </a:solidFill>
                                        <a:latin typeface="Cambria Math" panose="02040503050406030204" pitchFamily="18" charset="0"/>
                                      </a:rPr>
                                    </m:ctrlPr>
                                  </m:eqArrPr>
                                  <m:e>
                                    <m:sSubSup>
                                      <m:sSubSupPr>
                                        <m:ctrlPr>
                                          <a:rPr lang="en-IN" i="1">
                                            <a:solidFill>
                                              <a:schemeClr val="bg2"/>
                                            </a:solidFill>
                                            <a:latin typeface="Cambria Math" panose="02040503050406030204" pitchFamily="18" charset="0"/>
                                          </a:rPr>
                                        </m:ctrlPr>
                                      </m:sSubSupPr>
                                      <m:e>
                                        <m:r>
                                          <a:rPr lang="en-IN" i="1">
                                            <a:solidFill>
                                              <a:schemeClr val="bg2"/>
                                            </a:solidFill>
                                            <a:latin typeface="Cambria Math" panose="02040503050406030204" pitchFamily="18" charset="0"/>
                                          </a:rPr>
                                          <m:t>𝑎</m:t>
                                        </m:r>
                                      </m:e>
                                      <m:sub>
                                        <m:r>
                                          <a:rPr lang="en-IN" i="1">
                                            <a:solidFill>
                                              <a:schemeClr val="bg2"/>
                                            </a:solidFill>
                                            <a:latin typeface="Cambria Math" panose="02040503050406030204" pitchFamily="18" charset="0"/>
                                          </a:rPr>
                                          <m:t>𝑡</m:t>
                                        </m:r>
                                      </m:sub>
                                      <m:sup>
                                        <m:r>
                                          <a:rPr lang="en-IN" i="1">
                                            <a:solidFill>
                                              <a:schemeClr val="bg2"/>
                                            </a:solidFill>
                                            <a:latin typeface="Cambria Math" panose="02040503050406030204" pitchFamily="18" charset="0"/>
                                          </a:rPr>
                                          <m:t>(2)</m:t>
                                        </m:r>
                                      </m:sup>
                                    </m:sSubSup>
                                  </m:e>
                                  <m:e>
                                    <m:r>
                                      <a:rPr lang="en-IN" i="1">
                                        <a:solidFill>
                                          <a:schemeClr val="bg2"/>
                                        </a:solidFill>
                                        <a:latin typeface="Cambria Math" panose="02040503050406030204" pitchFamily="18" charset="0"/>
                                      </a:rPr>
                                      <m:t>⋮</m:t>
                                    </m:r>
                                  </m:e>
                                </m:eqArr>
                              </m:e>
                            </m:mr>
                            <m:mr>
                              <m:e>
                                <m:sSubSup>
                                  <m:sSubSupPr>
                                    <m:ctrlPr>
                                      <a:rPr lang="en-IN" i="1">
                                        <a:solidFill>
                                          <a:schemeClr val="bg2"/>
                                        </a:solidFill>
                                        <a:latin typeface="Cambria Math" panose="02040503050406030204" pitchFamily="18" charset="0"/>
                                      </a:rPr>
                                    </m:ctrlPr>
                                  </m:sSubSupPr>
                                  <m:e>
                                    <m:r>
                                      <a:rPr lang="en-IN" i="1">
                                        <a:solidFill>
                                          <a:schemeClr val="bg2"/>
                                        </a:solidFill>
                                        <a:latin typeface="Cambria Math" panose="02040503050406030204" pitchFamily="18" charset="0"/>
                                      </a:rPr>
                                      <m:t>𝑎</m:t>
                                    </m:r>
                                  </m:e>
                                  <m:sub>
                                    <m:r>
                                      <a:rPr lang="en-IN" i="1">
                                        <a:solidFill>
                                          <a:schemeClr val="bg2"/>
                                        </a:solidFill>
                                        <a:latin typeface="Cambria Math" panose="02040503050406030204" pitchFamily="18" charset="0"/>
                                      </a:rPr>
                                      <m:t>𝑡</m:t>
                                    </m:r>
                                  </m:sub>
                                  <m:sup>
                                    <m:r>
                                      <a:rPr lang="en-IN" i="1">
                                        <a:solidFill>
                                          <a:schemeClr val="bg2"/>
                                        </a:solidFill>
                                        <a:latin typeface="Cambria Math" panose="02040503050406030204" pitchFamily="18" charset="0"/>
                                      </a:rPr>
                                      <m:t>(11)</m:t>
                                    </m:r>
                                  </m:sup>
                                </m:sSubSup>
                              </m:e>
                            </m:mr>
                          </m:m>
                        </m:e>
                      </m:d>
                    </m:oMath>
                  </m:oMathPara>
                </a14:m>
                <a:endParaRPr lang="en-IN" dirty="0"/>
              </a:p>
            </p:txBody>
          </p:sp>
        </mc:Choice>
        <mc:Fallback xmlns="">
          <p:sp>
            <p:nvSpPr>
              <p:cNvPr id="87" name="TextBox 86">
                <a:extLst>
                  <a:ext uri="{FF2B5EF4-FFF2-40B4-BE49-F238E27FC236}">
                    <a16:creationId xmlns:a16="http://schemas.microsoft.com/office/drawing/2014/main" id="{F01AAF44-A95C-C1DA-CEA7-C817B949B8A7}"/>
                  </a:ext>
                </a:extLst>
              </p:cNvPr>
              <p:cNvSpPr txBox="1">
                <a:spLocks noRot="1" noChangeAspect="1" noMove="1" noResize="1" noEditPoints="1" noAdjustHandles="1" noChangeArrowheads="1" noChangeShapeType="1" noTextEdit="1"/>
              </p:cNvSpPr>
              <p:nvPr/>
            </p:nvSpPr>
            <p:spPr>
              <a:xfrm>
                <a:off x="9494411" y="2656494"/>
                <a:ext cx="872803" cy="1432572"/>
              </a:xfrm>
              <a:prstGeom prst="rect">
                <a:avLst/>
              </a:prstGeom>
              <a:blipFill>
                <a:blip r:embed="rId3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D4659057-5CAA-70B9-4043-4C2BDA46B285}"/>
                  </a:ext>
                </a:extLst>
              </p:cNvPr>
              <p:cNvSpPr txBox="1"/>
              <p:nvPr/>
            </p:nvSpPr>
            <p:spPr>
              <a:xfrm>
                <a:off x="10306600" y="3107880"/>
                <a:ext cx="190758" cy="276999"/>
              </a:xfrm>
              <a:prstGeom prst="rect">
                <a:avLst/>
              </a:prstGeom>
              <a:noFill/>
            </p:spPr>
            <p:txBody>
              <a:bodyPr wrap="none" lIns="0" tIns="0" rIns="0" bIns="0" rtlCol="0">
                <a:spAutoFit/>
              </a:bodyPr>
              <a:lstStyle/>
              <a:p>
                <a:pPr/>
                <a14:m>
                  <m:oMathPara xmlns:m="http://schemas.openxmlformats.org/officeDocument/2006/math">
                    <m:oMath>
                      <m:r>
                        <a:rPr lang="en-IN" i="1" smtClean="0">
                          <a:solidFill>
                            <a:schemeClr val="bg2"/>
                          </a:solidFill>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88" name="TextBox 87">
                <a:extLst>
                  <a:ext uri="{FF2B5EF4-FFF2-40B4-BE49-F238E27FC236}">
                    <a16:creationId xmlns:a16="http://schemas.microsoft.com/office/drawing/2014/main" id="{D4659057-5CAA-70B9-4043-4C2BDA46B285}"/>
                  </a:ext>
                </a:extLst>
              </p:cNvPr>
              <p:cNvSpPr txBox="1">
                <a:spLocks noRot="1" noChangeAspect="1" noMove="1" noResize="1" noEditPoints="1" noAdjustHandles="1" noChangeArrowheads="1" noChangeShapeType="1" noTextEdit="1"/>
              </p:cNvSpPr>
              <p:nvPr/>
            </p:nvSpPr>
            <p:spPr>
              <a:xfrm>
                <a:off x="10306600" y="3107880"/>
                <a:ext cx="190758" cy="276999"/>
              </a:xfrm>
              <a:prstGeom prst="rect">
                <a:avLst/>
              </a:prstGeom>
              <a:blipFill>
                <a:blip r:embed="rId36"/>
                <a:stretch>
                  <a:fillRect l="-25806" r="-25806" b="-222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28A73C81-1BF8-4056-831A-B02CF428513F}"/>
                  </a:ext>
                </a:extLst>
              </p:cNvPr>
              <p:cNvSpPr txBox="1"/>
              <p:nvPr/>
            </p:nvSpPr>
            <p:spPr>
              <a:xfrm>
                <a:off x="10426150" y="3078351"/>
                <a:ext cx="696024" cy="369332"/>
              </a:xfrm>
              <a:prstGeom prst="rect">
                <a:avLst/>
              </a:prstGeom>
              <a:noFill/>
            </p:spPr>
            <p:txBody>
              <a:bodyPr wrap="square" rtlCol="0">
                <a:spAutoFit/>
              </a:bodyPr>
              <a:lstStyle/>
              <a:p>
                <a:pPr/>
                <a14:m>
                  <m:oMathPara xmlns:m="http://schemas.openxmlformats.org/officeDocument/2006/math">
                    <m:oMath>
                      <m:r>
                        <a:rPr lang="en-IN" b="0" i="1" smtClean="0">
                          <a:solidFill>
                            <a:schemeClr val="bg2"/>
                          </a:solidFill>
                          <a:latin typeface="Cambria Math" panose="02040503050406030204" pitchFamily="18" charset="0"/>
                        </a:rPr>
                        <m:t>[0,1]</m:t>
                      </m:r>
                    </m:oMath>
                  </m:oMathPara>
                </a14:m>
                <a:endParaRPr lang="en-IN" dirty="0">
                  <a:solidFill>
                    <a:schemeClr val="bg2"/>
                  </a:solidFill>
                </a:endParaRPr>
              </a:p>
            </p:txBody>
          </p:sp>
        </mc:Choice>
        <mc:Fallback xmlns="">
          <p:sp>
            <p:nvSpPr>
              <p:cNvPr id="92" name="TextBox 91">
                <a:extLst>
                  <a:ext uri="{FF2B5EF4-FFF2-40B4-BE49-F238E27FC236}">
                    <a16:creationId xmlns:a16="http://schemas.microsoft.com/office/drawing/2014/main" id="{28A73C81-1BF8-4056-831A-B02CF428513F}"/>
                  </a:ext>
                </a:extLst>
              </p:cNvPr>
              <p:cNvSpPr txBox="1">
                <a:spLocks noRot="1" noChangeAspect="1" noMove="1" noResize="1" noEditPoints="1" noAdjustHandles="1" noChangeArrowheads="1" noChangeShapeType="1" noTextEdit="1"/>
              </p:cNvSpPr>
              <p:nvPr/>
            </p:nvSpPr>
            <p:spPr>
              <a:xfrm>
                <a:off x="10426150" y="3078351"/>
                <a:ext cx="696024" cy="369332"/>
              </a:xfrm>
              <a:prstGeom prst="rect">
                <a:avLst/>
              </a:prstGeom>
              <a:blipFill>
                <a:blip r:embed="rId37"/>
                <a:stretch>
                  <a:fillRect b="-1475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29F92866-38EC-4D0B-9986-16404212DF83}"/>
                  </a:ext>
                </a:extLst>
              </p:cNvPr>
              <p:cNvSpPr txBox="1"/>
              <p:nvPr/>
            </p:nvSpPr>
            <p:spPr>
              <a:xfrm>
                <a:off x="9006263" y="3047960"/>
                <a:ext cx="671274" cy="369332"/>
              </a:xfrm>
              <a:prstGeom prst="rect">
                <a:avLst/>
              </a:prstGeom>
              <a:noFill/>
            </p:spPr>
            <p:txBody>
              <a:bodyPr wrap="none" rtlCol="0">
                <a:spAutoFit/>
              </a:bodyPr>
              <a:lstStyle/>
              <a:p>
                <a:pPr/>
                <a14:m>
                  <m:oMathPara xmlns:m="http://schemas.openxmlformats.org/officeDocument/2006/math">
                    <m:oMath>
                      <m:sSub>
                        <m:sSubPr>
                          <m:ctrlPr>
                            <a:rPr lang="en-IN" b="1" i="0" smtClean="0">
                              <a:solidFill>
                                <a:schemeClr val="bg2"/>
                              </a:solidFill>
                              <a:latin typeface="Cambria Math" panose="02040503050406030204" pitchFamily="18" charset="0"/>
                            </a:rPr>
                          </m:ctrlPr>
                        </m:sSubPr>
                        <m:e>
                          <m:r>
                            <m:rPr>
                              <m:nor/>
                            </m:rPr>
                            <a:rPr lang="en-IN" b="1" i="0" smtClean="0">
                              <a:solidFill>
                                <a:schemeClr val="bg2"/>
                              </a:solidFill>
                              <a:latin typeface="Cambria Math" panose="02040503050406030204" pitchFamily="18" charset="0"/>
                            </a:rPr>
                            <m:t>a</m:t>
                          </m:r>
                        </m:e>
                        <m:sub>
                          <m:r>
                            <a:rPr lang="en-IN" b="0" i="1" smtClean="0">
                              <a:solidFill>
                                <a:schemeClr val="bg2"/>
                              </a:solidFill>
                              <a:latin typeface="Cambria Math" panose="02040503050406030204" pitchFamily="18" charset="0"/>
                            </a:rPr>
                            <m:t>𝑡</m:t>
                          </m:r>
                        </m:sub>
                      </m:sSub>
                      <m:r>
                        <a:rPr lang="en-IN" b="0" i="1" smtClean="0">
                          <a:solidFill>
                            <a:schemeClr val="bg2"/>
                          </a:solidFill>
                          <a:latin typeface="Cambria Math" panose="02040503050406030204" pitchFamily="18" charset="0"/>
                        </a:rPr>
                        <m:t>=</m:t>
                      </m:r>
                    </m:oMath>
                  </m:oMathPara>
                </a14:m>
                <a:endParaRPr lang="en-IN" dirty="0">
                  <a:solidFill>
                    <a:schemeClr val="bg2"/>
                  </a:solidFill>
                </a:endParaRPr>
              </a:p>
            </p:txBody>
          </p:sp>
        </mc:Choice>
        <mc:Fallback xmlns="">
          <p:sp>
            <p:nvSpPr>
              <p:cNvPr id="94" name="TextBox 93">
                <a:extLst>
                  <a:ext uri="{FF2B5EF4-FFF2-40B4-BE49-F238E27FC236}">
                    <a16:creationId xmlns:a16="http://schemas.microsoft.com/office/drawing/2014/main" id="{29F92866-38EC-4D0B-9986-16404212DF83}"/>
                  </a:ext>
                </a:extLst>
              </p:cNvPr>
              <p:cNvSpPr txBox="1">
                <a:spLocks noRot="1" noChangeAspect="1" noMove="1" noResize="1" noEditPoints="1" noAdjustHandles="1" noChangeArrowheads="1" noChangeShapeType="1" noTextEdit="1"/>
              </p:cNvSpPr>
              <p:nvPr/>
            </p:nvSpPr>
            <p:spPr>
              <a:xfrm>
                <a:off x="9006263" y="3047960"/>
                <a:ext cx="671274" cy="369332"/>
              </a:xfrm>
              <a:prstGeom prst="rect">
                <a:avLst/>
              </a:prstGeom>
              <a:blipFill>
                <a:blip r:embed="rId38"/>
                <a:stretch>
                  <a:fillRect/>
                </a:stretch>
              </a:blipFill>
            </p:spPr>
            <p:txBody>
              <a:bodyPr/>
              <a:lstStyle/>
              <a:p>
                <a:r>
                  <a:rPr lang="en-IN">
                    <a:noFill/>
                  </a:rPr>
                  <a:t> </a:t>
                </a:r>
              </a:p>
            </p:txBody>
          </p:sp>
        </mc:Fallback>
      </mc:AlternateContent>
      <p:grpSp>
        <p:nvGrpSpPr>
          <p:cNvPr id="133" name="Group 132">
            <a:extLst>
              <a:ext uri="{FF2B5EF4-FFF2-40B4-BE49-F238E27FC236}">
                <a16:creationId xmlns:a16="http://schemas.microsoft.com/office/drawing/2014/main" id="{9C6C005D-11D4-AFBA-40F2-92B2CDD56CBE}"/>
              </a:ext>
            </a:extLst>
          </p:cNvPr>
          <p:cNvGrpSpPr/>
          <p:nvPr/>
        </p:nvGrpSpPr>
        <p:grpSpPr>
          <a:xfrm>
            <a:off x="4223938" y="1943781"/>
            <a:ext cx="2801112" cy="4193499"/>
            <a:chOff x="4605969" y="1869539"/>
            <a:chExt cx="2801112" cy="4236720"/>
          </a:xfrm>
        </p:grpSpPr>
        <p:pic>
          <p:nvPicPr>
            <p:cNvPr id="75" name="Picture 74" descr="3D digital render of a walking male anatomy figure with muscles map  isolated on white background Stock Photo - Alamy">
              <a:extLst>
                <a:ext uri="{FF2B5EF4-FFF2-40B4-BE49-F238E27FC236}">
                  <a16:creationId xmlns:a16="http://schemas.microsoft.com/office/drawing/2014/main" id="{E79B93D1-8B4F-E587-B124-2BC2E9DEB1C8}"/>
                </a:ext>
              </a:extLst>
            </p:cNvPr>
            <p:cNvPicPr>
              <a:picLocks noChangeAspect="1"/>
            </p:cNvPicPr>
            <p:nvPr/>
          </p:nvPicPr>
          <p:blipFill>
            <a:blip r:embed="rId39">
              <a:extLst>
                <a:ext uri="{BEBA8EAE-BF5A-486C-A8C5-ECC9F3942E4B}">
                  <a14:imgProps xmlns:a14="http://schemas.microsoft.com/office/drawing/2010/main">
                    <a14:imgLayer r:embed="rId40">
                      <a14:imgEffect>
                        <a14:backgroundRemoval t="5540" b="90000" l="9793" r="89880">
                          <a14:foregroundMark x1="47769" y1="9928" x2="61045" y2="8777"/>
                          <a14:foregroundMark x1="49402" y1="5540" x2="60718" y2="5971"/>
                        </a14:backgroundRemoval>
                      </a14:imgEffect>
                      <a14:imgEffect>
                        <a14:brightnessContrast bright="20000" contrast="-20000"/>
                      </a14:imgEffect>
                    </a14:imgLayer>
                  </a14:imgProps>
                </a:ext>
              </a:extLst>
            </a:blip>
            <a:stretch>
              <a:fillRect/>
            </a:stretch>
          </p:blipFill>
          <p:spPr>
            <a:xfrm>
              <a:off x="4605969" y="1869539"/>
              <a:ext cx="2801112" cy="4236720"/>
            </a:xfrm>
            <a:prstGeom prst="rect">
              <a:avLst/>
            </a:prstGeom>
          </p:spPr>
        </p:pic>
        <mc:AlternateContent xmlns:mc="http://schemas.openxmlformats.org/markup-compatibility/2006" xmlns:p14="http://schemas.microsoft.com/office/powerpoint/2010/main">
          <mc:Choice Requires="p14">
            <p:contentPart p14:bwMode="auto" r:id="rId41">
              <p14:nvContentPartPr>
                <p14:cNvPr id="127" name="Ink 126">
                  <a:extLst>
                    <a:ext uri="{FF2B5EF4-FFF2-40B4-BE49-F238E27FC236}">
                      <a16:creationId xmlns:a16="http://schemas.microsoft.com/office/drawing/2014/main" id="{CE974B5B-2A6D-1CA1-1662-48C3E7D3EDD4}"/>
                    </a:ext>
                  </a:extLst>
                </p14:cNvPr>
                <p14:cNvContentPartPr/>
                <p14:nvPr/>
              </p14:nvContentPartPr>
              <p14:xfrm>
                <a:off x="5996805" y="3985035"/>
                <a:ext cx="165600" cy="434520"/>
              </p14:xfrm>
            </p:contentPart>
          </mc:Choice>
          <mc:Fallback xmlns="">
            <p:pic>
              <p:nvPicPr>
                <p:cNvPr id="127" name="Ink 126">
                  <a:extLst>
                    <a:ext uri="{FF2B5EF4-FFF2-40B4-BE49-F238E27FC236}">
                      <a16:creationId xmlns:a16="http://schemas.microsoft.com/office/drawing/2014/main" id="{CE974B5B-2A6D-1CA1-1662-48C3E7D3EDD4}"/>
                    </a:ext>
                  </a:extLst>
                </p:cNvPr>
                <p:cNvPicPr/>
                <p:nvPr/>
              </p:nvPicPr>
              <p:blipFill>
                <a:blip r:embed="rId42"/>
                <a:stretch>
                  <a:fillRect/>
                </a:stretch>
              </p:blipFill>
              <p:spPr>
                <a:xfrm>
                  <a:off x="5942805" y="3875859"/>
                  <a:ext cx="273240" cy="652508"/>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28" name="Ink 127">
                  <a:extLst>
                    <a:ext uri="{FF2B5EF4-FFF2-40B4-BE49-F238E27FC236}">
                      <a16:creationId xmlns:a16="http://schemas.microsoft.com/office/drawing/2014/main" id="{B752838F-43BE-E975-6CE3-74A1E4524EED}"/>
                    </a:ext>
                  </a:extLst>
                </p14:cNvPr>
                <p14:cNvContentPartPr/>
                <p14:nvPr/>
              </p14:nvContentPartPr>
              <p14:xfrm>
                <a:off x="5704500" y="4706140"/>
                <a:ext cx="156240" cy="155880"/>
              </p14:xfrm>
            </p:contentPart>
          </mc:Choice>
          <mc:Fallback xmlns="">
            <p:pic>
              <p:nvPicPr>
                <p:cNvPr id="128" name="Ink 127">
                  <a:extLst>
                    <a:ext uri="{FF2B5EF4-FFF2-40B4-BE49-F238E27FC236}">
                      <a16:creationId xmlns:a16="http://schemas.microsoft.com/office/drawing/2014/main" id="{B752838F-43BE-E975-6CE3-74A1E4524EED}"/>
                    </a:ext>
                  </a:extLst>
                </p:cNvPr>
                <p:cNvPicPr/>
                <p:nvPr/>
              </p:nvPicPr>
              <p:blipFill>
                <a:blip r:embed="rId44"/>
                <a:stretch>
                  <a:fillRect/>
                </a:stretch>
              </p:blipFill>
              <p:spPr>
                <a:xfrm>
                  <a:off x="5650375" y="4597133"/>
                  <a:ext cx="264129" cy="373531"/>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29" name="Ink 128">
                  <a:extLst>
                    <a:ext uri="{FF2B5EF4-FFF2-40B4-BE49-F238E27FC236}">
                      <a16:creationId xmlns:a16="http://schemas.microsoft.com/office/drawing/2014/main" id="{EF4E9919-A908-55B2-374B-FE87FA778595}"/>
                    </a:ext>
                  </a:extLst>
                </p14:cNvPr>
                <p14:cNvContentPartPr/>
                <p14:nvPr/>
              </p14:nvContentPartPr>
              <p14:xfrm>
                <a:off x="6058740" y="4833820"/>
                <a:ext cx="147240" cy="281160"/>
              </p14:xfrm>
            </p:contentPart>
          </mc:Choice>
          <mc:Fallback xmlns="">
            <p:pic>
              <p:nvPicPr>
                <p:cNvPr id="129" name="Ink 128">
                  <a:extLst>
                    <a:ext uri="{FF2B5EF4-FFF2-40B4-BE49-F238E27FC236}">
                      <a16:creationId xmlns:a16="http://schemas.microsoft.com/office/drawing/2014/main" id="{EF4E9919-A908-55B2-374B-FE87FA778595}"/>
                    </a:ext>
                  </a:extLst>
                </p:cNvPr>
                <p:cNvPicPr/>
                <p:nvPr/>
              </p:nvPicPr>
              <p:blipFill>
                <a:blip r:embed="rId46"/>
                <a:stretch>
                  <a:fillRect/>
                </a:stretch>
              </p:blipFill>
              <p:spPr>
                <a:xfrm>
                  <a:off x="6004740" y="4724702"/>
                  <a:ext cx="254880" cy="499032"/>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30" name="Ink 129">
                  <a:extLst>
                    <a:ext uri="{FF2B5EF4-FFF2-40B4-BE49-F238E27FC236}">
                      <a16:creationId xmlns:a16="http://schemas.microsoft.com/office/drawing/2014/main" id="{15C45FB8-73BD-9AFA-458F-6025959E7E64}"/>
                    </a:ext>
                  </a:extLst>
                </p14:cNvPr>
                <p14:cNvContentPartPr/>
                <p14:nvPr/>
              </p14:nvContentPartPr>
              <p14:xfrm>
                <a:off x="5474064" y="2742720"/>
                <a:ext cx="203040" cy="250560"/>
              </p14:xfrm>
            </p:contentPart>
          </mc:Choice>
          <mc:Fallback xmlns="">
            <p:pic>
              <p:nvPicPr>
                <p:cNvPr id="130" name="Ink 129">
                  <a:extLst>
                    <a:ext uri="{FF2B5EF4-FFF2-40B4-BE49-F238E27FC236}">
                      <a16:creationId xmlns:a16="http://schemas.microsoft.com/office/drawing/2014/main" id="{15C45FB8-73BD-9AFA-458F-6025959E7E64}"/>
                    </a:ext>
                  </a:extLst>
                </p:cNvPr>
                <p:cNvPicPr/>
                <p:nvPr/>
              </p:nvPicPr>
              <p:blipFill>
                <a:blip r:embed="rId48"/>
                <a:stretch>
                  <a:fillRect/>
                </a:stretch>
              </p:blipFill>
              <p:spPr>
                <a:xfrm>
                  <a:off x="5420064" y="2633781"/>
                  <a:ext cx="310680" cy="468075"/>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34" name="Ink 133">
                  <a:extLst>
                    <a:ext uri="{FF2B5EF4-FFF2-40B4-BE49-F238E27FC236}">
                      <a16:creationId xmlns:a16="http://schemas.microsoft.com/office/drawing/2014/main" id="{323406D7-DDFD-DDDA-2410-412507C8689D}"/>
                    </a:ext>
                  </a:extLst>
                </p14:cNvPr>
                <p14:cNvContentPartPr/>
                <p14:nvPr/>
              </p14:nvContentPartPr>
              <p14:xfrm rot="142461">
                <a:off x="6325437" y="5537807"/>
                <a:ext cx="262886" cy="157226"/>
              </p14:xfrm>
            </p:contentPart>
          </mc:Choice>
          <mc:Fallback xmlns="">
            <p:pic>
              <p:nvPicPr>
                <p:cNvPr id="134" name="Ink 133">
                  <a:extLst>
                    <a:ext uri="{FF2B5EF4-FFF2-40B4-BE49-F238E27FC236}">
                      <a16:creationId xmlns:a16="http://schemas.microsoft.com/office/drawing/2014/main" id="{323406D7-DDFD-DDDA-2410-412507C8689D}"/>
                    </a:ext>
                  </a:extLst>
                </p:cNvPr>
                <p:cNvPicPr/>
                <p:nvPr/>
              </p:nvPicPr>
              <p:blipFill>
                <a:blip r:embed="rId50"/>
                <a:stretch>
                  <a:fillRect/>
                </a:stretch>
              </p:blipFill>
              <p:spPr>
                <a:xfrm rot="142461">
                  <a:off x="6307431" y="5501412"/>
                  <a:ext cx="298538" cy="229652"/>
                </a:xfrm>
                <a:prstGeom prst="rect">
                  <a:avLst/>
                </a:prstGeom>
              </p:spPr>
            </p:pic>
          </mc:Fallback>
        </mc:AlternateContent>
        <p:grpSp>
          <p:nvGrpSpPr>
            <p:cNvPr id="141" name="Group 140">
              <a:extLst>
                <a:ext uri="{FF2B5EF4-FFF2-40B4-BE49-F238E27FC236}">
                  <a16:creationId xmlns:a16="http://schemas.microsoft.com/office/drawing/2014/main" id="{D4205BD0-67B8-16CC-FA4B-EE33A9BC0D85}"/>
                </a:ext>
              </a:extLst>
            </p:cNvPr>
            <p:cNvGrpSpPr/>
            <p:nvPr/>
          </p:nvGrpSpPr>
          <p:grpSpPr>
            <a:xfrm>
              <a:off x="5755520" y="3590300"/>
              <a:ext cx="16560" cy="32040"/>
              <a:chOff x="5755520" y="3590300"/>
              <a:chExt cx="16560" cy="32040"/>
            </a:xfrm>
          </p:grpSpPr>
          <mc:AlternateContent xmlns:mc="http://schemas.openxmlformats.org/markup-compatibility/2006" xmlns:p14="http://schemas.microsoft.com/office/powerpoint/2010/main">
            <mc:Choice Requires="p14">
              <p:contentPart p14:bwMode="auto" r:id="rId51">
                <p14:nvContentPartPr>
                  <p14:cNvPr id="139" name="Ink 138">
                    <a:extLst>
                      <a:ext uri="{FF2B5EF4-FFF2-40B4-BE49-F238E27FC236}">
                        <a16:creationId xmlns:a16="http://schemas.microsoft.com/office/drawing/2014/main" id="{6F15240E-0D3C-29EE-06B0-D6A2462D6DD0}"/>
                      </a:ext>
                    </a:extLst>
                  </p14:cNvPr>
                  <p14:cNvContentPartPr/>
                  <p14:nvPr/>
                </p14:nvContentPartPr>
                <p14:xfrm>
                  <a:off x="5755520" y="3606500"/>
                  <a:ext cx="360" cy="360"/>
                </p14:xfrm>
              </p:contentPart>
            </mc:Choice>
            <mc:Fallback xmlns="">
              <p:pic>
                <p:nvPicPr>
                  <p:cNvPr id="139" name="Ink 138">
                    <a:extLst>
                      <a:ext uri="{FF2B5EF4-FFF2-40B4-BE49-F238E27FC236}">
                        <a16:creationId xmlns:a16="http://schemas.microsoft.com/office/drawing/2014/main" id="{6F15240E-0D3C-29EE-06B0-D6A2462D6DD0}"/>
                      </a:ext>
                    </a:extLst>
                  </p:cNvPr>
                  <p:cNvPicPr/>
                  <p:nvPr/>
                </p:nvPicPr>
                <p:blipFill>
                  <a:blip r:embed="rId52"/>
                  <a:stretch>
                    <a:fillRect/>
                  </a:stretch>
                </p:blipFill>
                <p:spPr>
                  <a:xfrm>
                    <a:off x="5737520" y="358886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40" name="Ink 139">
                    <a:extLst>
                      <a:ext uri="{FF2B5EF4-FFF2-40B4-BE49-F238E27FC236}">
                        <a16:creationId xmlns:a16="http://schemas.microsoft.com/office/drawing/2014/main" id="{361A8D0F-7E14-FB3C-0DAB-B5EABA46CDE5}"/>
                      </a:ext>
                    </a:extLst>
                  </p14:cNvPr>
                  <p14:cNvContentPartPr/>
                  <p14:nvPr/>
                </p14:nvContentPartPr>
                <p14:xfrm>
                  <a:off x="5755520" y="3590300"/>
                  <a:ext cx="16560" cy="32040"/>
                </p14:xfrm>
              </p:contentPart>
            </mc:Choice>
            <mc:Fallback xmlns="">
              <p:pic>
                <p:nvPicPr>
                  <p:cNvPr id="140" name="Ink 139">
                    <a:extLst>
                      <a:ext uri="{FF2B5EF4-FFF2-40B4-BE49-F238E27FC236}">
                        <a16:creationId xmlns:a16="http://schemas.microsoft.com/office/drawing/2014/main" id="{361A8D0F-7E14-FB3C-0DAB-B5EABA46CDE5}"/>
                      </a:ext>
                    </a:extLst>
                  </p:cNvPr>
                  <p:cNvPicPr/>
                  <p:nvPr/>
                </p:nvPicPr>
                <p:blipFill>
                  <a:blip r:embed="rId54"/>
                  <a:stretch>
                    <a:fillRect/>
                  </a:stretch>
                </p:blipFill>
                <p:spPr>
                  <a:xfrm>
                    <a:off x="5737520" y="3572095"/>
                    <a:ext cx="52200" cy="68085"/>
                  </a:xfrm>
                  <a:prstGeom prst="rect">
                    <a:avLst/>
                  </a:prstGeom>
                </p:spPr>
              </p:pic>
            </mc:Fallback>
          </mc:AlternateContent>
        </p:grpSp>
        <p:grpSp>
          <p:nvGrpSpPr>
            <p:cNvPr id="146" name="Group 145">
              <a:extLst>
                <a:ext uri="{FF2B5EF4-FFF2-40B4-BE49-F238E27FC236}">
                  <a16:creationId xmlns:a16="http://schemas.microsoft.com/office/drawing/2014/main" id="{123DCDB0-FD99-E810-0725-4C015A9296F1}"/>
                </a:ext>
              </a:extLst>
            </p:cNvPr>
            <p:cNvGrpSpPr/>
            <p:nvPr/>
          </p:nvGrpSpPr>
          <p:grpSpPr>
            <a:xfrm>
              <a:off x="5834072" y="4092157"/>
              <a:ext cx="16560" cy="32040"/>
              <a:chOff x="5755520" y="3590300"/>
              <a:chExt cx="16560" cy="32040"/>
            </a:xfrm>
          </p:grpSpPr>
          <mc:AlternateContent xmlns:mc="http://schemas.openxmlformats.org/markup-compatibility/2006" xmlns:p14="http://schemas.microsoft.com/office/powerpoint/2010/main">
            <mc:Choice Requires="p14">
              <p:contentPart p14:bwMode="auto" r:id="rId55">
                <p14:nvContentPartPr>
                  <p14:cNvPr id="147" name="Ink 146">
                    <a:extLst>
                      <a:ext uri="{FF2B5EF4-FFF2-40B4-BE49-F238E27FC236}">
                        <a16:creationId xmlns:a16="http://schemas.microsoft.com/office/drawing/2014/main" id="{CD97EB49-A30C-A6BB-61B4-142D12ECB532}"/>
                      </a:ext>
                    </a:extLst>
                  </p14:cNvPr>
                  <p14:cNvContentPartPr/>
                  <p14:nvPr/>
                </p14:nvContentPartPr>
                <p14:xfrm>
                  <a:off x="5755520" y="3606500"/>
                  <a:ext cx="360" cy="360"/>
                </p14:xfrm>
              </p:contentPart>
            </mc:Choice>
            <mc:Fallback xmlns="">
              <p:pic>
                <p:nvPicPr>
                  <p:cNvPr id="147" name="Ink 146">
                    <a:extLst>
                      <a:ext uri="{FF2B5EF4-FFF2-40B4-BE49-F238E27FC236}">
                        <a16:creationId xmlns:a16="http://schemas.microsoft.com/office/drawing/2014/main" id="{CD97EB49-A30C-A6BB-61B4-142D12ECB532}"/>
                      </a:ext>
                    </a:extLst>
                  </p:cNvPr>
                  <p:cNvPicPr/>
                  <p:nvPr/>
                </p:nvPicPr>
                <p:blipFill>
                  <a:blip r:embed="rId52"/>
                  <a:stretch>
                    <a:fillRect/>
                  </a:stretch>
                </p:blipFill>
                <p:spPr>
                  <a:xfrm>
                    <a:off x="5737520" y="358886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48" name="Ink 147">
                    <a:extLst>
                      <a:ext uri="{FF2B5EF4-FFF2-40B4-BE49-F238E27FC236}">
                        <a16:creationId xmlns:a16="http://schemas.microsoft.com/office/drawing/2014/main" id="{89C4FC5D-A888-0692-B10B-04CA9A771305}"/>
                      </a:ext>
                    </a:extLst>
                  </p14:cNvPr>
                  <p14:cNvContentPartPr/>
                  <p14:nvPr/>
                </p14:nvContentPartPr>
                <p14:xfrm>
                  <a:off x="5755520" y="3590300"/>
                  <a:ext cx="16560" cy="32040"/>
                </p14:xfrm>
              </p:contentPart>
            </mc:Choice>
            <mc:Fallback xmlns="">
              <p:pic>
                <p:nvPicPr>
                  <p:cNvPr id="148" name="Ink 147">
                    <a:extLst>
                      <a:ext uri="{FF2B5EF4-FFF2-40B4-BE49-F238E27FC236}">
                        <a16:creationId xmlns:a16="http://schemas.microsoft.com/office/drawing/2014/main" id="{89C4FC5D-A888-0692-B10B-04CA9A771305}"/>
                      </a:ext>
                    </a:extLst>
                  </p:cNvPr>
                  <p:cNvPicPr/>
                  <p:nvPr/>
                </p:nvPicPr>
                <p:blipFill>
                  <a:blip r:embed="rId54"/>
                  <a:stretch>
                    <a:fillRect/>
                  </a:stretch>
                </p:blipFill>
                <p:spPr>
                  <a:xfrm>
                    <a:off x="5737520" y="3572095"/>
                    <a:ext cx="52200" cy="68085"/>
                  </a:xfrm>
                  <a:prstGeom prst="rect">
                    <a:avLst/>
                  </a:prstGeom>
                </p:spPr>
              </p:pic>
            </mc:Fallback>
          </mc:AlternateContent>
        </p:grpSp>
        <p:grpSp>
          <p:nvGrpSpPr>
            <p:cNvPr id="149" name="Group 148">
              <a:extLst>
                <a:ext uri="{FF2B5EF4-FFF2-40B4-BE49-F238E27FC236}">
                  <a16:creationId xmlns:a16="http://schemas.microsoft.com/office/drawing/2014/main" id="{93CF3F71-1543-00A8-00F5-D58655C71F84}"/>
                </a:ext>
              </a:extLst>
            </p:cNvPr>
            <p:cNvGrpSpPr/>
            <p:nvPr/>
          </p:nvGrpSpPr>
          <p:grpSpPr>
            <a:xfrm>
              <a:off x="6011306" y="4940556"/>
              <a:ext cx="16560" cy="32040"/>
              <a:chOff x="5755520" y="3590300"/>
              <a:chExt cx="16560" cy="32040"/>
            </a:xfrm>
          </p:grpSpPr>
          <mc:AlternateContent xmlns:mc="http://schemas.openxmlformats.org/markup-compatibility/2006" xmlns:p14="http://schemas.microsoft.com/office/powerpoint/2010/main">
            <mc:Choice Requires="p14">
              <p:contentPart p14:bwMode="auto" r:id="rId57">
                <p14:nvContentPartPr>
                  <p14:cNvPr id="150" name="Ink 149">
                    <a:extLst>
                      <a:ext uri="{FF2B5EF4-FFF2-40B4-BE49-F238E27FC236}">
                        <a16:creationId xmlns:a16="http://schemas.microsoft.com/office/drawing/2014/main" id="{67D573BD-666F-5D98-FA36-95676F76BBC2}"/>
                      </a:ext>
                    </a:extLst>
                  </p14:cNvPr>
                  <p14:cNvContentPartPr/>
                  <p14:nvPr/>
                </p14:nvContentPartPr>
                <p14:xfrm>
                  <a:off x="5755520" y="3606500"/>
                  <a:ext cx="360" cy="360"/>
                </p14:xfrm>
              </p:contentPart>
            </mc:Choice>
            <mc:Fallback xmlns="">
              <p:pic>
                <p:nvPicPr>
                  <p:cNvPr id="150" name="Ink 149">
                    <a:extLst>
                      <a:ext uri="{FF2B5EF4-FFF2-40B4-BE49-F238E27FC236}">
                        <a16:creationId xmlns:a16="http://schemas.microsoft.com/office/drawing/2014/main" id="{67D573BD-666F-5D98-FA36-95676F76BBC2}"/>
                      </a:ext>
                    </a:extLst>
                  </p:cNvPr>
                  <p:cNvPicPr/>
                  <p:nvPr/>
                </p:nvPicPr>
                <p:blipFill>
                  <a:blip r:embed="rId52"/>
                  <a:stretch>
                    <a:fillRect/>
                  </a:stretch>
                </p:blipFill>
                <p:spPr>
                  <a:xfrm>
                    <a:off x="5737520" y="358886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51" name="Ink 150">
                    <a:extLst>
                      <a:ext uri="{FF2B5EF4-FFF2-40B4-BE49-F238E27FC236}">
                        <a16:creationId xmlns:a16="http://schemas.microsoft.com/office/drawing/2014/main" id="{58680A4B-B5CE-7E2D-6824-02D29DE67415}"/>
                      </a:ext>
                    </a:extLst>
                  </p14:cNvPr>
                  <p14:cNvContentPartPr/>
                  <p14:nvPr/>
                </p14:nvContentPartPr>
                <p14:xfrm>
                  <a:off x="5755520" y="3590300"/>
                  <a:ext cx="16560" cy="32040"/>
                </p14:xfrm>
              </p:contentPart>
            </mc:Choice>
            <mc:Fallback xmlns="">
              <p:pic>
                <p:nvPicPr>
                  <p:cNvPr id="151" name="Ink 150">
                    <a:extLst>
                      <a:ext uri="{FF2B5EF4-FFF2-40B4-BE49-F238E27FC236}">
                        <a16:creationId xmlns:a16="http://schemas.microsoft.com/office/drawing/2014/main" id="{58680A4B-B5CE-7E2D-6824-02D29DE67415}"/>
                      </a:ext>
                    </a:extLst>
                  </p:cNvPr>
                  <p:cNvPicPr/>
                  <p:nvPr/>
                </p:nvPicPr>
                <p:blipFill>
                  <a:blip r:embed="rId54"/>
                  <a:stretch>
                    <a:fillRect/>
                  </a:stretch>
                </p:blipFill>
                <p:spPr>
                  <a:xfrm>
                    <a:off x="5737520" y="3572095"/>
                    <a:ext cx="52200" cy="68085"/>
                  </a:xfrm>
                  <a:prstGeom prst="rect">
                    <a:avLst/>
                  </a:prstGeom>
                </p:spPr>
              </p:pic>
            </mc:Fallback>
          </mc:AlternateContent>
        </p:grpSp>
        <p:grpSp>
          <p:nvGrpSpPr>
            <p:cNvPr id="152" name="Group 151">
              <a:extLst>
                <a:ext uri="{FF2B5EF4-FFF2-40B4-BE49-F238E27FC236}">
                  <a16:creationId xmlns:a16="http://schemas.microsoft.com/office/drawing/2014/main" id="{FE5328B6-B55A-9D56-4487-0361356BA3FA}"/>
                </a:ext>
              </a:extLst>
            </p:cNvPr>
            <p:cNvGrpSpPr/>
            <p:nvPr/>
          </p:nvGrpSpPr>
          <p:grpSpPr>
            <a:xfrm>
              <a:off x="6213295" y="4448820"/>
              <a:ext cx="16560" cy="32040"/>
              <a:chOff x="5755520" y="3590300"/>
              <a:chExt cx="16560" cy="32040"/>
            </a:xfrm>
          </p:grpSpPr>
          <mc:AlternateContent xmlns:mc="http://schemas.openxmlformats.org/markup-compatibility/2006" xmlns:p14="http://schemas.microsoft.com/office/powerpoint/2010/main">
            <mc:Choice Requires="p14">
              <p:contentPart p14:bwMode="auto" r:id="rId59">
                <p14:nvContentPartPr>
                  <p14:cNvPr id="153" name="Ink 152">
                    <a:extLst>
                      <a:ext uri="{FF2B5EF4-FFF2-40B4-BE49-F238E27FC236}">
                        <a16:creationId xmlns:a16="http://schemas.microsoft.com/office/drawing/2014/main" id="{0CBCAACE-9A51-96E6-E757-923CFDE5F410}"/>
                      </a:ext>
                    </a:extLst>
                  </p14:cNvPr>
                  <p14:cNvContentPartPr/>
                  <p14:nvPr/>
                </p14:nvContentPartPr>
                <p14:xfrm>
                  <a:off x="5755520" y="3606500"/>
                  <a:ext cx="360" cy="360"/>
                </p14:xfrm>
              </p:contentPart>
            </mc:Choice>
            <mc:Fallback xmlns="">
              <p:pic>
                <p:nvPicPr>
                  <p:cNvPr id="153" name="Ink 152">
                    <a:extLst>
                      <a:ext uri="{FF2B5EF4-FFF2-40B4-BE49-F238E27FC236}">
                        <a16:creationId xmlns:a16="http://schemas.microsoft.com/office/drawing/2014/main" id="{0CBCAACE-9A51-96E6-E757-923CFDE5F410}"/>
                      </a:ext>
                    </a:extLst>
                  </p:cNvPr>
                  <p:cNvPicPr/>
                  <p:nvPr/>
                </p:nvPicPr>
                <p:blipFill>
                  <a:blip r:embed="rId52"/>
                  <a:stretch>
                    <a:fillRect/>
                  </a:stretch>
                </p:blipFill>
                <p:spPr>
                  <a:xfrm>
                    <a:off x="5737520" y="358886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54" name="Ink 153">
                    <a:extLst>
                      <a:ext uri="{FF2B5EF4-FFF2-40B4-BE49-F238E27FC236}">
                        <a16:creationId xmlns:a16="http://schemas.microsoft.com/office/drawing/2014/main" id="{A8C7DFFA-476D-C3DB-24FB-A566845437AA}"/>
                      </a:ext>
                    </a:extLst>
                  </p14:cNvPr>
                  <p14:cNvContentPartPr/>
                  <p14:nvPr/>
                </p14:nvContentPartPr>
                <p14:xfrm>
                  <a:off x="5755520" y="3590300"/>
                  <a:ext cx="16560" cy="32040"/>
                </p14:xfrm>
              </p:contentPart>
            </mc:Choice>
            <mc:Fallback xmlns="">
              <p:pic>
                <p:nvPicPr>
                  <p:cNvPr id="154" name="Ink 153">
                    <a:extLst>
                      <a:ext uri="{FF2B5EF4-FFF2-40B4-BE49-F238E27FC236}">
                        <a16:creationId xmlns:a16="http://schemas.microsoft.com/office/drawing/2014/main" id="{A8C7DFFA-476D-C3DB-24FB-A566845437AA}"/>
                      </a:ext>
                    </a:extLst>
                  </p:cNvPr>
                  <p:cNvPicPr/>
                  <p:nvPr/>
                </p:nvPicPr>
                <p:blipFill>
                  <a:blip r:embed="rId54"/>
                  <a:stretch>
                    <a:fillRect/>
                  </a:stretch>
                </p:blipFill>
                <p:spPr>
                  <a:xfrm>
                    <a:off x="5737520" y="3572095"/>
                    <a:ext cx="52200" cy="68085"/>
                  </a:xfrm>
                  <a:prstGeom prst="rect">
                    <a:avLst/>
                  </a:prstGeom>
                </p:spPr>
              </p:pic>
            </mc:Fallback>
          </mc:AlternateContent>
        </p:grpSp>
        <p:grpSp>
          <p:nvGrpSpPr>
            <p:cNvPr id="155" name="Group 154">
              <a:extLst>
                <a:ext uri="{FF2B5EF4-FFF2-40B4-BE49-F238E27FC236}">
                  <a16:creationId xmlns:a16="http://schemas.microsoft.com/office/drawing/2014/main" id="{FA5F58C5-E7EB-7156-0835-6944291B42C8}"/>
                </a:ext>
              </a:extLst>
            </p:cNvPr>
            <p:cNvGrpSpPr/>
            <p:nvPr/>
          </p:nvGrpSpPr>
          <p:grpSpPr>
            <a:xfrm>
              <a:off x="6238809" y="4584696"/>
              <a:ext cx="16560" cy="32040"/>
              <a:chOff x="5755520" y="3590300"/>
              <a:chExt cx="16560" cy="32040"/>
            </a:xfrm>
          </p:grpSpPr>
          <mc:AlternateContent xmlns:mc="http://schemas.openxmlformats.org/markup-compatibility/2006" xmlns:p14="http://schemas.microsoft.com/office/powerpoint/2010/main">
            <mc:Choice Requires="p14">
              <p:contentPart p14:bwMode="auto" r:id="rId61">
                <p14:nvContentPartPr>
                  <p14:cNvPr id="156" name="Ink 155">
                    <a:extLst>
                      <a:ext uri="{FF2B5EF4-FFF2-40B4-BE49-F238E27FC236}">
                        <a16:creationId xmlns:a16="http://schemas.microsoft.com/office/drawing/2014/main" id="{E3F5BD16-187F-2C76-1AF1-BEE6A3E6FCBB}"/>
                      </a:ext>
                    </a:extLst>
                  </p14:cNvPr>
                  <p14:cNvContentPartPr/>
                  <p14:nvPr/>
                </p14:nvContentPartPr>
                <p14:xfrm>
                  <a:off x="5755520" y="3606500"/>
                  <a:ext cx="360" cy="360"/>
                </p14:xfrm>
              </p:contentPart>
            </mc:Choice>
            <mc:Fallback xmlns="">
              <p:pic>
                <p:nvPicPr>
                  <p:cNvPr id="156" name="Ink 155">
                    <a:extLst>
                      <a:ext uri="{FF2B5EF4-FFF2-40B4-BE49-F238E27FC236}">
                        <a16:creationId xmlns:a16="http://schemas.microsoft.com/office/drawing/2014/main" id="{E3F5BD16-187F-2C76-1AF1-BEE6A3E6FCBB}"/>
                      </a:ext>
                    </a:extLst>
                  </p:cNvPr>
                  <p:cNvPicPr/>
                  <p:nvPr/>
                </p:nvPicPr>
                <p:blipFill>
                  <a:blip r:embed="rId52"/>
                  <a:stretch>
                    <a:fillRect/>
                  </a:stretch>
                </p:blipFill>
                <p:spPr>
                  <a:xfrm>
                    <a:off x="5737520" y="358886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57" name="Ink 156">
                    <a:extLst>
                      <a:ext uri="{FF2B5EF4-FFF2-40B4-BE49-F238E27FC236}">
                        <a16:creationId xmlns:a16="http://schemas.microsoft.com/office/drawing/2014/main" id="{78AB9ED4-F710-01CF-2355-E96E124F8329}"/>
                      </a:ext>
                    </a:extLst>
                  </p14:cNvPr>
                  <p14:cNvContentPartPr/>
                  <p14:nvPr/>
                </p14:nvContentPartPr>
                <p14:xfrm>
                  <a:off x="5755520" y="3590300"/>
                  <a:ext cx="16560" cy="32040"/>
                </p14:xfrm>
              </p:contentPart>
            </mc:Choice>
            <mc:Fallback xmlns="">
              <p:pic>
                <p:nvPicPr>
                  <p:cNvPr id="157" name="Ink 156">
                    <a:extLst>
                      <a:ext uri="{FF2B5EF4-FFF2-40B4-BE49-F238E27FC236}">
                        <a16:creationId xmlns:a16="http://schemas.microsoft.com/office/drawing/2014/main" id="{78AB9ED4-F710-01CF-2355-E96E124F8329}"/>
                      </a:ext>
                    </a:extLst>
                  </p:cNvPr>
                  <p:cNvPicPr/>
                  <p:nvPr/>
                </p:nvPicPr>
                <p:blipFill>
                  <a:blip r:embed="rId54"/>
                  <a:stretch>
                    <a:fillRect/>
                  </a:stretch>
                </p:blipFill>
                <p:spPr>
                  <a:xfrm>
                    <a:off x="5737520" y="3572095"/>
                    <a:ext cx="52200" cy="68085"/>
                  </a:xfrm>
                  <a:prstGeom prst="rect">
                    <a:avLst/>
                  </a:prstGeom>
                </p:spPr>
              </p:pic>
            </mc:Fallback>
          </mc:AlternateContent>
        </p:grpSp>
        <p:grpSp>
          <p:nvGrpSpPr>
            <p:cNvPr id="158" name="Group 157">
              <a:extLst>
                <a:ext uri="{FF2B5EF4-FFF2-40B4-BE49-F238E27FC236}">
                  <a16:creationId xmlns:a16="http://schemas.microsoft.com/office/drawing/2014/main" id="{84E2B00F-B7BC-FBD5-4D44-2EB1321EFF1B}"/>
                </a:ext>
              </a:extLst>
            </p:cNvPr>
            <p:cNvGrpSpPr/>
            <p:nvPr/>
          </p:nvGrpSpPr>
          <p:grpSpPr>
            <a:xfrm>
              <a:off x="6131276" y="4511360"/>
              <a:ext cx="16560" cy="32040"/>
              <a:chOff x="5755520" y="3590300"/>
              <a:chExt cx="16560" cy="32040"/>
            </a:xfrm>
          </p:grpSpPr>
          <mc:AlternateContent xmlns:mc="http://schemas.openxmlformats.org/markup-compatibility/2006" xmlns:p14="http://schemas.microsoft.com/office/powerpoint/2010/main">
            <mc:Choice Requires="p14">
              <p:contentPart p14:bwMode="auto" r:id="rId63">
                <p14:nvContentPartPr>
                  <p14:cNvPr id="159" name="Ink 158">
                    <a:extLst>
                      <a:ext uri="{FF2B5EF4-FFF2-40B4-BE49-F238E27FC236}">
                        <a16:creationId xmlns:a16="http://schemas.microsoft.com/office/drawing/2014/main" id="{95657A96-AAA3-B8EF-D020-21A23573B4D7}"/>
                      </a:ext>
                    </a:extLst>
                  </p14:cNvPr>
                  <p14:cNvContentPartPr/>
                  <p14:nvPr/>
                </p14:nvContentPartPr>
                <p14:xfrm>
                  <a:off x="5755520" y="3606500"/>
                  <a:ext cx="360" cy="360"/>
                </p14:xfrm>
              </p:contentPart>
            </mc:Choice>
            <mc:Fallback xmlns="">
              <p:pic>
                <p:nvPicPr>
                  <p:cNvPr id="159" name="Ink 158">
                    <a:extLst>
                      <a:ext uri="{FF2B5EF4-FFF2-40B4-BE49-F238E27FC236}">
                        <a16:creationId xmlns:a16="http://schemas.microsoft.com/office/drawing/2014/main" id="{95657A96-AAA3-B8EF-D020-21A23573B4D7}"/>
                      </a:ext>
                    </a:extLst>
                  </p:cNvPr>
                  <p:cNvPicPr/>
                  <p:nvPr/>
                </p:nvPicPr>
                <p:blipFill>
                  <a:blip r:embed="rId52"/>
                  <a:stretch>
                    <a:fillRect/>
                  </a:stretch>
                </p:blipFill>
                <p:spPr>
                  <a:xfrm>
                    <a:off x="5737520" y="358886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60" name="Ink 159">
                    <a:extLst>
                      <a:ext uri="{FF2B5EF4-FFF2-40B4-BE49-F238E27FC236}">
                        <a16:creationId xmlns:a16="http://schemas.microsoft.com/office/drawing/2014/main" id="{8262EFC0-1087-2D8A-5995-5ABB0DE3AA4E}"/>
                      </a:ext>
                    </a:extLst>
                  </p14:cNvPr>
                  <p14:cNvContentPartPr/>
                  <p14:nvPr/>
                </p14:nvContentPartPr>
                <p14:xfrm>
                  <a:off x="5755520" y="3590300"/>
                  <a:ext cx="16560" cy="32040"/>
                </p14:xfrm>
              </p:contentPart>
            </mc:Choice>
            <mc:Fallback xmlns="">
              <p:pic>
                <p:nvPicPr>
                  <p:cNvPr id="160" name="Ink 159">
                    <a:extLst>
                      <a:ext uri="{FF2B5EF4-FFF2-40B4-BE49-F238E27FC236}">
                        <a16:creationId xmlns:a16="http://schemas.microsoft.com/office/drawing/2014/main" id="{8262EFC0-1087-2D8A-5995-5ABB0DE3AA4E}"/>
                      </a:ext>
                    </a:extLst>
                  </p:cNvPr>
                  <p:cNvPicPr/>
                  <p:nvPr/>
                </p:nvPicPr>
                <p:blipFill>
                  <a:blip r:embed="rId54"/>
                  <a:stretch>
                    <a:fillRect/>
                  </a:stretch>
                </p:blipFill>
                <p:spPr>
                  <a:xfrm>
                    <a:off x="5737520" y="3572095"/>
                    <a:ext cx="52200" cy="68085"/>
                  </a:xfrm>
                  <a:prstGeom prst="rect">
                    <a:avLst/>
                  </a:prstGeom>
                </p:spPr>
              </p:pic>
            </mc:Fallback>
          </mc:AlternateContent>
        </p:grpSp>
        <p:grpSp>
          <p:nvGrpSpPr>
            <p:cNvPr id="161" name="Group 160">
              <a:extLst>
                <a:ext uri="{FF2B5EF4-FFF2-40B4-BE49-F238E27FC236}">
                  <a16:creationId xmlns:a16="http://schemas.microsoft.com/office/drawing/2014/main" id="{227A4EF8-7C68-4811-206E-2E4AFC4C2C92}"/>
                </a:ext>
              </a:extLst>
            </p:cNvPr>
            <p:cNvGrpSpPr/>
            <p:nvPr/>
          </p:nvGrpSpPr>
          <p:grpSpPr>
            <a:xfrm>
              <a:off x="5968084" y="3574841"/>
              <a:ext cx="16560" cy="32040"/>
              <a:chOff x="5755520" y="3590300"/>
              <a:chExt cx="16560" cy="32040"/>
            </a:xfrm>
          </p:grpSpPr>
          <mc:AlternateContent xmlns:mc="http://schemas.openxmlformats.org/markup-compatibility/2006" xmlns:p14="http://schemas.microsoft.com/office/powerpoint/2010/main">
            <mc:Choice Requires="p14">
              <p:contentPart p14:bwMode="auto" r:id="rId65">
                <p14:nvContentPartPr>
                  <p14:cNvPr id="162" name="Ink 161">
                    <a:extLst>
                      <a:ext uri="{FF2B5EF4-FFF2-40B4-BE49-F238E27FC236}">
                        <a16:creationId xmlns:a16="http://schemas.microsoft.com/office/drawing/2014/main" id="{5194CCE9-535A-A333-7CC0-E7B3AD0952D0}"/>
                      </a:ext>
                    </a:extLst>
                  </p14:cNvPr>
                  <p14:cNvContentPartPr/>
                  <p14:nvPr/>
                </p14:nvContentPartPr>
                <p14:xfrm>
                  <a:off x="5755520" y="3606500"/>
                  <a:ext cx="360" cy="360"/>
                </p14:xfrm>
              </p:contentPart>
            </mc:Choice>
            <mc:Fallback xmlns="">
              <p:pic>
                <p:nvPicPr>
                  <p:cNvPr id="162" name="Ink 161">
                    <a:extLst>
                      <a:ext uri="{FF2B5EF4-FFF2-40B4-BE49-F238E27FC236}">
                        <a16:creationId xmlns:a16="http://schemas.microsoft.com/office/drawing/2014/main" id="{5194CCE9-535A-A333-7CC0-E7B3AD0952D0}"/>
                      </a:ext>
                    </a:extLst>
                  </p:cNvPr>
                  <p:cNvPicPr/>
                  <p:nvPr/>
                </p:nvPicPr>
                <p:blipFill>
                  <a:blip r:embed="rId52"/>
                  <a:stretch>
                    <a:fillRect/>
                  </a:stretch>
                </p:blipFill>
                <p:spPr>
                  <a:xfrm>
                    <a:off x="5737520" y="358886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63" name="Ink 162">
                    <a:extLst>
                      <a:ext uri="{FF2B5EF4-FFF2-40B4-BE49-F238E27FC236}">
                        <a16:creationId xmlns:a16="http://schemas.microsoft.com/office/drawing/2014/main" id="{A0428F4F-A005-C7E6-3AD2-3C5A643AF17E}"/>
                      </a:ext>
                    </a:extLst>
                  </p14:cNvPr>
                  <p14:cNvContentPartPr/>
                  <p14:nvPr/>
                </p14:nvContentPartPr>
                <p14:xfrm>
                  <a:off x="5755520" y="3590300"/>
                  <a:ext cx="16560" cy="32040"/>
                </p14:xfrm>
              </p:contentPart>
            </mc:Choice>
            <mc:Fallback xmlns="">
              <p:pic>
                <p:nvPicPr>
                  <p:cNvPr id="163" name="Ink 162">
                    <a:extLst>
                      <a:ext uri="{FF2B5EF4-FFF2-40B4-BE49-F238E27FC236}">
                        <a16:creationId xmlns:a16="http://schemas.microsoft.com/office/drawing/2014/main" id="{A0428F4F-A005-C7E6-3AD2-3C5A643AF17E}"/>
                      </a:ext>
                    </a:extLst>
                  </p:cNvPr>
                  <p:cNvPicPr/>
                  <p:nvPr/>
                </p:nvPicPr>
                <p:blipFill>
                  <a:blip r:embed="rId54"/>
                  <a:stretch>
                    <a:fillRect/>
                  </a:stretch>
                </p:blipFill>
                <p:spPr>
                  <a:xfrm>
                    <a:off x="5737520" y="3572095"/>
                    <a:ext cx="52200" cy="68085"/>
                  </a:xfrm>
                  <a:prstGeom prst="rect">
                    <a:avLst/>
                  </a:prstGeom>
                </p:spPr>
              </p:pic>
            </mc:Fallback>
          </mc:AlternateContent>
        </p:grpSp>
        <p:grpSp>
          <p:nvGrpSpPr>
            <p:cNvPr id="164" name="Group 163">
              <a:extLst>
                <a:ext uri="{FF2B5EF4-FFF2-40B4-BE49-F238E27FC236}">
                  <a16:creationId xmlns:a16="http://schemas.microsoft.com/office/drawing/2014/main" id="{F8EFCD49-A207-21DB-48F8-8DAFA43B397E}"/>
                </a:ext>
              </a:extLst>
            </p:cNvPr>
            <p:cNvGrpSpPr/>
            <p:nvPr/>
          </p:nvGrpSpPr>
          <p:grpSpPr>
            <a:xfrm>
              <a:off x="6231406" y="5171391"/>
              <a:ext cx="16560" cy="32040"/>
              <a:chOff x="5755520" y="3590300"/>
              <a:chExt cx="16560" cy="32040"/>
            </a:xfrm>
          </p:grpSpPr>
          <mc:AlternateContent xmlns:mc="http://schemas.openxmlformats.org/markup-compatibility/2006" xmlns:p14="http://schemas.microsoft.com/office/powerpoint/2010/main">
            <mc:Choice Requires="p14">
              <p:contentPart p14:bwMode="auto" r:id="rId67">
                <p14:nvContentPartPr>
                  <p14:cNvPr id="165" name="Ink 164">
                    <a:extLst>
                      <a:ext uri="{FF2B5EF4-FFF2-40B4-BE49-F238E27FC236}">
                        <a16:creationId xmlns:a16="http://schemas.microsoft.com/office/drawing/2014/main" id="{293B06EB-CC15-AAB5-0041-D80DCEF13A99}"/>
                      </a:ext>
                    </a:extLst>
                  </p14:cNvPr>
                  <p14:cNvContentPartPr/>
                  <p14:nvPr/>
                </p14:nvContentPartPr>
                <p14:xfrm>
                  <a:off x="5755520" y="3606500"/>
                  <a:ext cx="360" cy="360"/>
                </p14:xfrm>
              </p:contentPart>
            </mc:Choice>
            <mc:Fallback xmlns="">
              <p:pic>
                <p:nvPicPr>
                  <p:cNvPr id="165" name="Ink 164">
                    <a:extLst>
                      <a:ext uri="{FF2B5EF4-FFF2-40B4-BE49-F238E27FC236}">
                        <a16:creationId xmlns:a16="http://schemas.microsoft.com/office/drawing/2014/main" id="{293B06EB-CC15-AAB5-0041-D80DCEF13A99}"/>
                      </a:ext>
                    </a:extLst>
                  </p:cNvPr>
                  <p:cNvPicPr/>
                  <p:nvPr/>
                </p:nvPicPr>
                <p:blipFill>
                  <a:blip r:embed="rId52"/>
                  <a:stretch>
                    <a:fillRect/>
                  </a:stretch>
                </p:blipFill>
                <p:spPr>
                  <a:xfrm>
                    <a:off x="5737520" y="358886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66" name="Ink 165">
                    <a:extLst>
                      <a:ext uri="{FF2B5EF4-FFF2-40B4-BE49-F238E27FC236}">
                        <a16:creationId xmlns:a16="http://schemas.microsoft.com/office/drawing/2014/main" id="{325795F1-35EA-E4C8-E4B2-867D375E40F6}"/>
                      </a:ext>
                    </a:extLst>
                  </p14:cNvPr>
                  <p14:cNvContentPartPr/>
                  <p14:nvPr/>
                </p14:nvContentPartPr>
                <p14:xfrm>
                  <a:off x="5755520" y="3590300"/>
                  <a:ext cx="16560" cy="32040"/>
                </p14:xfrm>
              </p:contentPart>
            </mc:Choice>
            <mc:Fallback xmlns="">
              <p:pic>
                <p:nvPicPr>
                  <p:cNvPr id="166" name="Ink 165">
                    <a:extLst>
                      <a:ext uri="{FF2B5EF4-FFF2-40B4-BE49-F238E27FC236}">
                        <a16:creationId xmlns:a16="http://schemas.microsoft.com/office/drawing/2014/main" id="{325795F1-35EA-E4C8-E4B2-867D375E40F6}"/>
                      </a:ext>
                    </a:extLst>
                  </p:cNvPr>
                  <p:cNvPicPr/>
                  <p:nvPr/>
                </p:nvPicPr>
                <p:blipFill>
                  <a:blip r:embed="rId54"/>
                  <a:stretch>
                    <a:fillRect/>
                  </a:stretch>
                </p:blipFill>
                <p:spPr>
                  <a:xfrm>
                    <a:off x="5737520" y="3572095"/>
                    <a:ext cx="52200" cy="68085"/>
                  </a:xfrm>
                  <a:prstGeom prst="rect">
                    <a:avLst/>
                  </a:prstGeom>
                </p:spPr>
              </p:pic>
            </mc:Fallback>
          </mc:AlternateContent>
        </p:grpSp>
        <p:grpSp>
          <p:nvGrpSpPr>
            <p:cNvPr id="167" name="Group 166">
              <a:extLst>
                <a:ext uri="{FF2B5EF4-FFF2-40B4-BE49-F238E27FC236}">
                  <a16:creationId xmlns:a16="http://schemas.microsoft.com/office/drawing/2014/main" id="{86B818F3-72BE-933B-D249-78C0E730C8D5}"/>
                </a:ext>
              </a:extLst>
            </p:cNvPr>
            <p:cNvGrpSpPr/>
            <p:nvPr/>
          </p:nvGrpSpPr>
          <p:grpSpPr>
            <a:xfrm>
              <a:off x="6207895" y="4879065"/>
              <a:ext cx="16560" cy="32040"/>
              <a:chOff x="5755520" y="3590300"/>
              <a:chExt cx="16560" cy="32040"/>
            </a:xfrm>
          </p:grpSpPr>
          <mc:AlternateContent xmlns:mc="http://schemas.openxmlformats.org/markup-compatibility/2006" xmlns:p14="http://schemas.microsoft.com/office/powerpoint/2010/main">
            <mc:Choice Requires="p14">
              <p:contentPart p14:bwMode="auto" r:id="rId69">
                <p14:nvContentPartPr>
                  <p14:cNvPr id="168" name="Ink 167">
                    <a:extLst>
                      <a:ext uri="{FF2B5EF4-FFF2-40B4-BE49-F238E27FC236}">
                        <a16:creationId xmlns:a16="http://schemas.microsoft.com/office/drawing/2014/main" id="{D50F4738-3253-CF00-7113-35DAEC96D4C6}"/>
                      </a:ext>
                    </a:extLst>
                  </p14:cNvPr>
                  <p14:cNvContentPartPr/>
                  <p14:nvPr/>
                </p14:nvContentPartPr>
                <p14:xfrm>
                  <a:off x="5755520" y="3606500"/>
                  <a:ext cx="360" cy="360"/>
                </p14:xfrm>
              </p:contentPart>
            </mc:Choice>
            <mc:Fallback xmlns="">
              <p:pic>
                <p:nvPicPr>
                  <p:cNvPr id="168" name="Ink 167">
                    <a:extLst>
                      <a:ext uri="{FF2B5EF4-FFF2-40B4-BE49-F238E27FC236}">
                        <a16:creationId xmlns:a16="http://schemas.microsoft.com/office/drawing/2014/main" id="{D50F4738-3253-CF00-7113-35DAEC96D4C6}"/>
                      </a:ext>
                    </a:extLst>
                  </p:cNvPr>
                  <p:cNvPicPr/>
                  <p:nvPr/>
                </p:nvPicPr>
                <p:blipFill>
                  <a:blip r:embed="rId52"/>
                  <a:stretch>
                    <a:fillRect/>
                  </a:stretch>
                </p:blipFill>
                <p:spPr>
                  <a:xfrm>
                    <a:off x="5737520" y="358886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69" name="Ink 168">
                    <a:extLst>
                      <a:ext uri="{FF2B5EF4-FFF2-40B4-BE49-F238E27FC236}">
                        <a16:creationId xmlns:a16="http://schemas.microsoft.com/office/drawing/2014/main" id="{C152E5BA-15A5-72E8-6B3E-FFFA5EAC9CB7}"/>
                      </a:ext>
                    </a:extLst>
                  </p14:cNvPr>
                  <p14:cNvContentPartPr/>
                  <p14:nvPr/>
                </p14:nvContentPartPr>
                <p14:xfrm>
                  <a:off x="5755520" y="3590300"/>
                  <a:ext cx="16560" cy="32040"/>
                </p14:xfrm>
              </p:contentPart>
            </mc:Choice>
            <mc:Fallback xmlns="">
              <p:pic>
                <p:nvPicPr>
                  <p:cNvPr id="169" name="Ink 168">
                    <a:extLst>
                      <a:ext uri="{FF2B5EF4-FFF2-40B4-BE49-F238E27FC236}">
                        <a16:creationId xmlns:a16="http://schemas.microsoft.com/office/drawing/2014/main" id="{C152E5BA-15A5-72E8-6B3E-FFFA5EAC9CB7}"/>
                      </a:ext>
                    </a:extLst>
                  </p:cNvPr>
                  <p:cNvPicPr/>
                  <p:nvPr/>
                </p:nvPicPr>
                <p:blipFill>
                  <a:blip r:embed="rId54"/>
                  <a:stretch>
                    <a:fillRect/>
                  </a:stretch>
                </p:blipFill>
                <p:spPr>
                  <a:xfrm>
                    <a:off x="5737520" y="3572095"/>
                    <a:ext cx="52200" cy="68085"/>
                  </a:xfrm>
                  <a:prstGeom prst="rect">
                    <a:avLst/>
                  </a:prstGeom>
                </p:spPr>
              </p:pic>
            </mc:Fallback>
          </mc:AlternateContent>
        </p:grpSp>
        <p:grpSp>
          <p:nvGrpSpPr>
            <p:cNvPr id="170" name="Group 169">
              <a:extLst>
                <a:ext uri="{FF2B5EF4-FFF2-40B4-BE49-F238E27FC236}">
                  <a16:creationId xmlns:a16="http://schemas.microsoft.com/office/drawing/2014/main" id="{DC205DFA-A8C5-839B-E40F-4B7585B9749F}"/>
                </a:ext>
              </a:extLst>
            </p:cNvPr>
            <p:cNvGrpSpPr/>
            <p:nvPr/>
          </p:nvGrpSpPr>
          <p:grpSpPr>
            <a:xfrm>
              <a:off x="6189100" y="4158674"/>
              <a:ext cx="16560" cy="32040"/>
              <a:chOff x="5755520" y="3590300"/>
              <a:chExt cx="16560" cy="32040"/>
            </a:xfrm>
          </p:grpSpPr>
          <mc:AlternateContent xmlns:mc="http://schemas.openxmlformats.org/markup-compatibility/2006" xmlns:p14="http://schemas.microsoft.com/office/powerpoint/2010/main">
            <mc:Choice Requires="p14">
              <p:contentPart p14:bwMode="auto" r:id="rId71">
                <p14:nvContentPartPr>
                  <p14:cNvPr id="171" name="Ink 170">
                    <a:extLst>
                      <a:ext uri="{FF2B5EF4-FFF2-40B4-BE49-F238E27FC236}">
                        <a16:creationId xmlns:a16="http://schemas.microsoft.com/office/drawing/2014/main" id="{9CA1E667-A1C4-F454-A7D9-D41A42EE7758}"/>
                      </a:ext>
                    </a:extLst>
                  </p14:cNvPr>
                  <p14:cNvContentPartPr/>
                  <p14:nvPr/>
                </p14:nvContentPartPr>
                <p14:xfrm>
                  <a:off x="5755520" y="3606500"/>
                  <a:ext cx="360" cy="360"/>
                </p14:xfrm>
              </p:contentPart>
            </mc:Choice>
            <mc:Fallback xmlns="">
              <p:pic>
                <p:nvPicPr>
                  <p:cNvPr id="171" name="Ink 170">
                    <a:extLst>
                      <a:ext uri="{FF2B5EF4-FFF2-40B4-BE49-F238E27FC236}">
                        <a16:creationId xmlns:a16="http://schemas.microsoft.com/office/drawing/2014/main" id="{9CA1E667-A1C4-F454-A7D9-D41A42EE7758}"/>
                      </a:ext>
                    </a:extLst>
                  </p:cNvPr>
                  <p:cNvPicPr/>
                  <p:nvPr/>
                </p:nvPicPr>
                <p:blipFill>
                  <a:blip r:embed="rId52"/>
                  <a:stretch>
                    <a:fillRect/>
                  </a:stretch>
                </p:blipFill>
                <p:spPr>
                  <a:xfrm>
                    <a:off x="5737520" y="358886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72" name="Ink 171">
                    <a:extLst>
                      <a:ext uri="{FF2B5EF4-FFF2-40B4-BE49-F238E27FC236}">
                        <a16:creationId xmlns:a16="http://schemas.microsoft.com/office/drawing/2014/main" id="{29E01961-3206-163D-3A32-8559A9361691}"/>
                      </a:ext>
                    </a:extLst>
                  </p14:cNvPr>
                  <p14:cNvContentPartPr/>
                  <p14:nvPr/>
                </p14:nvContentPartPr>
                <p14:xfrm>
                  <a:off x="5755520" y="3590300"/>
                  <a:ext cx="16560" cy="32040"/>
                </p14:xfrm>
              </p:contentPart>
            </mc:Choice>
            <mc:Fallback xmlns="">
              <p:pic>
                <p:nvPicPr>
                  <p:cNvPr id="172" name="Ink 171">
                    <a:extLst>
                      <a:ext uri="{FF2B5EF4-FFF2-40B4-BE49-F238E27FC236}">
                        <a16:creationId xmlns:a16="http://schemas.microsoft.com/office/drawing/2014/main" id="{29E01961-3206-163D-3A32-8559A9361691}"/>
                      </a:ext>
                    </a:extLst>
                  </p:cNvPr>
                  <p:cNvPicPr/>
                  <p:nvPr/>
                </p:nvPicPr>
                <p:blipFill>
                  <a:blip r:embed="rId54"/>
                  <a:stretch>
                    <a:fillRect/>
                  </a:stretch>
                </p:blipFill>
                <p:spPr>
                  <a:xfrm>
                    <a:off x="5737520" y="3572095"/>
                    <a:ext cx="52200" cy="68085"/>
                  </a:xfrm>
                  <a:prstGeom prst="rect">
                    <a:avLst/>
                  </a:prstGeom>
                </p:spPr>
              </p:pic>
            </mc:Fallback>
          </mc:AlternateContent>
        </p:grpSp>
        <p:grpSp>
          <p:nvGrpSpPr>
            <p:cNvPr id="177" name="Group 176">
              <a:extLst>
                <a:ext uri="{FF2B5EF4-FFF2-40B4-BE49-F238E27FC236}">
                  <a16:creationId xmlns:a16="http://schemas.microsoft.com/office/drawing/2014/main" id="{507416FF-2F3E-3F15-D7B0-D5EA2A8F6658}"/>
                </a:ext>
              </a:extLst>
            </p:cNvPr>
            <p:cNvGrpSpPr/>
            <p:nvPr/>
          </p:nvGrpSpPr>
          <p:grpSpPr>
            <a:xfrm>
              <a:off x="6215940" y="4171050"/>
              <a:ext cx="55080" cy="72000"/>
              <a:chOff x="6215940" y="4171050"/>
              <a:chExt cx="55080" cy="72000"/>
            </a:xfrm>
          </p:grpSpPr>
          <mc:AlternateContent xmlns:mc="http://schemas.openxmlformats.org/markup-compatibility/2006" xmlns:p14="http://schemas.microsoft.com/office/powerpoint/2010/main">
            <mc:Choice Requires="p14">
              <p:contentPart p14:bwMode="auto" r:id="rId73">
                <p14:nvContentPartPr>
                  <p14:cNvPr id="175" name="Ink 174">
                    <a:extLst>
                      <a:ext uri="{FF2B5EF4-FFF2-40B4-BE49-F238E27FC236}">
                        <a16:creationId xmlns:a16="http://schemas.microsoft.com/office/drawing/2014/main" id="{007874EF-C169-4DBA-934F-7E6A13A32547}"/>
                      </a:ext>
                    </a:extLst>
                  </p14:cNvPr>
                  <p14:cNvContentPartPr/>
                  <p14:nvPr/>
                </p14:nvContentPartPr>
                <p14:xfrm>
                  <a:off x="6215940" y="4171050"/>
                  <a:ext cx="55080" cy="71280"/>
                </p14:xfrm>
              </p:contentPart>
            </mc:Choice>
            <mc:Fallback xmlns="">
              <p:pic>
                <p:nvPicPr>
                  <p:cNvPr id="175" name="Ink 174">
                    <a:extLst>
                      <a:ext uri="{FF2B5EF4-FFF2-40B4-BE49-F238E27FC236}">
                        <a16:creationId xmlns:a16="http://schemas.microsoft.com/office/drawing/2014/main" id="{007874EF-C169-4DBA-934F-7E6A13A32547}"/>
                      </a:ext>
                    </a:extLst>
                  </p:cNvPr>
                  <p:cNvPicPr/>
                  <p:nvPr/>
                </p:nvPicPr>
                <p:blipFill>
                  <a:blip r:embed="rId74"/>
                  <a:stretch>
                    <a:fillRect/>
                  </a:stretch>
                </p:blipFill>
                <p:spPr>
                  <a:xfrm>
                    <a:off x="6211620" y="4166730"/>
                    <a:ext cx="6372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76" name="Ink 175">
                    <a:extLst>
                      <a:ext uri="{FF2B5EF4-FFF2-40B4-BE49-F238E27FC236}">
                        <a16:creationId xmlns:a16="http://schemas.microsoft.com/office/drawing/2014/main" id="{F5E6E8E8-386F-4DA4-06C3-8C0398D7FB9C}"/>
                      </a:ext>
                    </a:extLst>
                  </p14:cNvPr>
                  <p14:cNvContentPartPr/>
                  <p14:nvPr/>
                </p14:nvContentPartPr>
                <p14:xfrm>
                  <a:off x="6217380" y="4225050"/>
                  <a:ext cx="34200" cy="18000"/>
                </p14:xfrm>
              </p:contentPart>
            </mc:Choice>
            <mc:Fallback xmlns="">
              <p:pic>
                <p:nvPicPr>
                  <p:cNvPr id="176" name="Ink 175">
                    <a:extLst>
                      <a:ext uri="{FF2B5EF4-FFF2-40B4-BE49-F238E27FC236}">
                        <a16:creationId xmlns:a16="http://schemas.microsoft.com/office/drawing/2014/main" id="{F5E6E8E8-386F-4DA4-06C3-8C0398D7FB9C}"/>
                      </a:ext>
                    </a:extLst>
                  </p:cNvPr>
                  <p:cNvPicPr/>
                  <p:nvPr/>
                </p:nvPicPr>
                <p:blipFill>
                  <a:blip r:embed="rId76"/>
                  <a:stretch>
                    <a:fillRect/>
                  </a:stretch>
                </p:blipFill>
                <p:spPr>
                  <a:xfrm>
                    <a:off x="6213060" y="4220730"/>
                    <a:ext cx="42840" cy="26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7">
              <p14:nvContentPartPr>
                <p14:cNvPr id="178" name="Ink 177">
                  <a:extLst>
                    <a:ext uri="{FF2B5EF4-FFF2-40B4-BE49-F238E27FC236}">
                      <a16:creationId xmlns:a16="http://schemas.microsoft.com/office/drawing/2014/main" id="{B6FF8B42-5E99-038F-320D-0DB26F87A855}"/>
                    </a:ext>
                  </a:extLst>
                </p14:cNvPr>
                <p14:cNvContentPartPr/>
                <p14:nvPr/>
              </p14:nvContentPartPr>
              <p14:xfrm>
                <a:off x="6370260" y="3634620"/>
                <a:ext cx="360" cy="360"/>
              </p14:xfrm>
            </p:contentPart>
          </mc:Choice>
          <mc:Fallback xmlns="">
            <p:pic>
              <p:nvPicPr>
                <p:cNvPr id="178" name="Ink 177">
                  <a:extLst>
                    <a:ext uri="{FF2B5EF4-FFF2-40B4-BE49-F238E27FC236}">
                      <a16:creationId xmlns:a16="http://schemas.microsoft.com/office/drawing/2014/main" id="{B6FF8B42-5E99-038F-320D-0DB26F87A855}"/>
                    </a:ext>
                  </a:extLst>
                </p:cNvPr>
                <p:cNvPicPr/>
                <p:nvPr/>
              </p:nvPicPr>
              <p:blipFill>
                <a:blip r:embed="rId22"/>
                <a:stretch>
                  <a:fillRect/>
                </a:stretch>
              </p:blipFill>
              <p:spPr>
                <a:xfrm>
                  <a:off x="6352260" y="3598620"/>
                  <a:ext cx="36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91" name="Ink 190">
                  <a:extLst>
                    <a:ext uri="{FF2B5EF4-FFF2-40B4-BE49-F238E27FC236}">
                      <a16:creationId xmlns:a16="http://schemas.microsoft.com/office/drawing/2014/main" id="{864A0CD6-E248-DB6A-964E-5FED1FDF93E6}"/>
                    </a:ext>
                  </a:extLst>
                </p14:cNvPr>
                <p14:cNvContentPartPr/>
                <p14:nvPr/>
              </p14:nvContentPartPr>
              <p14:xfrm>
                <a:off x="5890170" y="3402000"/>
                <a:ext cx="360" cy="360"/>
              </p14:xfrm>
            </p:contentPart>
          </mc:Choice>
          <mc:Fallback xmlns="">
            <p:pic>
              <p:nvPicPr>
                <p:cNvPr id="191" name="Ink 190">
                  <a:extLst>
                    <a:ext uri="{FF2B5EF4-FFF2-40B4-BE49-F238E27FC236}">
                      <a16:creationId xmlns:a16="http://schemas.microsoft.com/office/drawing/2014/main" id="{864A0CD6-E248-DB6A-964E-5FED1FDF93E6}"/>
                    </a:ext>
                  </a:extLst>
                </p:cNvPr>
                <p:cNvPicPr/>
                <p:nvPr/>
              </p:nvPicPr>
              <p:blipFill>
                <a:blip r:embed="rId28"/>
                <a:stretch>
                  <a:fillRect/>
                </a:stretch>
              </p:blipFill>
              <p:spPr>
                <a:xfrm>
                  <a:off x="5854170" y="3330000"/>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92" name="Ink 191">
                  <a:extLst>
                    <a:ext uri="{FF2B5EF4-FFF2-40B4-BE49-F238E27FC236}">
                      <a16:creationId xmlns:a16="http://schemas.microsoft.com/office/drawing/2014/main" id="{11CFDEA1-32C3-C572-E1DA-5C505C527DFB}"/>
                    </a:ext>
                  </a:extLst>
                </p14:cNvPr>
                <p14:cNvContentPartPr/>
                <p14:nvPr/>
              </p14:nvContentPartPr>
              <p14:xfrm>
                <a:off x="5886210" y="3710880"/>
                <a:ext cx="360" cy="360"/>
              </p14:xfrm>
            </p:contentPart>
          </mc:Choice>
          <mc:Fallback xmlns="">
            <p:pic>
              <p:nvPicPr>
                <p:cNvPr id="192" name="Ink 191">
                  <a:extLst>
                    <a:ext uri="{FF2B5EF4-FFF2-40B4-BE49-F238E27FC236}">
                      <a16:creationId xmlns:a16="http://schemas.microsoft.com/office/drawing/2014/main" id="{11CFDEA1-32C3-C572-E1DA-5C505C527DFB}"/>
                    </a:ext>
                  </a:extLst>
                </p:cNvPr>
                <p:cNvPicPr/>
                <p:nvPr/>
              </p:nvPicPr>
              <p:blipFill>
                <a:blip r:embed="rId28"/>
                <a:stretch>
                  <a:fillRect/>
                </a:stretch>
              </p:blipFill>
              <p:spPr>
                <a:xfrm>
                  <a:off x="5850210" y="3638880"/>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94" name="Ink 193">
                  <a:extLst>
                    <a:ext uri="{FF2B5EF4-FFF2-40B4-BE49-F238E27FC236}">
                      <a16:creationId xmlns:a16="http://schemas.microsoft.com/office/drawing/2014/main" id="{EB41FBDE-DD11-F10A-68DD-DC91373E897E}"/>
                    </a:ext>
                  </a:extLst>
                </p14:cNvPr>
                <p14:cNvContentPartPr/>
                <p14:nvPr/>
              </p14:nvContentPartPr>
              <p14:xfrm>
                <a:off x="5892135" y="3398415"/>
                <a:ext cx="360" cy="360"/>
              </p14:xfrm>
            </p:contentPart>
          </mc:Choice>
          <mc:Fallback xmlns="">
            <p:pic>
              <p:nvPicPr>
                <p:cNvPr id="194" name="Ink 193">
                  <a:extLst>
                    <a:ext uri="{FF2B5EF4-FFF2-40B4-BE49-F238E27FC236}">
                      <a16:creationId xmlns:a16="http://schemas.microsoft.com/office/drawing/2014/main" id="{EB41FBDE-DD11-F10A-68DD-DC91373E897E}"/>
                    </a:ext>
                  </a:extLst>
                </p:cNvPr>
                <p:cNvPicPr/>
                <p:nvPr/>
              </p:nvPicPr>
              <p:blipFill>
                <a:blip r:embed="rId28"/>
                <a:stretch>
                  <a:fillRect/>
                </a:stretch>
              </p:blipFill>
              <p:spPr>
                <a:xfrm>
                  <a:off x="5856135" y="3326415"/>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95" name="Ink 194">
                  <a:extLst>
                    <a:ext uri="{FF2B5EF4-FFF2-40B4-BE49-F238E27FC236}">
                      <a16:creationId xmlns:a16="http://schemas.microsoft.com/office/drawing/2014/main" id="{187E2D58-DC2A-E15F-50BA-33133734C854}"/>
                    </a:ext>
                  </a:extLst>
                </p14:cNvPr>
                <p14:cNvContentPartPr/>
                <p14:nvPr/>
              </p14:nvContentPartPr>
              <p14:xfrm>
                <a:off x="5886375" y="3705135"/>
                <a:ext cx="360" cy="360"/>
              </p14:xfrm>
            </p:contentPart>
          </mc:Choice>
          <mc:Fallback xmlns="">
            <p:pic>
              <p:nvPicPr>
                <p:cNvPr id="195" name="Ink 194">
                  <a:extLst>
                    <a:ext uri="{FF2B5EF4-FFF2-40B4-BE49-F238E27FC236}">
                      <a16:creationId xmlns:a16="http://schemas.microsoft.com/office/drawing/2014/main" id="{187E2D58-DC2A-E15F-50BA-33133734C854}"/>
                    </a:ext>
                  </a:extLst>
                </p:cNvPr>
                <p:cNvPicPr/>
                <p:nvPr/>
              </p:nvPicPr>
              <p:blipFill>
                <a:blip r:embed="rId28"/>
                <a:stretch>
                  <a:fillRect/>
                </a:stretch>
              </p:blipFill>
              <p:spPr>
                <a:xfrm>
                  <a:off x="5850375" y="3633135"/>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96" name="Ink 195">
                  <a:extLst>
                    <a:ext uri="{FF2B5EF4-FFF2-40B4-BE49-F238E27FC236}">
                      <a16:creationId xmlns:a16="http://schemas.microsoft.com/office/drawing/2014/main" id="{2054F43D-3208-8465-362C-DB6DDED805D8}"/>
                    </a:ext>
                  </a:extLst>
                </p14:cNvPr>
                <p14:cNvContentPartPr/>
                <p14:nvPr/>
              </p14:nvContentPartPr>
              <p14:xfrm>
                <a:off x="5889975" y="3398415"/>
                <a:ext cx="360" cy="360"/>
              </p14:xfrm>
            </p:contentPart>
          </mc:Choice>
          <mc:Fallback xmlns="">
            <p:pic>
              <p:nvPicPr>
                <p:cNvPr id="196" name="Ink 195">
                  <a:extLst>
                    <a:ext uri="{FF2B5EF4-FFF2-40B4-BE49-F238E27FC236}">
                      <a16:creationId xmlns:a16="http://schemas.microsoft.com/office/drawing/2014/main" id="{2054F43D-3208-8465-362C-DB6DDED805D8}"/>
                    </a:ext>
                  </a:extLst>
                </p:cNvPr>
                <p:cNvPicPr/>
                <p:nvPr/>
              </p:nvPicPr>
              <p:blipFill>
                <a:blip r:embed="rId28"/>
                <a:stretch>
                  <a:fillRect/>
                </a:stretch>
              </p:blipFill>
              <p:spPr>
                <a:xfrm>
                  <a:off x="5853975" y="3326415"/>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97" name="Ink 196">
                  <a:extLst>
                    <a:ext uri="{FF2B5EF4-FFF2-40B4-BE49-F238E27FC236}">
                      <a16:creationId xmlns:a16="http://schemas.microsoft.com/office/drawing/2014/main" id="{76B88E62-C76B-E60C-2693-0628466CC5F1}"/>
                    </a:ext>
                  </a:extLst>
                </p14:cNvPr>
                <p14:cNvContentPartPr/>
                <p14:nvPr/>
              </p14:nvContentPartPr>
              <p14:xfrm>
                <a:off x="5888175" y="3708735"/>
                <a:ext cx="360" cy="360"/>
              </p14:xfrm>
            </p:contentPart>
          </mc:Choice>
          <mc:Fallback xmlns="">
            <p:pic>
              <p:nvPicPr>
                <p:cNvPr id="197" name="Ink 196">
                  <a:extLst>
                    <a:ext uri="{FF2B5EF4-FFF2-40B4-BE49-F238E27FC236}">
                      <a16:creationId xmlns:a16="http://schemas.microsoft.com/office/drawing/2014/main" id="{76B88E62-C76B-E60C-2693-0628466CC5F1}"/>
                    </a:ext>
                  </a:extLst>
                </p:cNvPr>
                <p:cNvPicPr/>
                <p:nvPr/>
              </p:nvPicPr>
              <p:blipFill>
                <a:blip r:embed="rId28"/>
                <a:stretch>
                  <a:fillRect/>
                </a:stretch>
              </p:blipFill>
              <p:spPr>
                <a:xfrm>
                  <a:off x="5852175" y="3636735"/>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201" name="Ink 200">
                  <a:extLst>
                    <a:ext uri="{FF2B5EF4-FFF2-40B4-BE49-F238E27FC236}">
                      <a16:creationId xmlns:a16="http://schemas.microsoft.com/office/drawing/2014/main" id="{CE9A2316-2B93-872F-5263-6AA6CFD2E8F6}"/>
                    </a:ext>
                  </a:extLst>
                </p14:cNvPr>
                <p14:cNvContentPartPr/>
                <p14:nvPr/>
              </p14:nvContentPartPr>
              <p14:xfrm>
                <a:off x="5960173" y="4124017"/>
                <a:ext cx="360" cy="360"/>
              </p14:xfrm>
            </p:contentPart>
          </mc:Choice>
          <mc:Fallback xmlns="">
            <p:pic>
              <p:nvPicPr>
                <p:cNvPr id="201" name="Ink 200">
                  <a:extLst>
                    <a:ext uri="{FF2B5EF4-FFF2-40B4-BE49-F238E27FC236}">
                      <a16:creationId xmlns:a16="http://schemas.microsoft.com/office/drawing/2014/main" id="{CE9A2316-2B93-872F-5263-6AA6CFD2E8F6}"/>
                    </a:ext>
                  </a:extLst>
                </p:cNvPr>
                <p:cNvPicPr/>
                <p:nvPr/>
              </p:nvPicPr>
              <p:blipFill>
                <a:blip r:embed="rId28"/>
                <a:stretch>
                  <a:fillRect/>
                </a:stretch>
              </p:blipFill>
              <p:spPr>
                <a:xfrm>
                  <a:off x="5924173" y="4052017"/>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202" name="Ink 201">
                  <a:extLst>
                    <a:ext uri="{FF2B5EF4-FFF2-40B4-BE49-F238E27FC236}">
                      <a16:creationId xmlns:a16="http://schemas.microsoft.com/office/drawing/2014/main" id="{695F111F-21CD-79B9-7FD7-F206B3BB7AA3}"/>
                    </a:ext>
                  </a:extLst>
                </p14:cNvPr>
                <p14:cNvContentPartPr/>
                <p14:nvPr/>
              </p14:nvContentPartPr>
              <p14:xfrm>
                <a:off x="6019226" y="4459889"/>
                <a:ext cx="360" cy="360"/>
              </p14:xfrm>
            </p:contentPart>
          </mc:Choice>
          <mc:Fallback xmlns="">
            <p:pic>
              <p:nvPicPr>
                <p:cNvPr id="202" name="Ink 201">
                  <a:extLst>
                    <a:ext uri="{FF2B5EF4-FFF2-40B4-BE49-F238E27FC236}">
                      <a16:creationId xmlns:a16="http://schemas.microsoft.com/office/drawing/2014/main" id="{695F111F-21CD-79B9-7FD7-F206B3BB7AA3}"/>
                    </a:ext>
                  </a:extLst>
                </p:cNvPr>
                <p:cNvPicPr/>
                <p:nvPr/>
              </p:nvPicPr>
              <p:blipFill>
                <a:blip r:embed="rId28"/>
                <a:stretch>
                  <a:fillRect/>
                </a:stretch>
              </p:blipFill>
              <p:spPr>
                <a:xfrm>
                  <a:off x="5983226" y="4387889"/>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203" name="Ink 202">
                  <a:extLst>
                    <a:ext uri="{FF2B5EF4-FFF2-40B4-BE49-F238E27FC236}">
                      <a16:creationId xmlns:a16="http://schemas.microsoft.com/office/drawing/2014/main" id="{FF3C54F8-F1BF-17B4-59C2-79F125E135ED}"/>
                    </a:ext>
                  </a:extLst>
                </p14:cNvPr>
                <p14:cNvContentPartPr/>
                <p14:nvPr/>
              </p14:nvContentPartPr>
              <p14:xfrm>
                <a:off x="6257737" y="5358830"/>
                <a:ext cx="360" cy="360"/>
              </p14:xfrm>
            </p:contentPart>
          </mc:Choice>
          <mc:Fallback xmlns="">
            <p:pic>
              <p:nvPicPr>
                <p:cNvPr id="203" name="Ink 202">
                  <a:extLst>
                    <a:ext uri="{FF2B5EF4-FFF2-40B4-BE49-F238E27FC236}">
                      <a16:creationId xmlns:a16="http://schemas.microsoft.com/office/drawing/2014/main" id="{FF3C54F8-F1BF-17B4-59C2-79F125E135ED}"/>
                    </a:ext>
                  </a:extLst>
                </p:cNvPr>
                <p:cNvPicPr/>
                <p:nvPr/>
              </p:nvPicPr>
              <p:blipFill>
                <a:blip r:embed="rId28"/>
                <a:stretch>
                  <a:fillRect/>
                </a:stretch>
              </p:blipFill>
              <p:spPr>
                <a:xfrm>
                  <a:off x="6221737" y="5286830"/>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205" name="Ink 204">
                  <a:extLst>
                    <a:ext uri="{FF2B5EF4-FFF2-40B4-BE49-F238E27FC236}">
                      <a16:creationId xmlns:a16="http://schemas.microsoft.com/office/drawing/2014/main" id="{F99CFC70-2732-DF54-B521-F9E1914E14E4}"/>
                    </a:ext>
                  </a:extLst>
                </p14:cNvPr>
                <p14:cNvContentPartPr/>
                <p14:nvPr/>
              </p14:nvContentPartPr>
              <p14:xfrm>
                <a:off x="5885910" y="3474420"/>
                <a:ext cx="12240" cy="145440"/>
              </p14:xfrm>
            </p:contentPart>
          </mc:Choice>
          <mc:Fallback xmlns="">
            <p:pic>
              <p:nvPicPr>
                <p:cNvPr id="205" name="Ink 204">
                  <a:extLst>
                    <a:ext uri="{FF2B5EF4-FFF2-40B4-BE49-F238E27FC236}">
                      <a16:creationId xmlns:a16="http://schemas.microsoft.com/office/drawing/2014/main" id="{F99CFC70-2732-DF54-B521-F9E1914E14E4}"/>
                    </a:ext>
                  </a:extLst>
                </p:cNvPr>
                <p:cNvPicPr/>
                <p:nvPr/>
              </p:nvPicPr>
              <p:blipFill>
                <a:blip r:embed="rId88"/>
                <a:stretch>
                  <a:fillRect/>
                </a:stretch>
              </p:blipFill>
              <p:spPr>
                <a:xfrm>
                  <a:off x="5876637" y="3465307"/>
                  <a:ext cx="30415" cy="163301"/>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206" name="Ink 205">
                  <a:extLst>
                    <a:ext uri="{FF2B5EF4-FFF2-40B4-BE49-F238E27FC236}">
                      <a16:creationId xmlns:a16="http://schemas.microsoft.com/office/drawing/2014/main" id="{D33E3912-9B3B-7EE5-FBD0-E05F58E61B0A}"/>
                    </a:ext>
                  </a:extLst>
                </p14:cNvPr>
                <p14:cNvContentPartPr/>
                <p14:nvPr/>
              </p14:nvContentPartPr>
              <p14:xfrm>
                <a:off x="5962590" y="4198380"/>
                <a:ext cx="66960" cy="173520"/>
              </p14:xfrm>
            </p:contentPart>
          </mc:Choice>
          <mc:Fallback xmlns="">
            <p:pic>
              <p:nvPicPr>
                <p:cNvPr id="206" name="Ink 205">
                  <a:extLst>
                    <a:ext uri="{FF2B5EF4-FFF2-40B4-BE49-F238E27FC236}">
                      <a16:creationId xmlns:a16="http://schemas.microsoft.com/office/drawing/2014/main" id="{D33E3912-9B3B-7EE5-FBD0-E05F58E61B0A}"/>
                    </a:ext>
                  </a:extLst>
                </p:cNvPr>
                <p:cNvPicPr/>
                <p:nvPr/>
              </p:nvPicPr>
              <p:blipFill>
                <a:blip r:embed="rId90"/>
                <a:stretch>
                  <a:fillRect/>
                </a:stretch>
              </p:blipFill>
              <p:spPr>
                <a:xfrm>
                  <a:off x="5953590" y="4189286"/>
                  <a:ext cx="84600" cy="191345"/>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207" name="Ink 206">
                  <a:extLst>
                    <a:ext uri="{FF2B5EF4-FFF2-40B4-BE49-F238E27FC236}">
                      <a16:creationId xmlns:a16="http://schemas.microsoft.com/office/drawing/2014/main" id="{C91BD6DA-97BB-4D83-2A30-2F89586DEC66}"/>
                    </a:ext>
                  </a:extLst>
                </p14:cNvPr>
                <p14:cNvContentPartPr/>
                <p14:nvPr/>
              </p14:nvContentPartPr>
              <p14:xfrm>
                <a:off x="6267150" y="5436780"/>
                <a:ext cx="57600" cy="111600"/>
              </p14:xfrm>
            </p:contentPart>
          </mc:Choice>
          <mc:Fallback xmlns="">
            <p:pic>
              <p:nvPicPr>
                <p:cNvPr id="207" name="Ink 206">
                  <a:extLst>
                    <a:ext uri="{FF2B5EF4-FFF2-40B4-BE49-F238E27FC236}">
                      <a16:creationId xmlns:a16="http://schemas.microsoft.com/office/drawing/2014/main" id="{C91BD6DA-97BB-4D83-2A30-2F89586DEC66}"/>
                    </a:ext>
                  </a:extLst>
                </p:cNvPr>
                <p:cNvPicPr/>
                <p:nvPr/>
              </p:nvPicPr>
              <p:blipFill>
                <a:blip r:embed="rId92"/>
                <a:stretch>
                  <a:fillRect/>
                </a:stretch>
              </p:blipFill>
              <p:spPr>
                <a:xfrm>
                  <a:off x="6258150" y="5427692"/>
                  <a:ext cx="75240" cy="129412"/>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210" name="Ink 209">
                  <a:extLst>
                    <a:ext uri="{FF2B5EF4-FFF2-40B4-BE49-F238E27FC236}">
                      <a16:creationId xmlns:a16="http://schemas.microsoft.com/office/drawing/2014/main" id="{BAABD441-F123-CD22-E041-85AB8980CC30}"/>
                    </a:ext>
                  </a:extLst>
                </p14:cNvPr>
                <p14:cNvContentPartPr/>
                <p14:nvPr/>
              </p14:nvContentPartPr>
              <p14:xfrm>
                <a:off x="5356520" y="5232300"/>
                <a:ext cx="344520" cy="289440"/>
              </p14:xfrm>
            </p:contentPart>
          </mc:Choice>
          <mc:Fallback xmlns="">
            <p:pic>
              <p:nvPicPr>
                <p:cNvPr id="210" name="Ink 209">
                  <a:extLst>
                    <a:ext uri="{FF2B5EF4-FFF2-40B4-BE49-F238E27FC236}">
                      <a16:creationId xmlns:a16="http://schemas.microsoft.com/office/drawing/2014/main" id="{BAABD441-F123-CD22-E041-85AB8980CC30}"/>
                    </a:ext>
                  </a:extLst>
                </p:cNvPr>
                <p:cNvPicPr/>
                <p:nvPr/>
              </p:nvPicPr>
              <p:blipFill>
                <a:blip r:embed="rId94"/>
                <a:stretch>
                  <a:fillRect/>
                </a:stretch>
              </p:blipFill>
              <p:spPr>
                <a:xfrm>
                  <a:off x="5338520" y="5214119"/>
                  <a:ext cx="380160" cy="325438"/>
                </a:xfrm>
                <a:prstGeom prst="rect">
                  <a:avLst/>
                </a:prstGeom>
              </p:spPr>
            </p:pic>
          </mc:Fallback>
        </mc:AlternateContent>
        <p:sp>
          <p:nvSpPr>
            <p:cNvPr id="220" name="Rectangle 219">
              <a:extLst>
                <a:ext uri="{FF2B5EF4-FFF2-40B4-BE49-F238E27FC236}">
                  <a16:creationId xmlns:a16="http://schemas.microsoft.com/office/drawing/2014/main" id="{7F9104FC-54A4-3649-E5BA-C4A76F888D16}"/>
                </a:ext>
              </a:extLst>
            </p:cNvPr>
            <p:cNvSpPr/>
            <p:nvPr/>
          </p:nvSpPr>
          <p:spPr>
            <a:xfrm>
              <a:off x="5855195" y="3320939"/>
              <a:ext cx="70306" cy="14251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2" name="Rectangle 221">
              <a:extLst>
                <a:ext uri="{FF2B5EF4-FFF2-40B4-BE49-F238E27FC236}">
                  <a16:creationId xmlns:a16="http://schemas.microsoft.com/office/drawing/2014/main" id="{06C955BB-4EEA-A718-5490-377E80313A5F}"/>
                </a:ext>
              </a:extLst>
            </p:cNvPr>
            <p:cNvSpPr/>
            <p:nvPr/>
          </p:nvSpPr>
          <p:spPr>
            <a:xfrm>
              <a:off x="5859884" y="3681557"/>
              <a:ext cx="70306" cy="14251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4" name="Rectangle 223">
              <a:extLst>
                <a:ext uri="{FF2B5EF4-FFF2-40B4-BE49-F238E27FC236}">
                  <a16:creationId xmlns:a16="http://schemas.microsoft.com/office/drawing/2014/main" id="{1F268C0A-78C8-48AE-230B-84341110796D}"/>
                </a:ext>
              </a:extLst>
            </p:cNvPr>
            <p:cNvSpPr/>
            <p:nvPr/>
          </p:nvSpPr>
          <p:spPr>
            <a:xfrm rot="20802578">
              <a:off x="5904206" y="4035615"/>
              <a:ext cx="70306" cy="14251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6" name="Rectangle 225">
              <a:extLst>
                <a:ext uri="{FF2B5EF4-FFF2-40B4-BE49-F238E27FC236}">
                  <a16:creationId xmlns:a16="http://schemas.microsoft.com/office/drawing/2014/main" id="{0D5F53C4-4CC3-B52F-7CF9-45D0313DE769}"/>
                </a:ext>
              </a:extLst>
            </p:cNvPr>
            <p:cNvSpPr/>
            <p:nvPr/>
          </p:nvSpPr>
          <p:spPr>
            <a:xfrm rot="21024799">
              <a:off x="6002156" y="4391778"/>
              <a:ext cx="74461" cy="14251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8" name="Rectangle 227">
              <a:extLst>
                <a:ext uri="{FF2B5EF4-FFF2-40B4-BE49-F238E27FC236}">
                  <a16:creationId xmlns:a16="http://schemas.microsoft.com/office/drawing/2014/main" id="{630DC717-0D4F-96BB-028A-0E449E247DE5}"/>
                </a:ext>
              </a:extLst>
            </p:cNvPr>
            <p:cNvSpPr/>
            <p:nvPr/>
          </p:nvSpPr>
          <p:spPr>
            <a:xfrm>
              <a:off x="6222584" y="5285529"/>
              <a:ext cx="70306" cy="142515"/>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E9F6FDEB-E171-28D6-C957-4E10B67F47F1}"/>
                </a:ext>
              </a:extLst>
            </p:cNvPr>
            <p:cNvCxnSpPr>
              <a:cxnSpLocks/>
              <a:endCxn id="222" idx="0"/>
            </p:cNvCxnSpPr>
            <p:nvPr/>
          </p:nvCxnSpPr>
          <p:spPr>
            <a:xfrm flipH="1">
              <a:off x="5895037" y="3474106"/>
              <a:ext cx="7437" cy="20745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5251BC0-F15C-256D-BEF7-F31C91BF48A6}"/>
                </a:ext>
              </a:extLst>
            </p:cNvPr>
            <p:cNvCxnSpPr>
              <a:cxnSpLocks/>
              <a:endCxn id="226" idx="0"/>
            </p:cNvCxnSpPr>
            <p:nvPr/>
          </p:nvCxnSpPr>
          <p:spPr>
            <a:xfrm>
              <a:off x="5966886" y="4182789"/>
              <a:ext cx="60634" cy="209984"/>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7" name="Oval 96">
              <a:extLst>
                <a:ext uri="{FF2B5EF4-FFF2-40B4-BE49-F238E27FC236}">
                  <a16:creationId xmlns:a16="http://schemas.microsoft.com/office/drawing/2014/main" id="{B00BA29D-5857-4836-D5CA-0A47F3599A7B}"/>
                </a:ext>
              </a:extLst>
            </p:cNvPr>
            <p:cNvSpPr/>
            <p:nvPr/>
          </p:nvSpPr>
          <p:spPr>
            <a:xfrm>
              <a:off x="5728925" y="3557661"/>
              <a:ext cx="72307" cy="953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8527CD41-B5A1-D755-9E6C-06EC79956797}"/>
                </a:ext>
              </a:extLst>
            </p:cNvPr>
            <p:cNvSpPr/>
            <p:nvPr/>
          </p:nvSpPr>
          <p:spPr>
            <a:xfrm>
              <a:off x="5948377" y="3544385"/>
              <a:ext cx="72307" cy="953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3" name="Oval 102">
              <a:extLst>
                <a:ext uri="{FF2B5EF4-FFF2-40B4-BE49-F238E27FC236}">
                  <a16:creationId xmlns:a16="http://schemas.microsoft.com/office/drawing/2014/main" id="{E9735335-4174-7A65-9098-810C444433A0}"/>
                </a:ext>
              </a:extLst>
            </p:cNvPr>
            <p:cNvSpPr/>
            <p:nvPr/>
          </p:nvSpPr>
          <p:spPr>
            <a:xfrm>
              <a:off x="6164070" y="4124017"/>
              <a:ext cx="72307" cy="953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8" name="Oval 117">
              <a:extLst>
                <a:ext uri="{FF2B5EF4-FFF2-40B4-BE49-F238E27FC236}">
                  <a16:creationId xmlns:a16="http://schemas.microsoft.com/office/drawing/2014/main" id="{9BC90EFF-2A13-C505-E6B4-37E82306F9DE}"/>
                </a:ext>
              </a:extLst>
            </p:cNvPr>
            <p:cNvSpPr/>
            <p:nvPr/>
          </p:nvSpPr>
          <p:spPr>
            <a:xfrm>
              <a:off x="5806437" y="4059558"/>
              <a:ext cx="72307" cy="953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126" name="Group 125">
            <a:extLst>
              <a:ext uri="{FF2B5EF4-FFF2-40B4-BE49-F238E27FC236}">
                <a16:creationId xmlns:a16="http://schemas.microsoft.com/office/drawing/2014/main" id="{25DF8976-E566-EAE1-93BB-34CB5C86793B}"/>
              </a:ext>
            </a:extLst>
          </p:cNvPr>
          <p:cNvGrpSpPr/>
          <p:nvPr/>
        </p:nvGrpSpPr>
        <p:grpSpPr>
          <a:xfrm>
            <a:off x="3225574" y="5382302"/>
            <a:ext cx="1177835" cy="720318"/>
            <a:chOff x="7457076" y="5574980"/>
            <a:chExt cx="1292030" cy="790155"/>
          </a:xfrm>
        </p:grpSpPr>
        <p:sp>
          <p:nvSpPr>
            <p:cNvPr id="123" name="Rectangle 122">
              <a:extLst>
                <a:ext uri="{FF2B5EF4-FFF2-40B4-BE49-F238E27FC236}">
                  <a16:creationId xmlns:a16="http://schemas.microsoft.com/office/drawing/2014/main" id="{86F862BD-0537-1C9D-7881-2C0822FE0614}"/>
                </a:ext>
              </a:extLst>
            </p:cNvPr>
            <p:cNvSpPr/>
            <p:nvPr/>
          </p:nvSpPr>
          <p:spPr>
            <a:xfrm>
              <a:off x="7457076" y="5574980"/>
              <a:ext cx="1292030" cy="790155"/>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50" name="Group 49">
              <a:extLst>
                <a:ext uri="{FF2B5EF4-FFF2-40B4-BE49-F238E27FC236}">
                  <a16:creationId xmlns:a16="http://schemas.microsoft.com/office/drawing/2014/main" id="{C33C6DCA-637F-0971-D525-F28C65CAD6B7}"/>
                </a:ext>
              </a:extLst>
            </p:cNvPr>
            <p:cNvGrpSpPr/>
            <p:nvPr/>
          </p:nvGrpSpPr>
          <p:grpSpPr>
            <a:xfrm>
              <a:off x="7614882" y="5705457"/>
              <a:ext cx="16560" cy="32040"/>
              <a:chOff x="5755520" y="3590300"/>
              <a:chExt cx="16560" cy="32040"/>
            </a:xfrm>
          </p:grpSpPr>
          <mc:AlternateContent xmlns:mc="http://schemas.openxmlformats.org/markup-compatibility/2006" xmlns:p14="http://schemas.microsoft.com/office/powerpoint/2010/main">
            <mc:Choice Requires="p14">
              <p:contentPart p14:bwMode="auto" r:id="rId95">
                <p14:nvContentPartPr>
                  <p14:cNvPr id="51" name="Ink 50">
                    <a:extLst>
                      <a:ext uri="{FF2B5EF4-FFF2-40B4-BE49-F238E27FC236}">
                        <a16:creationId xmlns:a16="http://schemas.microsoft.com/office/drawing/2014/main" id="{E9AE76E4-FE22-D1AC-3EEF-FE5AF78510A4}"/>
                      </a:ext>
                    </a:extLst>
                  </p14:cNvPr>
                  <p14:cNvContentPartPr/>
                  <p14:nvPr/>
                </p14:nvContentPartPr>
                <p14:xfrm>
                  <a:off x="5755520" y="3606500"/>
                  <a:ext cx="360" cy="360"/>
                </p14:xfrm>
              </p:contentPart>
            </mc:Choice>
            <mc:Fallback xmlns="">
              <p:pic>
                <p:nvPicPr>
                  <p:cNvPr id="188" name="Ink 187">
                    <a:extLst>
                      <a:ext uri="{FF2B5EF4-FFF2-40B4-BE49-F238E27FC236}">
                        <a16:creationId xmlns:a16="http://schemas.microsoft.com/office/drawing/2014/main" id="{E9AE76E4-FE22-D1AC-3EEF-FE5AF78510A4}"/>
                      </a:ext>
                    </a:extLst>
                  </p:cNvPr>
                  <p:cNvPicPr/>
                  <p:nvPr/>
                </p:nvPicPr>
                <p:blipFill>
                  <a:blip r:embed="rId52"/>
                  <a:stretch>
                    <a:fillRect/>
                  </a:stretch>
                </p:blipFill>
                <p:spPr>
                  <a:xfrm>
                    <a:off x="5737520" y="358850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2" name="Ink 51">
                    <a:extLst>
                      <a:ext uri="{FF2B5EF4-FFF2-40B4-BE49-F238E27FC236}">
                        <a16:creationId xmlns:a16="http://schemas.microsoft.com/office/drawing/2014/main" id="{4C835DF8-94AD-C33E-B4B9-D66867D1B940}"/>
                      </a:ext>
                    </a:extLst>
                  </p14:cNvPr>
                  <p14:cNvContentPartPr/>
                  <p14:nvPr/>
                </p14:nvContentPartPr>
                <p14:xfrm>
                  <a:off x="5755520" y="3590300"/>
                  <a:ext cx="16560" cy="32040"/>
                </p14:xfrm>
              </p:contentPart>
            </mc:Choice>
            <mc:Fallback xmlns="">
              <p:pic>
                <p:nvPicPr>
                  <p:cNvPr id="52" name="Ink 51">
                    <a:extLst>
                      <a:ext uri="{FF2B5EF4-FFF2-40B4-BE49-F238E27FC236}">
                        <a16:creationId xmlns:a16="http://schemas.microsoft.com/office/drawing/2014/main" id="{4C835DF8-94AD-C33E-B4B9-D66867D1B940}"/>
                      </a:ext>
                    </a:extLst>
                  </p:cNvPr>
                  <p:cNvPicPr/>
                  <p:nvPr/>
                </p:nvPicPr>
                <p:blipFill>
                  <a:blip r:embed="rId97"/>
                  <a:stretch>
                    <a:fillRect/>
                  </a:stretch>
                </p:blipFill>
                <p:spPr>
                  <a:xfrm>
                    <a:off x="5735806" y="3570763"/>
                    <a:ext cx="55594" cy="70722"/>
                  </a:xfrm>
                  <a:prstGeom prst="rect">
                    <a:avLst/>
                  </a:prstGeom>
                </p:spPr>
              </p:pic>
            </mc:Fallback>
          </mc:AlternateContent>
        </p:grpSp>
        <p:sp>
          <p:nvSpPr>
            <p:cNvPr id="53" name="TextBox 52">
              <a:extLst>
                <a:ext uri="{FF2B5EF4-FFF2-40B4-BE49-F238E27FC236}">
                  <a16:creationId xmlns:a16="http://schemas.microsoft.com/office/drawing/2014/main" id="{1FF874F5-54E1-F820-2BBE-E56C0C8D2781}"/>
                </a:ext>
              </a:extLst>
            </p:cNvPr>
            <p:cNvSpPr txBox="1"/>
            <p:nvPr/>
          </p:nvSpPr>
          <p:spPr>
            <a:xfrm>
              <a:off x="7800930" y="5599363"/>
              <a:ext cx="578872" cy="278534"/>
            </a:xfrm>
            <a:prstGeom prst="rect">
              <a:avLst/>
            </a:prstGeom>
            <a:noFill/>
          </p:spPr>
          <p:txBody>
            <a:bodyPr wrap="none" rtlCol="0">
              <a:spAutoFit/>
            </a:bodyPr>
            <a:lstStyle/>
            <a:p>
              <a:r>
                <a:rPr lang="en-IN" sz="1050" dirty="0">
                  <a:solidFill>
                    <a:schemeClr val="bg1">
                      <a:lumMod val="95000"/>
                    </a:schemeClr>
                  </a:solidFill>
                </a:rPr>
                <a:t>sEMG</a:t>
              </a:r>
            </a:p>
          </p:txBody>
        </p:sp>
        <p:sp>
          <p:nvSpPr>
            <p:cNvPr id="55" name="Rectangle 54">
              <a:extLst>
                <a:ext uri="{FF2B5EF4-FFF2-40B4-BE49-F238E27FC236}">
                  <a16:creationId xmlns:a16="http://schemas.microsoft.com/office/drawing/2014/main" id="{96F229C3-031F-2BF6-F4D0-5C396479D970}"/>
                </a:ext>
              </a:extLst>
            </p:cNvPr>
            <p:cNvSpPr/>
            <p:nvPr/>
          </p:nvSpPr>
          <p:spPr>
            <a:xfrm>
              <a:off x="7583177" y="5853279"/>
              <a:ext cx="105033" cy="21290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TextBox 55">
              <a:extLst>
                <a:ext uri="{FF2B5EF4-FFF2-40B4-BE49-F238E27FC236}">
                  <a16:creationId xmlns:a16="http://schemas.microsoft.com/office/drawing/2014/main" id="{52D096D3-B019-F373-F84A-270BE497372C}"/>
                </a:ext>
              </a:extLst>
            </p:cNvPr>
            <p:cNvSpPr txBox="1"/>
            <p:nvPr/>
          </p:nvSpPr>
          <p:spPr>
            <a:xfrm>
              <a:off x="7808851" y="5805518"/>
              <a:ext cx="878767" cy="253916"/>
            </a:xfrm>
            <a:prstGeom prst="rect">
              <a:avLst/>
            </a:prstGeom>
            <a:noFill/>
          </p:spPr>
          <p:txBody>
            <a:bodyPr wrap="none" rtlCol="0">
              <a:spAutoFit/>
            </a:bodyPr>
            <a:lstStyle/>
            <a:p>
              <a:r>
                <a:rPr lang="en-IN" sz="1050" dirty="0">
                  <a:solidFill>
                    <a:schemeClr val="bg1">
                      <a:lumMod val="95000"/>
                    </a:schemeClr>
                  </a:solidFill>
                </a:rPr>
                <a:t>Goniometer</a:t>
              </a:r>
            </a:p>
          </p:txBody>
        </p:sp>
        <p:sp>
          <p:nvSpPr>
            <p:cNvPr id="59" name="Rectangle 58">
              <a:extLst>
                <a:ext uri="{FF2B5EF4-FFF2-40B4-BE49-F238E27FC236}">
                  <a16:creationId xmlns:a16="http://schemas.microsoft.com/office/drawing/2014/main" id="{ED060508-3EE3-57EC-B570-29CE37EC3F67}"/>
                </a:ext>
              </a:extLst>
            </p:cNvPr>
            <p:cNvSpPr/>
            <p:nvPr/>
          </p:nvSpPr>
          <p:spPr>
            <a:xfrm>
              <a:off x="7538548" y="6175361"/>
              <a:ext cx="289502" cy="55869"/>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TextBox 59">
              <a:extLst>
                <a:ext uri="{FF2B5EF4-FFF2-40B4-BE49-F238E27FC236}">
                  <a16:creationId xmlns:a16="http://schemas.microsoft.com/office/drawing/2014/main" id="{EAEB5753-16D1-64EE-5AA0-56B91F0EB97D}"/>
                </a:ext>
              </a:extLst>
            </p:cNvPr>
            <p:cNvSpPr txBox="1"/>
            <p:nvPr/>
          </p:nvSpPr>
          <p:spPr>
            <a:xfrm>
              <a:off x="7804011" y="6044583"/>
              <a:ext cx="906017" cy="253916"/>
            </a:xfrm>
            <a:prstGeom prst="rect">
              <a:avLst/>
            </a:prstGeom>
            <a:noFill/>
          </p:spPr>
          <p:txBody>
            <a:bodyPr wrap="none" rtlCol="0">
              <a:spAutoFit/>
            </a:bodyPr>
            <a:lstStyle/>
            <a:p>
              <a:r>
                <a:rPr lang="en-IN" sz="1050" dirty="0">
                  <a:solidFill>
                    <a:schemeClr val="bg1">
                      <a:lumMod val="95000"/>
                    </a:schemeClr>
                  </a:solidFill>
                </a:rPr>
                <a:t>Force Plates</a:t>
              </a:r>
            </a:p>
          </p:txBody>
        </p:sp>
        <p:sp>
          <p:nvSpPr>
            <p:cNvPr id="125" name="Oval 124">
              <a:extLst>
                <a:ext uri="{FF2B5EF4-FFF2-40B4-BE49-F238E27FC236}">
                  <a16:creationId xmlns:a16="http://schemas.microsoft.com/office/drawing/2014/main" id="{B35CABB7-38CC-51C5-6335-ACE8BA579951}"/>
                </a:ext>
              </a:extLst>
            </p:cNvPr>
            <p:cNvSpPr/>
            <p:nvPr/>
          </p:nvSpPr>
          <p:spPr>
            <a:xfrm>
              <a:off x="7590088" y="5673176"/>
              <a:ext cx="72307" cy="953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42" name="Oval 141">
            <a:extLst>
              <a:ext uri="{FF2B5EF4-FFF2-40B4-BE49-F238E27FC236}">
                <a16:creationId xmlns:a16="http://schemas.microsoft.com/office/drawing/2014/main" id="{F7DC74BC-B7C5-BC83-0037-C512993D4248}"/>
              </a:ext>
            </a:extLst>
          </p:cNvPr>
          <p:cNvSpPr/>
          <p:nvPr/>
        </p:nvSpPr>
        <p:spPr>
          <a:xfrm>
            <a:off x="5809126" y="4466392"/>
            <a:ext cx="72307" cy="953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4" name="Oval 143">
            <a:extLst>
              <a:ext uri="{FF2B5EF4-FFF2-40B4-BE49-F238E27FC236}">
                <a16:creationId xmlns:a16="http://schemas.microsoft.com/office/drawing/2014/main" id="{9A5331B1-45C0-72EE-C640-0C51739072C5}"/>
              </a:ext>
            </a:extLst>
          </p:cNvPr>
          <p:cNvSpPr/>
          <p:nvPr/>
        </p:nvSpPr>
        <p:spPr>
          <a:xfrm>
            <a:off x="5733202" y="4526304"/>
            <a:ext cx="72307" cy="953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3" name="Oval 172">
            <a:extLst>
              <a:ext uri="{FF2B5EF4-FFF2-40B4-BE49-F238E27FC236}">
                <a16:creationId xmlns:a16="http://schemas.microsoft.com/office/drawing/2014/main" id="{B6C0CA79-BA58-2E33-ACA1-FA41CB367B1C}"/>
              </a:ext>
            </a:extLst>
          </p:cNvPr>
          <p:cNvSpPr/>
          <p:nvPr/>
        </p:nvSpPr>
        <p:spPr>
          <a:xfrm>
            <a:off x="5834561" y="4606183"/>
            <a:ext cx="72307" cy="953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0" name="Oval 179">
            <a:extLst>
              <a:ext uri="{FF2B5EF4-FFF2-40B4-BE49-F238E27FC236}">
                <a16:creationId xmlns:a16="http://schemas.microsoft.com/office/drawing/2014/main" id="{7D708235-6770-1954-BF25-2F39D04A80A6}"/>
              </a:ext>
            </a:extLst>
          </p:cNvPr>
          <p:cNvSpPr/>
          <p:nvPr/>
        </p:nvSpPr>
        <p:spPr>
          <a:xfrm>
            <a:off x="5606439" y="4953579"/>
            <a:ext cx="72307" cy="953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3" name="Oval 182">
            <a:extLst>
              <a:ext uri="{FF2B5EF4-FFF2-40B4-BE49-F238E27FC236}">
                <a16:creationId xmlns:a16="http://schemas.microsoft.com/office/drawing/2014/main" id="{31C40904-A88E-36A8-8E9D-0898C495FEC5}"/>
              </a:ext>
            </a:extLst>
          </p:cNvPr>
          <p:cNvSpPr/>
          <p:nvPr/>
        </p:nvSpPr>
        <p:spPr>
          <a:xfrm>
            <a:off x="5794110" y="4889744"/>
            <a:ext cx="72307" cy="953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5" name="Rectangle 184">
            <a:extLst>
              <a:ext uri="{FF2B5EF4-FFF2-40B4-BE49-F238E27FC236}">
                <a16:creationId xmlns:a16="http://schemas.microsoft.com/office/drawing/2014/main" id="{6F8BE127-7A9B-358B-E398-8735DCED4807}"/>
              </a:ext>
            </a:extLst>
          </p:cNvPr>
          <p:cNvSpPr/>
          <p:nvPr/>
        </p:nvSpPr>
        <p:spPr>
          <a:xfrm rot="16200000">
            <a:off x="5980679" y="5552240"/>
            <a:ext cx="70306" cy="14106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3" name="Oval 212">
            <a:extLst>
              <a:ext uri="{FF2B5EF4-FFF2-40B4-BE49-F238E27FC236}">
                <a16:creationId xmlns:a16="http://schemas.microsoft.com/office/drawing/2014/main" id="{2A6A56C2-2A48-7DB1-FA1E-176F407D55A2}"/>
              </a:ext>
            </a:extLst>
          </p:cNvPr>
          <p:cNvSpPr/>
          <p:nvPr/>
        </p:nvSpPr>
        <p:spPr>
          <a:xfrm>
            <a:off x="5830264" y="5183504"/>
            <a:ext cx="72307" cy="953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21" name="TextBox 220">
                <a:extLst>
                  <a:ext uri="{FF2B5EF4-FFF2-40B4-BE49-F238E27FC236}">
                    <a16:creationId xmlns:a16="http://schemas.microsoft.com/office/drawing/2014/main" id="{B6F5923F-9260-2C35-779F-3ED006FC8CFD}"/>
                  </a:ext>
                </a:extLst>
              </p:cNvPr>
              <p:cNvSpPr txBox="1"/>
              <p:nvPr/>
            </p:nvSpPr>
            <p:spPr>
              <a:xfrm>
                <a:off x="3432736" y="2893685"/>
                <a:ext cx="1168910" cy="553998"/>
              </a:xfrm>
              <a:prstGeom prst="rect">
                <a:avLst/>
              </a:prstGeom>
              <a:noFill/>
            </p:spPr>
            <p:txBody>
              <a:bodyPr wrap="none" lIns="0" tIns="0" rIns="0" bIns="0" rtlCol="0">
                <a:spAutoFit/>
              </a:bodyPr>
              <a:lstStyle/>
              <a:p>
                <a14:m>
                  <m:oMath xmlns:m="http://schemas.openxmlformats.org/officeDocument/2006/math">
                    <m:r>
                      <a:rPr lang="en-IN" b="0" i="1" smtClean="0">
                        <a:solidFill>
                          <a:schemeClr val="bg1"/>
                        </a:solidFill>
                        <a:latin typeface="Cambria Math" panose="02040503050406030204" pitchFamily="18" charset="0"/>
                      </a:rPr>
                      <m:t>𝑘</m:t>
                    </m:r>
                    <m:r>
                      <a:rPr lang="en-IN" i="1">
                        <a:solidFill>
                          <a:schemeClr val="bg1"/>
                        </a:solidFill>
                        <a:latin typeface="Cambria Math" panose="02040503050406030204" pitchFamily="18" charset="0"/>
                        <a:ea typeface="Cambria Math" panose="02040503050406030204" pitchFamily="18" charset="0"/>
                      </a:rPr>
                      <m:t>∈</m:t>
                    </m:r>
                  </m:oMath>
                </a14:m>
                <a:r>
                  <a:rPr lang="en-IN" dirty="0">
                    <a:solidFill>
                      <a:schemeClr val="bg1"/>
                    </a:solidFill>
                  </a:rPr>
                  <a:t> </a:t>
                </a:r>
                <a14:m>
                  <m:oMath xmlns:m="http://schemas.openxmlformats.org/officeDocument/2006/math">
                    <m:r>
                      <a:rPr lang="en-IN" b="0" i="1" dirty="0" smtClean="0">
                        <a:solidFill>
                          <a:schemeClr val="bg1"/>
                        </a:solidFill>
                        <a:latin typeface="Cambria Math" panose="02040503050406030204" pitchFamily="18" charset="0"/>
                      </a:rPr>
                      <m:t>[ 1 , 11]</m:t>
                    </m:r>
                  </m:oMath>
                </a14:m>
                <a:r>
                  <a:rPr lang="en-IN" dirty="0">
                    <a:solidFill>
                      <a:schemeClr val="bg1"/>
                    </a:solidFill>
                  </a:rPr>
                  <a:t> </a:t>
                </a:r>
              </a:p>
              <a:p>
                <a:endParaRPr lang="en-IN" dirty="0">
                  <a:solidFill>
                    <a:schemeClr val="bg1"/>
                  </a:solidFill>
                </a:endParaRPr>
              </a:p>
            </p:txBody>
          </p:sp>
        </mc:Choice>
        <mc:Fallback xmlns="">
          <p:sp>
            <p:nvSpPr>
              <p:cNvPr id="221" name="TextBox 220">
                <a:extLst>
                  <a:ext uri="{FF2B5EF4-FFF2-40B4-BE49-F238E27FC236}">
                    <a16:creationId xmlns:a16="http://schemas.microsoft.com/office/drawing/2014/main" id="{B6F5923F-9260-2C35-779F-3ED006FC8CFD}"/>
                  </a:ext>
                </a:extLst>
              </p:cNvPr>
              <p:cNvSpPr txBox="1">
                <a:spLocks noRot="1" noChangeAspect="1" noMove="1" noResize="1" noEditPoints="1" noAdjustHandles="1" noChangeArrowheads="1" noChangeShapeType="1" noTextEdit="1"/>
              </p:cNvSpPr>
              <p:nvPr/>
            </p:nvSpPr>
            <p:spPr>
              <a:xfrm>
                <a:off x="3432736" y="2893685"/>
                <a:ext cx="1168910" cy="553998"/>
              </a:xfrm>
              <a:prstGeom prst="rect">
                <a:avLst/>
              </a:prstGeom>
              <a:blipFill>
                <a:blip r:embed="rId98"/>
                <a:stretch>
                  <a:fillRect l="-7292" t="-2198" r="-5729"/>
                </a:stretch>
              </a:blipFill>
            </p:spPr>
            <p:txBody>
              <a:bodyPr/>
              <a:lstStyle/>
              <a:p>
                <a:r>
                  <a:rPr lang="en-IN">
                    <a:noFill/>
                  </a:rPr>
                  <a:t> </a:t>
                </a:r>
              </a:p>
            </p:txBody>
          </p:sp>
        </mc:Fallback>
      </mc:AlternateContent>
      <p:sp>
        <p:nvSpPr>
          <p:cNvPr id="223" name="TextBox 222">
            <a:extLst>
              <a:ext uri="{FF2B5EF4-FFF2-40B4-BE49-F238E27FC236}">
                <a16:creationId xmlns:a16="http://schemas.microsoft.com/office/drawing/2014/main" id="{4D70AA0A-475D-BEAC-16B5-8827ADF19E72}"/>
              </a:ext>
            </a:extLst>
          </p:cNvPr>
          <p:cNvSpPr txBox="1"/>
          <p:nvPr/>
        </p:nvSpPr>
        <p:spPr>
          <a:xfrm>
            <a:off x="3487879" y="2570904"/>
            <a:ext cx="1058623" cy="307777"/>
          </a:xfrm>
          <a:prstGeom prst="rect">
            <a:avLst/>
          </a:prstGeom>
          <a:noFill/>
        </p:spPr>
        <p:txBody>
          <a:bodyPr wrap="none" rtlCol="0">
            <a:spAutoFit/>
          </a:bodyPr>
          <a:lstStyle/>
          <a:p>
            <a:r>
              <a:rPr lang="en-IN" sz="1400" dirty="0">
                <a:solidFill>
                  <a:schemeClr val="bg1"/>
                </a:solidFill>
                <a:latin typeface="Arial Rounded MT Bold" panose="020F0704030504030204" pitchFamily="34" charset="0"/>
              </a:rPr>
              <a:t>Synergies</a:t>
            </a:r>
          </a:p>
        </p:txBody>
      </p:sp>
      <p:sp>
        <p:nvSpPr>
          <p:cNvPr id="241" name="TextBox 240">
            <a:extLst>
              <a:ext uri="{FF2B5EF4-FFF2-40B4-BE49-F238E27FC236}">
                <a16:creationId xmlns:a16="http://schemas.microsoft.com/office/drawing/2014/main" id="{D26DB5A8-8D4E-C4AD-5202-9A66D3FF5EE9}"/>
              </a:ext>
            </a:extLst>
          </p:cNvPr>
          <p:cNvSpPr txBox="1"/>
          <p:nvPr/>
        </p:nvSpPr>
        <p:spPr>
          <a:xfrm>
            <a:off x="-17939" y="6427113"/>
            <a:ext cx="12149952" cy="430887"/>
          </a:xfrm>
          <a:prstGeom prst="rect">
            <a:avLst/>
          </a:prstGeom>
          <a:noFill/>
        </p:spPr>
        <p:txBody>
          <a:bodyPr wrap="square" rtlCol="0">
            <a:spAutoFit/>
          </a:bodyPr>
          <a:lstStyle/>
          <a:p>
            <a:r>
              <a:rPr lang="en-IN" sz="1100" dirty="0">
                <a:solidFill>
                  <a:schemeClr val="bg1"/>
                </a:solidFill>
              </a:rPr>
              <a:t>[2] </a:t>
            </a:r>
            <a:r>
              <a:rPr lang="en-US" sz="1100" i="1" dirty="0">
                <a:solidFill>
                  <a:schemeClr val="bg1"/>
                </a:solidFill>
              </a:rPr>
              <a:t>J. Camargo, A. Ramanathan, W. Flanagan, A. J. Young. "A comprehensive, open-source dataset of lower limb biomechanics in multiple conditions of stairs, ramps, </a:t>
            </a:r>
          </a:p>
          <a:p>
            <a:r>
              <a:rPr lang="en-US" sz="1100" i="1" dirty="0">
                <a:solidFill>
                  <a:schemeClr val="bg1"/>
                </a:solidFill>
              </a:rPr>
              <a:t>and level-ground ambulation and transitions." Journal of Biomechanics, vol. 119, 110320, 2021. https://doi.org/10.1016/j.jbiomech.2021.110320</a:t>
            </a:r>
            <a:endParaRPr lang="en-IN" sz="1100" i="1" dirty="0">
              <a:solidFill>
                <a:schemeClr val="bg1"/>
              </a:solidFill>
            </a:endParaRPr>
          </a:p>
        </p:txBody>
      </p:sp>
      <p:pic>
        <p:nvPicPr>
          <p:cNvPr id="13" name="Picture 12">
            <a:extLst>
              <a:ext uri="{FF2B5EF4-FFF2-40B4-BE49-F238E27FC236}">
                <a16:creationId xmlns:a16="http://schemas.microsoft.com/office/drawing/2014/main" id="{75647EF2-7973-F6FA-00EA-6E195C031DAC}"/>
              </a:ext>
            </a:extLst>
          </p:cNvPr>
          <p:cNvPicPr>
            <a:picLocks noChangeAspect="1"/>
          </p:cNvPicPr>
          <p:nvPr/>
        </p:nvPicPr>
        <p:blipFill>
          <a:blip r:embed="rId99">
            <a:extLst>
              <a:ext uri="{BEBA8EAE-BF5A-486C-A8C5-ECC9F3942E4B}">
                <a14:imgProps xmlns:a14="http://schemas.microsoft.com/office/drawing/2010/main">
                  <a14:imgLayer r:embed="rId100">
                    <a14:imgEffect>
                      <a14:artisticGlowEdges/>
                    </a14:imgEffect>
                  </a14:imgLayer>
                </a14:imgProps>
              </a:ext>
            </a:extLst>
          </a:blip>
          <a:stretch>
            <a:fillRect/>
          </a:stretch>
        </p:blipFill>
        <p:spPr>
          <a:xfrm>
            <a:off x="6530898" y="2990421"/>
            <a:ext cx="2208500" cy="13779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mc:AlternateContent xmlns:mc="http://schemas.openxmlformats.org/markup-compatibility/2006" xmlns:p14="http://schemas.microsoft.com/office/powerpoint/2010/main">
        <mc:Choice Requires="p14">
          <p:contentPart p14:bwMode="auto" r:id="rId101">
            <p14:nvContentPartPr>
              <p14:cNvPr id="4" name="Ink 3">
                <a:extLst>
                  <a:ext uri="{FF2B5EF4-FFF2-40B4-BE49-F238E27FC236}">
                    <a16:creationId xmlns:a16="http://schemas.microsoft.com/office/drawing/2014/main" id="{29E288C4-C4D5-7D12-5135-91C5D4C71763}"/>
                  </a:ext>
                </a:extLst>
              </p14:cNvPr>
              <p14:cNvContentPartPr/>
              <p14:nvPr/>
            </p14:nvContentPartPr>
            <p14:xfrm>
              <a:off x="5510700" y="3543075"/>
              <a:ext cx="360" cy="168120"/>
            </p14:xfrm>
          </p:contentPart>
        </mc:Choice>
        <mc:Fallback xmlns="">
          <p:pic>
            <p:nvPicPr>
              <p:cNvPr id="4" name="Ink 3">
                <a:extLst>
                  <a:ext uri="{FF2B5EF4-FFF2-40B4-BE49-F238E27FC236}">
                    <a16:creationId xmlns:a16="http://schemas.microsoft.com/office/drawing/2014/main" id="{29E288C4-C4D5-7D12-5135-91C5D4C71763}"/>
                  </a:ext>
                </a:extLst>
              </p:cNvPr>
              <p:cNvPicPr/>
              <p:nvPr/>
            </p:nvPicPr>
            <p:blipFill>
              <a:blip r:embed="rId102"/>
              <a:stretch>
                <a:fillRect/>
              </a:stretch>
            </p:blipFill>
            <p:spPr>
              <a:xfrm>
                <a:off x="5493060" y="3525435"/>
                <a:ext cx="3600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 name="Ink 5">
                <a:extLst>
                  <a:ext uri="{FF2B5EF4-FFF2-40B4-BE49-F238E27FC236}">
                    <a16:creationId xmlns:a16="http://schemas.microsoft.com/office/drawing/2014/main" id="{60D0E612-D363-BA3F-09E8-7B636B329476}"/>
                  </a:ext>
                </a:extLst>
              </p14:cNvPr>
              <p14:cNvContentPartPr/>
              <p14:nvPr/>
            </p14:nvContentPartPr>
            <p14:xfrm>
              <a:off x="5581470" y="4249785"/>
              <a:ext cx="61200" cy="173880"/>
            </p14:xfrm>
          </p:contentPart>
        </mc:Choice>
        <mc:Fallback xmlns="">
          <p:pic>
            <p:nvPicPr>
              <p:cNvPr id="6" name="Ink 5">
                <a:extLst>
                  <a:ext uri="{FF2B5EF4-FFF2-40B4-BE49-F238E27FC236}">
                    <a16:creationId xmlns:a16="http://schemas.microsoft.com/office/drawing/2014/main" id="{60D0E612-D363-BA3F-09E8-7B636B329476}"/>
                  </a:ext>
                </a:extLst>
              </p:cNvPr>
              <p:cNvPicPr/>
              <p:nvPr/>
            </p:nvPicPr>
            <p:blipFill>
              <a:blip r:embed="rId104"/>
              <a:stretch>
                <a:fillRect/>
              </a:stretch>
            </p:blipFill>
            <p:spPr>
              <a:xfrm>
                <a:off x="5563470" y="4232145"/>
                <a:ext cx="9684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0" name="Ink 9">
                <a:extLst>
                  <a:ext uri="{FF2B5EF4-FFF2-40B4-BE49-F238E27FC236}">
                    <a16:creationId xmlns:a16="http://schemas.microsoft.com/office/drawing/2014/main" id="{8B3F9DDD-5A4D-CCA1-20C3-AA82591D892F}"/>
                  </a:ext>
                </a:extLst>
              </p14:cNvPr>
              <p14:cNvContentPartPr/>
              <p14:nvPr/>
            </p14:nvContentPartPr>
            <p14:xfrm>
              <a:off x="5882430" y="5486115"/>
              <a:ext cx="59040" cy="95400"/>
            </p14:xfrm>
          </p:contentPart>
        </mc:Choice>
        <mc:Fallback xmlns="">
          <p:pic>
            <p:nvPicPr>
              <p:cNvPr id="10" name="Ink 9">
                <a:extLst>
                  <a:ext uri="{FF2B5EF4-FFF2-40B4-BE49-F238E27FC236}">
                    <a16:creationId xmlns:a16="http://schemas.microsoft.com/office/drawing/2014/main" id="{8B3F9DDD-5A4D-CCA1-20C3-AA82591D892F}"/>
                  </a:ext>
                </a:extLst>
              </p:cNvPr>
              <p:cNvPicPr/>
              <p:nvPr/>
            </p:nvPicPr>
            <p:blipFill>
              <a:blip r:embed="rId106"/>
              <a:stretch>
                <a:fillRect/>
              </a:stretch>
            </p:blipFill>
            <p:spPr>
              <a:xfrm>
                <a:off x="5864790" y="5468475"/>
                <a:ext cx="94680" cy="131040"/>
              </a:xfrm>
              <a:prstGeom prst="rect">
                <a:avLst/>
              </a:prstGeom>
            </p:spPr>
          </p:pic>
        </mc:Fallback>
      </mc:AlternateContent>
      <p:sp>
        <p:nvSpPr>
          <p:cNvPr id="15" name="TextBox 14">
            <a:extLst>
              <a:ext uri="{FF2B5EF4-FFF2-40B4-BE49-F238E27FC236}">
                <a16:creationId xmlns:a16="http://schemas.microsoft.com/office/drawing/2014/main" id="{318D4BCD-F5EA-6D43-D8BB-99894DFBFA87}"/>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5</a:t>
            </a:r>
          </a:p>
        </p:txBody>
      </p:sp>
    </p:spTree>
    <p:extLst>
      <p:ext uri="{BB962C8B-B14F-4D97-AF65-F5344CB8AC3E}">
        <p14:creationId xmlns:p14="http://schemas.microsoft.com/office/powerpoint/2010/main" val="105348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A6892-9A4F-73D0-5892-8EAC438D2705}"/>
              </a:ext>
            </a:extLst>
          </p:cNvPr>
          <p:cNvSpPr>
            <a:spLocks noGrp="1"/>
          </p:cNvSpPr>
          <p:nvPr>
            <p:ph type="title"/>
          </p:nvPr>
        </p:nvSpPr>
        <p:spPr>
          <a:xfrm>
            <a:off x="838199" y="118859"/>
            <a:ext cx="10515600" cy="1325563"/>
          </a:xfrm>
        </p:spPr>
        <p:txBody>
          <a:bodyPr>
            <a:normAutofit/>
          </a:bodyPr>
          <a:lstStyle/>
          <a:p>
            <a:pPr algn="ctr"/>
            <a:r>
              <a:rPr lang="en-IN" b="1" dirty="0">
                <a:solidFill>
                  <a:schemeClr val="accent1">
                    <a:lumMod val="60000"/>
                    <a:lumOff val="40000"/>
                  </a:schemeClr>
                </a:solidFill>
              </a:rPr>
              <a:t>EMG Prior</a:t>
            </a:r>
            <a:br>
              <a:rPr lang="en-IN" b="1" dirty="0">
                <a:solidFill>
                  <a:schemeClr val="accent1">
                    <a:lumMod val="60000"/>
                    <a:lumOff val="40000"/>
                  </a:schemeClr>
                </a:solidFill>
              </a:rPr>
            </a:br>
            <a:r>
              <a:rPr lang="en-IN" sz="1800" b="1" dirty="0">
                <a:solidFill>
                  <a:schemeClr val="bg1">
                    <a:lumMod val="95000"/>
                  </a:schemeClr>
                </a:solidFill>
              </a:rPr>
              <a:t>Autoencoder</a:t>
            </a:r>
            <a:endParaRPr lang="en-IN" sz="1800" dirty="0">
              <a:solidFill>
                <a:schemeClr val="bg1">
                  <a:lumMod val="95000"/>
                </a:schemeClr>
              </a:solidFill>
            </a:endParaRPr>
          </a:p>
        </p:txBody>
      </p:sp>
      <p:cxnSp>
        <p:nvCxnSpPr>
          <p:cNvPr id="5" name="Straight Arrow Connector 4">
            <a:extLst>
              <a:ext uri="{FF2B5EF4-FFF2-40B4-BE49-F238E27FC236}">
                <a16:creationId xmlns:a16="http://schemas.microsoft.com/office/drawing/2014/main" id="{D4D11247-B0DB-95A2-7BEC-0DD69AFBCFA3}"/>
              </a:ext>
            </a:extLst>
          </p:cNvPr>
          <p:cNvCxnSpPr>
            <a:cxnSpLocks/>
          </p:cNvCxnSpPr>
          <p:nvPr/>
        </p:nvCxnSpPr>
        <p:spPr>
          <a:xfrm>
            <a:off x="-1606422" y="3074065"/>
            <a:ext cx="2444621"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BAC9EC0-8B47-042D-272A-ADB0020BC7B5}"/>
                  </a:ext>
                </a:extLst>
              </p:cNvPr>
              <p:cNvSpPr txBox="1"/>
              <p:nvPr/>
            </p:nvSpPr>
            <p:spPr>
              <a:xfrm>
                <a:off x="142296" y="2473901"/>
                <a:ext cx="457200" cy="461665"/>
              </a:xfrm>
              <a:prstGeom prst="rect">
                <a:avLst/>
              </a:prstGeom>
              <a:noFill/>
            </p:spPr>
            <p:txBody>
              <a:bodyPr wrap="square">
                <a:spAutoFit/>
              </a:bodyPr>
              <a:lstStyle/>
              <a:p>
                <a:pPr/>
                <a14:m>
                  <m:oMathPara xmlns:m="http://schemas.openxmlformats.org/officeDocument/2006/math">
                    <m:oMath>
                      <m:sSub>
                        <m:sSubPr>
                          <m:ctrlPr>
                            <a:rPr lang="en-IN" sz="2400" b="1" i="0" smtClean="0">
                              <a:solidFill>
                                <a:schemeClr val="bg2"/>
                              </a:solidFill>
                              <a:latin typeface="Cambria Math" panose="02040503050406030204" pitchFamily="18" charset="0"/>
                            </a:rPr>
                          </m:ctrlPr>
                        </m:sSubPr>
                        <m:e>
                          <m:r>
                            <m:rPr>
                              <m:nor/>
                            </m:rPr>
                            <a:rPr lang="en-IN" sz="2400" b="1" i="0" smtClean="0">
                              <a:solidFill>
                                <a:schemeClr val="bg2"/>
                              </a:solidFill>
                              <a:latin typeface="Cambria Math" panose="02040503050406030204" pitchFamily="18" charset="0"/>
                            </a:rPr>
                            <m:t>a</m:t>
                          </m:r>
                        </m:e>
                        <m:sub>
                          <m:r>
                            <a:rPr lang="en-IN" sz="2400" b="0" i="1" smtClean="0">
                              <a:solidFill>
                                <a:schemeClr val="bg2"/>
                              </a:solidFill>
                              <a:latin typeface="Cambria Math" panose="02040503050406030204" pitchFamily="18" charset="0"/>
                            </a:rPr>
                            <m:t>𝑡</m:t>
                          </m:r>
                        </m:sub>
                      </m:sSub>
                    </m:oMath>
                  </m:oMathPara>
                </a14:m>
                <a:endParaRPr lang="en-IN" dirty="0"/>
              </a:p>
            </p:txBody>
          </p:sp>
        </mc:Choice>
        <mc:Fallback xmlns="">
          <p:sp>
            <p:nvSpPr>
              <p:cNvPr id="13" name="TextBox 12">
                <a:extLst>
                  <a:ext uri="{FF2B5EF4-FFF2-40B4-BE49-F238E27FC236}">
                    <a16:creationId xmlns:a16="http://schemas.microsoft.com/office/drawing/2014/main" id="{7BAC9EC0-8B47-042D-272A-ADB0020BC7B5}"/>
                  </a:ext>
                </a:extLst>
              </p:cNvPr>
              <p:cNvSpPr txBox="1">
                <a:spLocks noRot="1" noChangeAspect="1" noMove="1" noResize="1" noEditPoints="1" noAdjustHandles="1" noChangeArrowheads="1" noChangeShapeType="1" noTextEdit="1"/>
              </p:cNvSpPr>
              <p:nvPr/>
            </p:nvSpPr>
            <p:spPr>
              <a:xfrm>
                <a:off x="142296" y="2473901"/>
                <a:ext cx="457200" cy="461665"/>
              </a:xfrm>
              <a:prstGeom prst="rect">
                <a:avLst/>
              </a:prstGeom>
              <a:blipFill>
                <a:blip r:embed="rId3"/>
                <a:stretch>
                  <a:fillRect/>
                </a:stretch>
              </a:blipFill>
            </p:spPr>
            <p:txBody>
              <a:bodyPr/>
              <a:lstStyle/>
              <a:p>
                <a:r>
                  <a:rPr lang="en-IN">
                    <a:noFill/>
                  </a:rPr>
                  <a:t> </a:t>
                </a:r>
              </a:p>
            </p:txBody>
          </p:sp>
        </mc:Fallback>
      </mc:AlternateContent>
      <p:pic>
        <p:nvPicPr>
          <p:cNvPr id="24" name="Picture 23">
            <a:extLst>
              <a:ext uri="{FF2B5EF4-FFF2-40B4-BE49-F238E27FC236}">
                <a16:creationId xmlns:a16="http://schemas.microsoft.com/office/drawing/2014/main" id="{F6984718-7200-91E0-CA55-4E425FD00783}"/>
              </a:ext>
            </a:extLst>
          </p:cNvPr>
          <p:cNvPicPr>
            <a:picLocks noChangeAspect="1"/>
          </p:cNvPicPr>
          <p:nvPr/>
        </p:nvPicPr>
        <p:blipFill>
          <a:blip r:embed="rId4"/>
          <a:stretch>
            <a:fillRect/>
          </a:stretch>
        </p:blipFill>
        <p:spPr>
          <a:xfrm>
            <a:off x="604249" y="1555805"/>
            <a:ext cx="9825135" cy="3493830"/>
          </a:xfrm>
          <a:prstGeom prst="rect">
            <a:avLst/>
          </a:prstGeom>
        </p:spPr>
      </p:pic>
      <p:sp>
        <p:nvSpPr>
          <p:cNvPr id="25" name="TextBox 24">
            <a:extLst>
              <a:ext uri="{FF2B5EF4-FFF2-40B4-BE49-F238E27FC236}">
                <a16:creationId xmlns:a16="http://schemas.microsoft.com/office/drawing/2014/main" id="{9D827A9E-84DC-0C74-A03F-89310A9EBAE2}"/>
              </a:ext>
            </a:extLst>
          </p:cNvPr>
          <p:cNvSpPr txBox="1"/>
          <p:nvPr/>
        </p:nvSpPr>
        <p:spPr>
          <a:xfrm>
            <a:off x="5640355" y="2971800"/>
            <a:ext cx="65" cy="276999"/>
          </a:xfrm>
          <a:prstGeom prst="rect">
            <a:avLst/>
          </a:prstGeom>
          <a:noFill/>
        </p:spPr>
        <p:txBody>
          <a:bodyPr wrap="none" lIns="0" tIns="0" rIns="0" bIns="0" rtlCol="0">
            <a:spAutoFit/>
          </a:bodyPr>
          <a:lstStyle/>
          <a:p>
            <a:endParaRPr lang="en-IN" dirty="0"/>
          </a:p>
        </p:txBody>
      </p:sp>
      <p:pic>
        <p:nvPicPr>
          <p:cNvPr id="30" name="Picture 29">
            <a:extLst>
              <a:ext uri="{FF2B5EF4-FFF2-40B4-BE49-F238E27FC236}">
                <a16:creationId xmlns:a16="http://schemas.microsoft.com/office/drawing/2014/main" id="{FCA980FF-9B0F-148F-371C-283A07A927A9}"/>
              </a:ext>
            </a:extLst>
          </p:cNvPr>
          <p:cNvPicPr>
            <a:picLocks noChangeAspect="1"/>
          </p:cNvPicPr>
          <p:nvPr/>
        </p:nvPicPr>
        <p:blipFill>
          <a:blip r:embed="rId5"/>
          <a:srcRect r="25461" b="71285"/>
          <a:stretch>
            <a:fillRect/>
          </a:stretch>
        </p:blipFill>
        <p:spPr>
          <a:xfrm>
            <a:off x="2798502" y="4868070"/>
            <a:ext cx="6594993" cy="1221622"/>
          </a:xfrm>
          <a:prstGeom prst="rect">
            <a:avLst/>
          </a:prstGeom>
        </p:spPr>
      </p:pic>
      <p:sp>
        <p:nvSpPr>
          <p:cNvPr id="38" name="TextBox 37">
            <a:extLst>
              <a:ext uri="{FF2B5EF4-FFF2-40B4-BE49-F238E27FC236}">
                <a16:creationId xmlns:a16="http://schemas.microsoft.com/office/drawing/2014/main" id="{D4A9F894-6C98-6072-A43B-997C0A5242DC}"/>
              </a:ext>
            </a:extLst>
          </p:cNvPr>
          <p:cNvSpPr txBox="1"/>
          <p:nvPr/>
        </p:nvSpPr>
        <p:spPr>
          <a:xfrm>
            <a:off x="7285587" y="2810400"/>
            <a:ext cx="435429" cy="369332"/>
          </a:xfrm>
          <a:prstGeom prst="rect">
            <a:avLst/>
          </a:prstGeom>
          <a:noFill/>
        </p:spPr>
        <p:txBody>
          <a:bodyPr wrap="square">
            <a:spAutoFit/>
          </a:bodyPr>
          <a:lstStyle/>
          <a:p>
            <a:r>
              <a:rPr lang="en-IN" dirty="0"/>
              <a:t>🔐</a:t>
            </a:r>
          </a:p>
        </p:txBody>
      </p:sp>
      <p:sp>
        <p:nvSpPr>
          <p:cNvPr id="39" name="Rectangle 38">
            <a:extLst>
              <a:ext uri="{FF2B5EF4-FFF2-40B4-BE49-F238E27FC236}">
                <a16:creationId xmlns:a16="http://schemas.microsoft.com/office/drawing/2014/main" id="{1056A1CD-03BD-C9A3-C249-1009A5E2C8EF}"/>
              </a:ext>
            </a:extLst>
          </p:cNvPr>
          <p:cNvSpPr/>
          <p:nvPr/>
        </p:nvSpPr>
        <p:spPr>
          <a:xfrm>
            <a:off x="4873837" y="2483004"/>
            <a:ext cx="1091184" cy="102412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3" name="Picture 42">
            <a:extLst>
              <a:ext uri="{FF2B5EF4-FFF2-40B4-BE49-F238E27FC236}">
                <a16:creationId xmlns:a16="http://schemas.microsoft.com/office/drawing/2014/main" id="{B13DC177-F3C4-BB91-4D6A-39A3B2F9469B}"/>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tretch>
            <a:fillRect/>
          </a:stretch>
        </p:blipFill>
        <p:spPr>
          <a:xfrm>
            <a:off x="4977767" y="2542554"/>
            <a:ext cx="994439" cy="1024124"/>
          </a:xfrm>
          <a:prstGeom prst="rect">
            <a:avLst/>
          </a:prstGeom>
        </p:spPr>
      </p:pic>
      <p:pic>
        <p:nvPicPr>
          <p:cNvPr id="4" name="Picture 3">
            <a:extLst>
              <a:ext uri="{FF2B5EF4-FFF2-40B4-BE49-F238E27FC236}">
                <a16:creationId xmlns:a16="http://schemas.microsoft.com/office/drawing/2014/main" id="{C93EF9CC-B2A1-A3CA-A922-4B34F1AF7AA8}"/>
              </a:ext>
            </a:extLst>
          </p:cNvPr>
          <p:cNvPicPr>
            <a:picLocks noChangeAspect="1"/>
          </p:cNvPicPr>
          <p:nvPr/>
        </p:nvPicPr>
        <p:blipFill>
          <a:blip r:embed="rId8"/>
          <a:stretch>
            <a:fillRect/>
          </a:stretch>
        </p:blipFill>
        <p:spPr>
          <a:xfrm>
            <a:off x="884582" y="2483004"/>
            <a:ext cx="1350741" cy="1143224"/>
          </a:xfrm>
          <a:prstGeom prst="rect">
            <a:avLst/>
          </a:prstGeom>
        </p:spPr>
      </p:pic>
      <p:pic>
        <p:nvPicPr>
          <p:cNvPr id="9" name="Picture 8">
            <a:extLst>
              <a:ext uri="{FF2B5EF4-FFF2-40B4-BE49-F238E27FC236}">
                <a16:creationId xmlns:a16="http://schemas.microsoft.com/office/drawing/2014/main" id="{FB51AD9F-F88C-3B51-C632-D3FD0AD65026}"/>
              </a:ext>
            </a:extLst>
          </p:cNvPr>
          <p:cNvPicPr>
            <a:picLocks noChangeAspect="1"/>
          </p:cNvPicPr>
          <p:nvPr/>
        </p:nvPicPr>
        <p:blipFill>
          <a:blip r:embed="rId8"/>
          <a:stretch>
            <a:fillRect/>
          </a:stretch>
        </p:blipFill>
        <p:spPr>
          <a:xfrm>
            <a:off x="8826352" y="2483004"/>
            <a:ext cx="1350741" cy="1143224"/>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2BEA790-D2CB-3B76-0AD3-4C424E51B1CD}"/>
                  </a:ext>
                </a:extLst>
              </p:cNvPr>
              <p:cNvSpPr txBox="1"/>
              <p:nvPr/>
            </p:nvSpPr>
            <p:spPr>
              <a:xfrm>
                <a:off x="10290066" y="2357780"/>
                <a:ext cx="872803" cy="1432572"/>
              </a:xfrm>
              <a:prstGeom prst="rect">
                <a:avLst/>
              </a:prstGeom>
              <a:noFill/>
            </p:spPr>
            <p:txBody>
              <a:bodyPr wrap="none" rtlCol="0">
                <a:spAutoFit/>
              </a:bodyPr>
              <a:lstStyle/>
              <a:p>
                <a:pPr/>
                <a14:m>
                  <m:oMathPara xmlns:m="http://schemas.openxmlformats.org/officeDocument/2006/math">
                    <m:oMath>
                      <m:d>
                        <m:dPr>
                          <m:begChr m:val="["/>
                          <m:endChr m:val="]"/>
                          <m:ctrlPr>
                            <a:rPr lang="en-IN" i="1">
                              <a:solidFill>
                                <a:schemeClr val="bg2"/>
                              </a:solidFill>
                              <a:latin typeface="Cambria Math" panose="02040503050406030204" pitchFamily="18" charset="0"/>
                            </a:rPr>
                          </m:ctrlPr>
                        </m:dPr>
                        <m:e>
                          <m:m>
                            <m:mPr>
                              <m:mcs>
                                <m:mc>
                                  <m:mcPr>
                                    <m:count m:val="1"/>
                                    <m:mcJc m:val="center"/>
                                  </m:mcPr>
                                </m:mc>
                              </m:mcs>
                              <m:ctrlPr>
                                <a:rPr lang="en-IN" i="1">
                                  <a:solidFill>
                                    <a:schemeClr val="bg2"/>
                                  </a:solidFill>
                                  <a:latin typeface="Cambria Math" panose="02040503050406030204" pitchFamily="18" charset="0"/>
                                </a:rPr>
                              </m:ctrlPr>
                            </m:mPr>
                            <m:mr>
                              <m:e>
                                <m:sSubSup>
                                  <m:sSubSupPr>
                                    <m:ctrlPr>
                                      <a:rPr lang="en-IN" i="1">
                                        <a:solidFill>
                                          <a:schemeClr val="bg2"/>
                                        </a:solidFill>
                                        <a:latin typeface="Cambria Math" panose="02040503050406030204" pitchFamily="18" charset="0"/>
                                      </a:rPr>
                                    </m:ctrlPr>
                                  </m:sSubSupPr>
                                  <m:e>
                                    <m:r>
                                      <a:rPr lang="en-IN" i="1">
                                        <a:solidFill>
                                          <a:schemeClr val="bg2"/>
                                        </a:solidFill>
                                        <a:latin typeface="Cambria Math" panose="02040503050406030204" pitchFamily="18" charset="0"/>
                                      </a:rPr>
                                      <m:t>𝑎</m:t>
                                    </m:r>
                                  </m:e>
                                  <m:sub>
                                    <m:r>
                                      <a:rPr lang="en-IN" i="1">
                                        <a:solidFill>
                                          <a:schemeClr val="bg2"/>
                                        </a:solidFill>
                                        <a:latin typeface="Cambria Math" panose="02040503050406030204" pitchFamily="18" charset="0"/>
                                      </a:rPr>
                                      <m:t>𝑡</m:t>
                                    </m:r>
                                  </m:sub>
                                  <m:sup>
                                    <m:r>
                                      <a:rPr lang="en-IN" i="1">
                                        <a:solidFill>
                                          <a:schemeClr val="bg2"/>
                                        </a:solidFill>
                                        <a:latin typeface="Cambria Math" panose="02040503050406030204" pitchFamily="18" charset="0"/>
                                      </a:rPr>
                                      <m:t>(1)</m:t>
                                    </m:r>
                                  </m:sup>
                                </m:sSubSup>
                              </m:e>
                            </m:mr>
                            <m:mr>
                              <m:e>
                                <m:eqArr>
                                  <m:eqArrPr>
                                    <m:ctrlPr>
                                      <a:rPr lang="en-IN" i="1">
                                        <a:solidFill>
                                          <a:schemeClr val="bg2"/>
                                        </a:solidFill>
                                        <a:latin typeface="Cambria Math" panose="02040503050406030204" pitchFamily="18" charset="0"/>
                                      </a:rPr>
                                    </m:ctrlPr>
                                  </m:eqArrPr>
                                  <m:e>
                                    <m:sSubSup>
                                      <m:sSubSupPr>
                                        <m:ctrlPr>
                                          <a:rPr lang="en-IN" i="1">
                                            <a:solidFill>
                                              <a:schemeClr val="bg2"/>
                                            </a:solidFill>
                                            <a:latin typeface="Cambria Math" panose="02040503050406030204" pitchFamily="18" charset="0"/>
                                          </a:rPr>
                                        </m:ctrlPr>
                                      </m:sSubSupPr>
                                      <m:e>
                                        <m:r>
                                          <a:rPr lang="en-IN" i="1">
                                            <a:solidFill>
                                              <a:schemeClr val="bg2"/>
                                            </a:solidFill>
                                            <a:latin typeface="Cambria Math" panose="02040503050406030204" pitchFamily="18" charset="0"/>
                                          </a:rPr>
                                          <m:t>𝑎</m:t>
                                        </m:r>
                                      </m:e>
                                      <m:sub>
                                        <m:r>
                                          <a:rPr lang="en-IN" i="1">
                                            <a:solidFill>
                                              <a:schemeClr val="bg2"/>
                                            </a:solidFill>
                                            <a:latin typeface="Cambria Math" panose="02040503050406030204" pitchFamily="18" charset="0"/>
                                          </a:rPr>
                                          <m:t>𝑡</m:t>
                                        </m:r>
                                      </m:sub>
                                      <m:sup>
                                        <m:r>
                                          <a:rPr lang="en-IN" i="1">
                                            <a:solidFill>
                                              <a:schemeClr val="bg2"/>
                                            </a:solidFill>
                                            <a:latin typeface="Cambria Math" panose="02040503050406030204" pitchFamily="18" charset="0"/>
                                          </a:rPr>
                                          <m:t>(2)</m:t>
                                        </m:r>
                                      </m:sup>
                                    </m:sSubSup>
                                  </m:e>
                                  <m:e>
                                    <m:r>
                                      <a:rPr lang="en-IN" i="1">
                                        <a:solidFill>
                                          <a:schemeClr val="bg2"/>
                                        </a:solidFill>
                                        <a:latin typeface="Cambria Math" panose="02040503050406030204" pitchFamily="18" charset="0"/>
                                      </a:rPr>
                                      <m:t>⋮</m:t>
                                    </m:r>
                                  </m:e>
                                </m:eqArr>
                              </m:e>
                            </m:mr>
                            <m:mr>
                              <m:e>
                                <m:sSubSup>
                                  <m:sSubSupPr>
                                    <m:ctrlPr>
                                      <a:rPr lang="en-IN" i="1">
                                        <a:solidFill>
                                          <a:schemeClr val="bg2"/>
                                        </a:solidFill>
                                        <a:latin typeface="Cambria Math" panose="02040503050406030204" pitchFamily="18" charset="0"/>
                                      </a:rPr>
                                    </m:ctrlPr>
                                  </m:sSubSupPr>
                                  <m:e>
                                    <m:r>
                                      <a:rPr lang="en-IN" i="1">
                                        <a:solidFill>
                                          <a:schemeClr val="bg2"/>
                                        </a:solidFill>
                                        <a:latin typeface="Cambria Math" panose="02040503050406030204" pitchFamily="18" charset="0"/>
                                      </a:rPr>
                                      <m:t>𝑎</m:t>
                                    </m:r>
                                  </m:e>
                                  <m:sub>
                                    <m:r>
                                      <a:rPr lang="en-IN" i="1">
                                        <a:solidFill>
                                          <a:schemeClr val="bg2"/>
                                        </a:solidFill>
                                        <a:latin typeface="Cambria Math" panose="02040503050406030204" pitchFamily="18" charset="0"/>
                                      </a:rPr>
                                      <m:t>𝑡</m:t>
                                    </m:r>
                                  </m:sub>
                                  <m:sup>
                                    <m:r>
                                      <a:rPr lang="en-IN" i="1">
                                        <a:solidFill>
                                          <a:schemeClr val="bg2"/>
                                        </a:solidFill>
                                        <a:latin typeface="Cambria Math" panose="02040503050406030204" pitchFamily="18" charset="0"/>
                                      </a:rPr>
                                      <m:t>(11)</m:t>
                                    </m:r>
                                  </m:sup>
                                </m:sSubSup>
                              </m:e>
                            </m:mr>
                          </m:m>
                        </m:e>
                      </m:d>
                    </m:oMath>
                  </m:oMathPara>
                </a14:m>
                <a:endParaRPr lang="en-IN" dirty="0"/>
              </a:p>
            </p:txBody>
          </p:sp>
        </mc:Choice>
        <mc:Fallback xmlns="">
          <p:sp>
            <p:nvSpPr>
              <p:cNvPr id="6" name="TextBox 5">
                <a:extLst>
                  <a:ext uri="{FF2B5EF4-FFF2-40B4-BE49-F238E27FC236}">
                    <a16:creationId xmlns:a16="http://schemas.microsoft.com/office/drawing/2014/main" id="{72BEA790-D2CB-3B76-0AD3-4C424E51B1CD}"/>
                  </a:ext>
                </a:extLst>
              </p:cNvPr>
              <p:cNvSpPr txBox="1">
                <a:spLocks noRot="1" noChangeAspect="1" noMove="1" noResize="1" noEditPoints="1" noAdjustHandles="1" noChangeArrowheads="1" noChangeShapeType="1" noTextEdit="1"/>
              </p:cNvSpPr>
              <p:nvPr/>
            </p:nvSpPr>
            <p:spPr>
              <a:xfrm>
                <a:off x="10290066" y="2357780"/>
                <a:ext cx="872803" cy="143257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6D12099-52F8-CA7C-6615-7ECFF4C6E941}"/>
                  </a:ext>
                </a:extLst>
              </p:cNvPr>
              <p:cNvSpPr txBox="1"/>
              <p:nvPr/>
            </p:nvSpPr>
            <p:spPr>
              <a:xfrm>
                <a:off x="11177240" y="2935566"/>
                <a:ext cx="190758" cy="276999"/>
              </a:xfrm>
              <a:prstGeom prst="rect">
                <a:avLst/>
              </a:prstGeom>
              <a:noFill/>
            </p:spPr>
            <p:txBody>
              <a:bodyPr wrap="none" lIns="0" tIns="0" rIns="0" bIns="0" rtlCol="0">
                <a:spAutoFit/>
              </a:bodyPr>
              <a:lstStyle/>
              <a:p>
                <a:pPr/>
                <a14:m>
                  <m:oMathPara xmlns:m="http://schemas.openxmlformats.org/officeDocument/2006/math">
                    <m:oMath>
                      <m:r>
                        <a:rPr lang="en-IN" i="1" smtClean="0">
                          <a:solidFill>
                            <a:schemeClr val="bg2"/>
                          </a:solidFill>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8" name="TextBox 7">
                <a:extLst>
                  <a:ext uri="{FF2B5EF4-FFF2-40B4-BE49-F238E27FC236}">
                    <a16:creationId xmlns:a16="http://schemas.microsoft.com/office/drawing/2014/main" id="{F6D12099-52F8-CA7C-6615-7ECFF4C6E941}"/>
                  </a:ext>
                </a:extLst>
              </p:cNvPr>
              <p:cNvSpPr txBox="1">
                <a:spLocks noRot="1" noChangeAspect="1" noMove="1" noResize="1" noEditPoints="1" noAdjustHandles="1" noChangeArrowheads="1" noChangeShapeType="1" noTextEdit="1"/>
              </p:cNvSpPr>
              <p:nvPr/>
            </p:nvSpPr>
            <p:spPr>
              <a:xfrm>
                <a:off x="11177240" y="2935566"/>
                <a:ext cx="190758" cy="276999"/>
              </a:xfrm>
              <a:prstGeom prst="rect">
                <a:avLst/>
              </a:prstGeom>
              <a:blipFill>
                <a:blip r:embed="rId10"/>
                <a:stretch>
                  <a:fillRect l="-25806" r="-25806" b="-222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1ED552F-DBAE-01A8-6979-38F9C94E5F32}"/>
                  </a:ext>
                </a:extLst>
              </p:cNvPr>
              <p:cNvSpPr txBox="1"/>
              <p:nvPr/>
            </p:nvSpPr>
            <p:spPr>
              <a:xfrm>
                <a:off x="11382369" y="2869950"/>
                <a:ext cx="696024" cy="369332"/>
              </a:xfrm>
              <a:prstGeom prst="rect">
                <a:avLst/>
              </a:prstGeom>
              <a:noFill/>
            </p:spPr>
            <p:txBody>
              <a:bodyPr wrap="square" rtlCol="0">
                <a:spAutoFit/>
              </a:bodyPr>
              <a:lstStyle/>
              <a:p>
                <a:pPr/>
                <a14:m>
                  <m:oMathPara xmlns:m="http://schemas.openxmlformats.org/officeDocument/2006/math">
                    <m:oMath>
                      <m:r>
                        <a:rPr lang="en-IN" b="0" i="1" smtClean="0">
                          <a:solidFill>
                            <a:schemeClr val="bg2"/>
                          </a:solidFill>
                          <a:latin typeface="Cambria Math" panose="02040503050406030204" pitchFamily="18" charset="0"/>
                        </a:rPr>
                        <m:t>[0,1]</m:t>
                      </m:r>
                    </m:oMath>
                  </m:oMathPara>
                </a14:m>
                <a:endParaRPr lang="en-IN" dirty="0">
                  <a:solidFill>
                    <a:schemeClr val="bg2"/>
                  </a:solidFill>
                </a:endParaRPr>
              </a:p>
            </p:txBody>
          </p:sp>
        </mc:Choice>
        <mc:Fallback xmlns="">
          <p:sp>
            <p:nvSpPr>
              <p:cNvPr id="11" name="TextBox 10">
                <a:extLst>
                  <a:ext uri="{FF2B5EF4-FFF2-40B4-BE49-F238E27FC236}">
                    <a16:creationId xmlns:a16="http://schemas.microsoft.com/office/drawing/2014/main" id="{E1ED552F-DBAE-01A8-6979-38F9C94E5F32}"/>
                  </a:ext>
                </a:extLst>
              </p:cNvPr>
              <p:cNvSpPr txBox="1">
                <a:spLocks noRot="1" noChangeAspect="1" noMove="1" noResize="1" noEditPoints="1" noAdjustHandles="1" noChangeArrowheads="1" noChangeShapeType="1" noTextEdit="1"/>
              </p:cNvSpPr>
              <p:nvPr/>
            </p:nvSpPr>
            <p:spPr>
              <a:xfrm>
                <a:off x="11382369" y="2869950"/>
                <a:ext cx="696024" cy="369332"/>
              </a:xfrm>
              <a:prstGeom prst="rect">
                <a:avLst/>
              </a:prstGeom>
              <a:blipFill>
                <a:blip r:embed="rId11"/>
                <a:stretch>
                  <a:fillRect b="-1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480EBB4-6B22-F564-9FCC-421726A4820D}"/>
                  </a:ext>
                </a:extLst>
              </p:cNvPr>
              <p:cNvSpPr txBox="1"/>
              <p:nvPr/>
            </p:nvSpPr>
            <p:spPr>
              <a:xfrm>
                <a:off x="1117230" y="1606539"/>
                <a:ext cx="675032" cy="584775"/>
              </a:xfrm>
              <a:prstGeom prst="rect">
                <a:avLst/>
              </a:prstGeom>
              <a:solidFill>
                <a:schemeClr val="tx1"/>
              </a:solidFill>
            </p:spPr>
            <p:txBody>
              <a:bodyPr wrap="square">
                <a:spAutoFit/>
              </a:bodyPr>
              <a:lstStyle/>
              <a:p>
                <a:pPr/>
                <a14:m>
                  <m:oMathPara xmlns:m="http://schemas.openxmlformats.org/officeDocument/2006/math">
                    <m:oMath>
                      <m:sSub>
                        <m:sSubPr>
                          <m:ctrlPr>
                            <a:rPr lang="en-IN" sz="3200" b="1" i="1" smtClean="0">
                              <a:solidFill>
                                <a:schemeClr val="bg1"/>
                              </a:solidFill>
                              <a:latin typeface="Cambria Math" panose="02040503050406030204" pitchFamily="18" charset="0"/>
                            </a:rPr>
                          </m:ctrlPr>
                        </m:sSubPr>
                        <m:e>
                          <m:r>
                            <a:rPr lang="en-IN" sz="3200" b="1" i="1" smtClean="0">
                              <a:solidFill>
                                <a:schemeClr val="bg1"/>
                              </a:solidFill>
                              <a:latin typeface="Cambria Math" panose="02040503050406030204" pitchFamily="18" charset="0"/>
                            </a:rPr>
                            <m:t>𝒂</m:t>
                          </m:r>
                        </m:e>
                        <m:sub>
                          <m:r>
                            <a:rPr lang="en-IN" sz="3200" b="1" i="1" smtClean="0">
                              <a:solidFill>
                                <a:schemeClr val="bg1"/>
                              </a:solidFill>
                              <a:latin typeface="Cambria Math" panose="02040503050406030204" pitchFamily="18" charset="0"/>
                            </a:rPr>
                            <m:t>𝒕</m:t>
                          </m:r>
                        </m:sub>
                      </m:sSub>
                    </m:oMath>
                  </m:oMathPara>
                </a14:m>
                <a:endParaRPr lang="en-IN" sz="2400" dirty="0">
                  <a:solidFill>
                    <a:schemeClr val="bg1"/>
                  </a:solidFill>
                </a:endParaRPr>
              </a:p>
            </p:txBody>
          </p:sp>
        </mc:Choice>
        <mc:Fallback xmlns="">
          <p:sp>
            <p:nvSpPr>
              <p:cNvPr id="14" name="TextBox 13">
                <a:extLst>
                  <a:ext uri="{FF2B5EF4-FFF2-40B4-BE49-F238E27FC236}">
                    <a16:creationId xmlns:a16="http://schemas.microsoft.com/office/drawing/2014/main" id="{2480EBB4-6B22-F564-9FCC-421726A4820D}"/>
                  </a:ext>
                </a:extLst>
              </p:cNvPr>
              <p:cNvSpPr txBox="1">
                <a:spLocks noRot="1" noChangeAspect="1" noMove="1" noResize="1" noEditPoints="1" noAdjustHandles="1" noChangeArrowheads="1" noChangeShapeType="1" noTextEdit="1"/>
              </p:cNvSpPr>
              <p:nvPr/>
            </p:nvSpPr>
            <p:spPr>
              <a:xfrm>
                <a:off x="1117230" y="1606539"/>
                <a:ext cx="675032" cy="584775"/>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FD19839-1665-8922-048E-EB49452A1694}"/>
                  </a:ext>
                </a:extLst>
              </p:cNvPr>
              <p:cNvSpPr txBox="1"/>
              <p:nvPr/>
            </p:nvSpPr>
            <p:spPr>
              <a:xfrm>
                <a:off x="5140718" y="1577935"/>
                <a:ext cx="675032" cy="584775"/>
              </a:xfrm>
              <a:prstGeom prst="rect">
                <a:avLst/>
              </a:prstGeom>
              <a:solidFill>
                <a:schemeClr val="tx1"/>
              </a:solidFill>
            </p:spPr>
            <p:txBody>
              <a:bodyPr wrap="square">
                <a:spAutoFit/>
              </a:bodyPr>
              <a:lstStyle/>
              <a:p>
                <a:pPr/>
                <a14:m>
                  <m:oMathPara xmlns:m="http://schemas.openxmlformats.org/officeDocument/2006/math">
                    <m:oMath>
                      <m:sSub>
                        <m:sSubPr>
                          <m:ctrlPr>
                            <a:rPr lang="en-IN" sz="3200" b="1" i="1" smtClean="0">
                              <a:solidFill>
                                <a:schemeClr val="bg1"/>
                              </a:solidFill>
                              <a:latin typeface="Cambria Math" panose="02040503050406030204" pitchFamily="18" charset="0"/>
                            </a:rPr>
                          </m:ctrlPr>
                        </m:sSubPr>
                        <m:e>
                          <m:r>
                            <a:rPr lang="en-IN" sz="3200" b="1" i="1" smtClean="0">
                              <a:solidFill>
                                <a:schemeClr val="bg1"/>
                              </a:solidFill>
                              <a:latin typeface="Cambria Math" panose="02040503050406030204" pitchFamily="18" charset="0"/>
                            </a:rPr>
                            <m:t>𝒂</m:t>
                          </m:r>
                        </m:e>
                        <m:sub>
                          <m:r>
                            <a:rPr lang="en-IN" sz="3200" b="1" i="1" smtClean="0">
                              <a:solidFill>
                                <a:schemeClr val="bg1"/>
                              </a:solidFill>
                              <a:latin typeface="Cambria Math" panose="02040503050406030204" pitchFamily="18" charset="0"/>
                            </a:rPr>
                            <m:t>𝒍</m:t>
                          </m:r>
                        </m:sub>
                      </m:sSub>
                    </m:oMath>
                  </m:oMathPara>
                </a14:m>
                <a:endParaRPr lang="en-IN" sz="2000" dirty="0">
                  <a:solidFill>
                    <a:schemeClr val="bg1"/>
                  </a:solidFill>
                </a:endParaRPr>
              </a:p>
            </p:txBody>
          </p:sp>
        </mc:Choice>
        <mc:Fallback xmlns="">
          <p:sp>
            <p:nvSpPr>
              <p:cNvPr id="16" name="TextBox 15">
                <a:extLst>
                  <a:ext uri="{FF2B5EF4-FFF2-40B4-BE49-F238E27FC236}">
                    <a16:creationId xmlns:a16="http://schemas.microsoft.com/office/drawing/2014/main" id="{BFD19839-1665-8922-048E-EB49452A1694}"/>
                  </a:ext>
                </a:extLst>
              </p:cNvPr>
              <p:cNvSpPr txBox="1">
                <a:spLocks noRot="1" noChangeAspect="1" noMove="1" noResize="1" noEditPoints="1" noAdjustHandles="1" noChangeArrowheads="1" noChangeShapeType="1" noTextEdit="1"/>
              </p:cNvSpPr>
              <p:nvPr/>
            </p:nvSpPr>
            <p:spPr>
              <a:xfrm>
                <a:off x="5140718" y="1577935"/>
                <a:ext cx="675032" cy="584775"/>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B477656-7244-F6A6-2DD8-6B21B0B73708}"/>
                  </a:ext>
                </a:extLst>
              </p:cNvPr>
              <p:cNvSpPr txBox="1"/>
              <p:nvPr/>
            </p:nvSpPr>
            <p:spPr>
              <a:xfrm>
                <a:off x="9164206" y="1606539"/>
                <a:ext cx="675032" cy="584775"/>
              </a:xfrm>
              <a:prstGeom prst="rect">
                <a:avLst/>
              </a:prstGeom>
              <a:solidFill>
                <a:schemeClr val="tx1"/>
              </a:solidFill>
            </p:spPr>
            <p:txBody>
              <a:bodyPr wrap="square">
                <a:spAutoFit/>
              </a:bodyPr>
              <a:lstStyle/>
              <a:p>
                <a:pPr/>
                <a14:m>
                  <m:oMathPara xmlns:m="http://schemas.openxmlformats.org/officeDocument/2006/math">
                    <m:oMath>
                      <m:sSub>
                        <m:sSubPr>
                          <m:ctrlPr>
                            <a:rPr lang="en-IN" sz="3200" b="1" i="1">
                              <a:solidFill>
                                <a:schemeClr val="accent2">
                                  <a:lumMod val="60000"/>
                                  <a:lumOff val="40000"/>
                                </a:schemeClr>
                              </a:solidFill>
                              <a:latin typeface="Cambria Math" panose="02040503050406030204" pitchFamily="18" charset="0"/>
                            </a:rPr>
                          </m:ctrlPr>
                        </m:sSubPr>
                        <m:e>
                          <m:acc>
                            <m:accPr>
                              <m:chr m:val="ˆ"/>
                              <m:ctrlPr>
                                <a:rPr lang="en-IN" sz="3200" b="1" i="1">
                                  <a:solidFill>
                                    <a:schemeClr val="accent2">
                                      <a:lumMod val="60000"/>
                                      <a:lumOff val="40000"/>
                                    </a:schemeClr>
                                  </a:solidFill>
                                  <a:latin typeface="Cambria Math" panose="02040503050406030204" pitchFamily="18" charset="0"/>
                                </a:rPr>
                              </m:ctrlPr>
                            </m:accPr>
                            <m:e>
                              <m:r>
                                <a:rPr lang="en-IN" sz="3200" b="1" i="1">
                                  <a:solidFill>
                                    <a:schemeClr val="accent2">
                                      <a:lumMod val="60000"/>
                                      <a:lumOff val="40000"/>
                                    </a:schemeClr>
                                  </a:solidFill>
                                  <a:latin typeface="Cambria Math" panose="02040503050406030204" pitchFamily="18" charset="0"/>
                                </a:rPr>
                                <m:t>𝒂</m:t>
                              </m:r>
                            </m:e>
                          </m:acc>
                        </m:e>
                        <m:sub>
                          <m:r>
                            <a:rPr lang="en-IN" sz="3200" b="1" i="1">
                              <a:solidFill>
                                <a:schemeClr val="accent2">
                                  <a:lumMod val="60000"/>
                                  <a:lumOff val="40000"/>
                                </a:schemeClr>
                              </a:solidFill>
                              <a:latin typeface="Cambria Math" panose="02040503050406030204" pitchFamily="18" charset="0"/>
                            </a:rPr>
                            <m:t>𝒕</m:t>
                          </m:r>
                        </m:sub>
                      </m:sSub>
                    </m:oMath>
                  </m:oMathPara>
                </a14:m>
                <a:endParaRPr lang="en-IN" sz="2000" dirty="0">
                  <a:solidFill>
                    <a:schemeClr val="bg1"/>
                  </a:solidFill>
                </a:endParaRPr>
              </a:p>
            </p:txBody>
          </p:sp>
        </mc:Choice>
        <mc:Fallback xmlns="">
          <p:sp>
            <p:nvSpPr>
              <p:cNvPr id="18" name="TextBox 17">
                <a:extLst>
                  <a:ext uri="{FF2B5EF4-FFF2-40B4-BE49-F238E27FC236}">
                    <a16:creationId xmlns:a16="http://schemas.microsoft.com/office/drawing/2014/main" id="{DB477656-7244-F6A6-2DD8-6B21B0B73708}"/>
                  </a:ext>
                </a:extLst>
              </p:cNvPr>
              <p:cNvSpPr txBox="1">
                <a:spLocks noRot="1" noChangeAspect="1" noMove="1" noResize="1" noEditPoints="1" noAdjustHandles="1" noChangeArrowheads="1" noChangeShapeType="1" noTextEdit="1"/>
              </p:cNvSpPr>
              <p:nvPr/>
            </p:nvSpPr>
            <p:spPr>
              <a:xfrm>
                <a:off x="9164206" y="1606539"/>
                <a:ext cx="675032" cy="584775"/>
              </a:xfrm>
              <a:prstGeom prst="rect">
                <a:avLst/>
              </a:prstGeom>
              <a:blipFill>
                <a:blip r:embed="rId14"/>
                <a:stretch>
                  <a:fillRect/>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2EA491CC-8B13-DC75-6269-0F0F04A48C02}"/>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6</a:t>
            </a:r>
          </a:p>
        </p:txBody>
      </p:sp>
    </p:spTree>
    <p:extLst>
      <p:ext uri="{BB962C8B-B14F-4D97-AF65-F5344CB8AC3E}">
        <p14:creationId xmlns:p14="http://schemas.microsoft.com/office/powerpoint/2010/main" val="2151141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26426454-86E9-6065-F407-1F6B7CA59D48}"/>
              </a:ext>
            </a:extLst>
          </p:cNvPr>
          <p:cNvGrpSpPr/>
          <p:nvPr/>
        </p:nvGrpSpPr>
        <p:grpSpPr>
          <a:xfrm>
            <a:off x="5036820" y="2497670"/>
            <a:ext cx="802654" cy="174725"/>
            <a:chOff x="5036820" y="2497670"/>
            <a:chExt cx="802654" cy="174725"/>
          </a:xfrm>
        </p:grpSpPr>
        <p:cxnSp>
          <p:nvCxnSpPr>
            <p:cNvPr id="14" name="Straight Connector 13">
              <a:extLst>
                <a:ext uri="{FF2B5EF4-FFF2-40B4-BE49-F238E27FC236}">
                  <a16:creationId xmlns:a16="http://schemas.microsoft.com/office/drawing/2014/main" id="{FC43A56E-6A65-244A-CC39-37DC6E7B0222}"/>
                </a:ext>
              </a:extLst>
            </p:cNvPr>
            <p:cNvCxnSpPr>
              <a:cxnSpLocks/>
            </p:cNvCxnSpPr>
            <p:nvPr/>
          </p:nvCxnSpPr>
          <p:spPr>
            <a:xfrm flipV="1">
              <a:off x="5036820" y="2497670"/>
              <a:ext cx="0" cy="174725"/>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E72C0297-9D1F-BF86-7A77-7CB543B2CE7B}"/>
                </a:ext>
              </a:extLst>
            </p:cNvPr>
            <p:cNvCxnSpPr>
              <a:cxnSpLocks/>
            </p:cNvCxnSpPr>
            <p:nvPr/>
          </p:nvCxnSpPr>
          <p:spPr>
            <a:xfrm flipH="1" flipV="1">
              <a:off x="5830939" y="2497670"/>
              <a:ext cx="3810" cy="16139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31A69FED-4974-F96A-4779-FB36008E89A8}"/>
                </a:ext>
              </a:extLst>
            </p:cNvPr>
            <p:cNvCxnSpPr/>
            <p:nvPr/>
          </p:nvCxnSpPr>
          <p:spPr>
            <a:xfrm>
              <a:off x="5036820" y="2497670"/>
              <a:ext cx="802654"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3" name="Rectangle 2">
            <a:extLst>
              <a:ext uri="{FF2B5EF4-FFF2-40B4-BE49-F238E27FC236}">
                <a16:creationId xmlns:a16="http://schemas.microsoft.com/office/drawing/2014/main" id="{5815A774-45B6-72A2-9312-A8912698AE66}"/>
              </a:ext>
            </a:extLst>
          </p:cNvPr>
          <p:cNvSpPr/>
          <p:nvPr/>
        </p:nvSpPr>
        <p:spPr>
          <a:xfrm>
            <a:off x="2728886" y="5615084"/>
            <a:ext cx="3228696" cy="72282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IN"/>
          </a:p>
        </p:txBody>
      </p:sp>
      <p:sp>
        <p:nvSpPr>
          <p:cNvPr id="2" name="Title 1">
            <a:extLst>
              <a:ext uri="{FF2B5EF4-FFF2-40B4-BE49-F238E27FC236}">
                <a16:creationId xmlns:a16="http://schemas.microsoft.com/office/drawing/2014/main" id="{B2D0F1D5-6682-F39C-8236-9DDF74E7F95F}"/>
              </a:ext>
            </a:extLst>
          </p:cNvPr>
          <p:cNvSpPr>
            <a:spLocks noGrp="1"/>
          </p:cNvSpPr>
          <p:nvPr>
            <p:ph type="title"/>
          </p:nvPr>
        </p:nvSpPr>
        <p:spPr>
          <a:xfrm>
            <a:off x="699782" y="259248"/>
            <a:ext cx="10515600" cy="1325563"/>
          </a:xfrm>
        </p:spPr>
        <p:txBody>
          <a:bodyPr/>
          <a:lstStyle/>
          <a:p>
            <a:r>
              <a:rPr lang="en-IN" b="1" dirty="0">
                <a:solidFill>
                  <a:schemeClr val="accent1">
                    <a:lumMod val="60000"/>
                    <a:lumOff val="40000"/>
                  </a:schemeClr>
                </a:solidFill>
              </a:rPr>
              <a:t>EMG Prior</a:t>
            </a:r>
            <a:br>
              <a:rPr lang="en-IN" b="1" dirty="0">
                <a:solidFill>
                  <a:schemeClr val="accent1">
                    <a:lumMod val="60000"/>
                    <a:lumOff val="40000"/>
                  </a:schemeClr>
                </a:solidFill>
              </a:rPr>
            </a:br>
            <a:r>
              <a:rPr lang="en-IN" sz="1600" b="1" dirty="0">
                <a:solidFill>
                  <a:schemeClr val="bg1"/>
                </a:solidFill>
              </a:rPr>
              <a:t>Policy</a:t>
            </a:r>
            <a:endParaRPr lang="en-IN" sz="1600" dirty="0">
              <a:solidFill>
                <a:schemeClr val="bg1"/>
              </a:solidFill>
            </a:endParaRPr>
          </a:p>
        </p:txBody>
      </p:sp>
      <p:cxnSp>
        <p:nvCxnSpPr>
          <p:cNvPr id="20" name="Straight Connector 19">
            <a:extLst>
              <a:ext uri="{FF2B5EF4-FFF2-40B4-BE49-F238E27FC236}">
                <a16:creationId xmlns:a16="http://schemas.microsoft.com/office/drawing/2014/main" id="{6A5CFB51-E4E9-4372-553D-0D1C1140BA6D}"/>
              </a:ext>
            </a:extLst>
          </p:cNvPr>
          <p:cNvCxnSpPr>
            <a:cxnSpLocks/>
          </p:cNvCxnSpPr>
          <p:nvPr/>
        </p:nvCxnSpPr>
        <p:spPr>
          <a:xfrm>
            <a:off x="-3402466" y="1027906"/>
            <a:ext cx="1" cy="420513"/>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1" name="TextBox 90">
            <a:extLst>
              <a:ext uri="{FF2B5EF4-FFF2-40B4-BE49-F238E27FC236}">
                <a16:creationId xmlns:a16="http://schemas.microsoft.com/office/drawing/2014/main" id="{B5C6CD04-F0EF-8DCC-05AC-A679BC4C66E3}"/>
              </a:ext>
            </a:extLst>
          </p:cNvPr>
          <p:cNvSpPr txBox="1"/>
          <p:nvPr/>
        </p:nvSpPr>
        <p:spPr>
          <a:xfrm>
            <a:off x="80668" y="6458081"/>
            <a:ext cx="8265404" cy="369332"/>
          </a:xfrm>
          <a:prstGeom prst="rect">
            <a:avLst/>
          </a:prstGeom>
          <a:noFill/>
        </p:spPr>
        <p:txBody>
          <a:bodyPr wrap="none" rtlCol="0">
            <a:spAutoFit/>
          </a:bodyPr>
          <a:lstStyle/>
          <a:p>
            <a:r>
              <a:rPr lang="en-IN" sz="1100" dirty="0">
                <a:solidFill>
                  <a:schemeClr val="bg1"/>
                </a:solidFill>
              </a:rPr>
              <a:t>[3]</a:t>
            </a:r>
            <a:r>
              <a:rPr lang="en-IN" dirty="0">
                <a:solidFill>
                  <a:schemeClr val="bg1"/>
                </a:solidFill>
              </a:rPr>
              <a:t> </a:t>
            </a:r>
            <a:r>
              <a:rPr lang="en-IN" sz="1100" i="1" dirty="0" err="1">
                <a:solidFill>
                  <a:schemeClr val="bg1"/>
                </a:solidFill>
              </a:rPr>
              <a:t>Hausdörfer</a:t>
            </a:r>
            <a:r>
              <a:rPr lang="en-IN" sz="1100" i="1" dirty="0">
                <a:solidFill>
                  <a:schemeClr val="bg1"/>
                </a:solidFill>
              </a:rPr>
              <a:t>, von Rohr, Lefort, </a:t>
            </a:r>
            <a:r>
              <a:rPr lang="en-IN" sz="1100" i="1" dirty="0" err="1">
                <a:solidFill>
                  <a:schemeClr val="bg1"/>
                </a:solidFill>
              </a:rPr>
              <a:t>Schoellig</a:t>
            </a:r>
            <a:r>
              <a:rPr lang="en-IN" sz="1100" i="1" dirty="0">
                <a:solidFill>
                  <a:schemeClr val="bg1"/>
                </a:solidFill>
              </a:rPr>
              <a:t>. Latent Action Priors for Locomotion with Deep Reinforcement  Learning, arXiv:2410.03246</a:t>
            </a:r>
          </a:p>
        </p:txBody>
      </p:sp>
      <p:grpSp>
        <p:nvGrpSpPr>
          <p:cNvPr id="181" name="Group 180">
            <a:extLst>
              <a:ext uri="{FF2B5EF4-FFF2-40B4-BE49-F238E27FC236}">
                <a16:creationId xmlns:a16="http://schemas.microsoft.com/office/drawing/2014/main" id="{BE83A0D3-05F2-CA35-0336-97067E499CDE}"/>
              </a:ext>
            </a:extLst>
          </p:cNvPr>
          <p:cNvGrpSpPr/>
          <p:nvPr/>
        </p:nvGrpSpPr>
        <p:grpSpPr>
          <a:xfrm>
            <a:off x="253657" y="2497828"/>
            <a:ext cx="3765805" cy="2440994"/>
            <a:chOff x="392894" y="2579285"/>
            <a:chExt cx="3765805" cy="2440994"/>
          </a:xfrm>
        </p:grpSpPr>
        <p:sp>
          <p:nvSpPr>
            <p:cNvPr id="125" name="Rectangle 124">
              <a:extLst>
                <a:ext uri="{FF2B5EF4-FFF2-40B4-BE49-F238E27FC236}">
                  <a16:creationId xmlns:a16="http://schemas.microsoft.com/office/drawing/2014/main" id="{D81F0747-183C-2631-DBFE-BCF457CBC7AE}"/>
                </a:ext>
              </a:extLst>
            </p:cNvPr>
            <p:cNvSpPr/>
            <p:nvPr/>
          </p:nvSpPr>
          <p:spPr>
            <a:xfrm>
              <a:off x="1159334" y="2766263"/>
              <a:ext cx="1494921" cy="693292"/>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b="1" dirty="0"/>
                <a:t>Environment</a:t>
              </a:r>
            </a:p>
            <a:p>
              <a:pPr algn="ctr"/>
              <a:r>
                <a:rPr lang="en-IN" sz="900" dirty="0"/>
                <a:t>Musculoskeletal sim</a:t>
              </a:r>
            </a:p>
          </p:txBody>
        </p:sp>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E5200F9C-5D11-22EE-24AB-2A4C057CBD89}"/>
                    </a:ext>
                  </a:extLst>
                </p:cNvPr>
                <p:cNvSpPr txBox="1"/>
                <p:nvPr/>
              </p:nvSpPr>
              <p:spPr>
                <a:xfrm>
                  <a:off x="3286076" y="3648938"/>
                  <a:ext cx="291119" cy="369332"/>
                </a:xfrm>
                <a:prstGeom prst="rect">
                  <a:avLst/>
                </a:prstGeom>
                <a:noFill/>
              </p:spPr>
              <p:txBody>
                <a:bodyPr wrap="square" lIns="0" tIns="0" rIns="0" bIns="0" rtlCol="0">
                  <a:spAutoFit/>
                </a:bodyPr>
                <a:lstStyle/>
                <a:p>
                  <a:pPr/>
                  <a14:m>
                    <m:oMathPara xmlns:m="http://schemas.openxmlformats.org/officeDocument/2006/math">
                      <m:oMath>
                        <m:sSub>
                          <m:sSubPr>
                            <m:ctrlPr>
                              <a:rPr lang="en-IN" sz="2400" b="0" i="1" smtClean="0">
                                <a:solidFill>
                                  <a:schemeClr val="bg1"/>
                                </a:solidFill>
                                <a:latin typeface="Cambria Math" panose="02040503050406030204" pitchFamily="18" charset="0"/>
                              </a:rPr>
                            </m:ctrlPr>
                          </m:sSubPr>
                          <m:e>
                            <m:r>
                              <a:rPr lang="en-IN" sz="2400" b="0" i="1" smtClean="0">
                                <a:solidFill>
                                  <a:schemeClr val="bg1"/>
                                </a:solidFill>
                                <a:latin typeface="Cambria Math" panose="02040503050406030204" pitchFamily="18" charset="0"/>
                              </a:rPr>
                              <m:t>𝑠</m:t>
                            </m:r>
                          </m:e>
                          <m:sub>
                            <m:r>
                              <a:rPr lang="en-IN" sz="2400" b="0" i="1" smtClean="0">
                                <a:solidFill>
                                  <a:schemeClr val="bg1"/>
                                </a:solidFill>
                                <a:latin typeface="Cambria Math" panose="02040503050406030204" pitchFamily="18" charset="0"/>
                              </a:rPr>
                              <m:t>𝑡</m:t>
                            </m:r>
                          </m:sub>
                        </m:sSub>
                      </m:oMath>
                    </m:oMathPara>
                  </a14:m>
                  <a:endParaRPr lang="en-IN" dirty="0">
                    <a:solidFill>
                      <a:schemeClr val="bg1"/>
                    </a:solidFill>
                  </a:endParaRPr>
                </a:p>
              </p:txBody>
            </p:sp>
          </mc:Choice>
          <mc:Fallback xmlns="">
            <p:sp>
              <p:nvSpPr>
                <p:cNvPr id="126" name="TextBox 125">
                  <a:extLst>
                    <a:ext uri="{FF2B5EF4-FFF2-40B4-BE49-F238E27FC236}">
                      <a16:creationId xmlns:a16="http://schemas.microsoft.com/office/drawing/2014/main" id="{E5200F9C-5D11-22EE-24AB-2A4C057CBD89}"/>
                    </a:ext>
                  </a:extLst>
                </p:cNvPr>
                <p:cNvSpPr txBox="1">
                  <a:spLocks noRot="1" noChangeAspect="1" noMove="1" noResize="1" noEditPoints="1" noAdjustHandles="1" noChangeArrowheads="1" noChangeShapeType="1" noTextEdit="1"/>
                </p:cNvSpPr>
                <p:nvPr/>
              </p:nvSpPr>
              <p:spPr>
                <a:xfrm>
                  <a:off x="3286076" y="3648938"/>
                  <a:ext cx="291119" cy="369332"/>
                </a:xfrm>
                <a:prstGeom prst="rect">
                  <a:avLst/>
                </a:prstGeom>
                <a:blipFill>
                  <a:blip r:embed="rId14"/>
                  <a:stretch>
                    <a:fillRect l="-18750" r="-10417" b="-114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8" name="Rectangle 127">
                  <a:extLst>
                    <a:ext uri="{FF2B5EF4-FFF2-40B4-BE49-F238E27FC236}">
                      <a16:creationId xmlns:a16="http://schemas.microsoft.com/office/drawing/2014/main" id="{373991F5-3310-A783-CE59-336A699BE977}"/>
                    </a:ext>
                  </a:extLst>
                </p:cNvPr>
                <p:cNvSpPr/>
                <p:nvPr/>
              </p:nvSpPr>
              <p:spPr>
                <a:xfrm>
                  <a:off x="1380303" y="4224499"/>
                  <a:ext cx="1079428" cy="795780"/>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200" b="1" dirty="0"/>
                    <a:t>MPO Policy</a:t>
                  </a:r>
                </a:p>
                <a:p>
                  <a:pPr algn="ctr"/>
                  <a14:m>
                    <m:oMath xmlns:m="http://schemas.openxmlformats.org/officeDocument/2006/math">
                      <m:sSub>
                        <m:sSubPr>
                          <m:ctrlPr>
                            <a:rPr lang="en-IN" sz="1400" i="1" smtClean="0">
                              <a:latin typeface="Cambria Math" panose="02040503050406030204" pitchFamily="18" charset="0"/>
                              <a:ea typeface="Cambria Math" panose="02040503050406030204" pitchFamily="18" charset="0"/>
                            </a:rPr>
                          </m:ctrlPr>
                        </m:sSubPr>
                        <m:e>
                          <m:r>
                            <a:rPr lang="en-IN" sz="1400" i="1" smtClean="0">
                              <a:latin typeface="Cambria Math" panose="02040503050406030204" pitchFamily="18" charset="0"/>
                              <a:ea typeface="Cambria Math" panose="02040503050406030204" pitchFamily="18" charset="0"/>
                            </a:rPr>
                            <m:t>𝜋</m:t>
                          </m:r>
                        </m:e>
                        <m:sub>
                          <m:r>
                            <a:rPr lang="en-IN" sz="1400" i="1" smtClean="0">
                              <a:latin typeface="Cambria Math" panose="02040503050406030204" pitchFamily="18" charset="0"/>
                              <a:ea typeface="Cambria Math" panose="02040503050406030204" pitchFamily="18" charset="0"/>
                            </a:rPr>
                            <m:t>𝜃</m:t>
                          </m:r>
                        </m:sub>
                      </m:sSub>
                      <m:r>
                        <a:rPr lang="en-IN" sz="1400" b="0" i="1" smtClean="0">
                          <a:latin typeface="Cambria Math" panose="02040503050406030204" pitchFamily="18" charset="0"/>
                        </a:rPr>
                        <m:t> (</m:t>
                      </m:r>
                      <m:sSub>
                        <m:sSubPr>
                          <m:ctrlPr>
                            <a:rPr lang="en-IN" sz="1400" b="0" i="1" smtClean="0">
                              <a:latin typeface="Cambria Math" panose="02040503050406030204" pitchFamily="18" charset="0"/>
                            </a:rPr>
                          </m:ctrlPr>
                        </m:sSubPr>
                        <m:e>
                          <m:r>
                            <a:rPr lang="en-IN" sz="1400" b="0" i="1" smtClean="0">
                              <a:latin typeface="Cambria Math" panose="02040503050406030204" pitchFamily="18" charset="0"/>
                            </a:rPr>
                            <m:t>𝑠</m:t>
                          </m:r>
                        </m:e>
                        <m:sub>
                          <m:r>
                            <a:rPr lang="en-IN" sz="1400" b="0" i="1" smtClean="0">
                              <a:latin typeface="Cambria Math" panose="02040503050406030204" pitchFamily="18" charset="0"/>
                            </a:rPr>
                            <m:t>𝑡</m:t>
                          </m:r>
                        </m:sub>
                      </m:sSub>
                    </m:oMath>
                  </a14:m>
                  <a:r>
                    <a:rPr lang="en-IN" sz="1400" dirty="0"/>
                    <a:t>) </a:t>
                  </a:r>
                </a:p>
              </p:txBody>
            </p:sp>
          </mc:Choice>
          <mc:Fallback xmlns="">
            <p:sp>
              <p:nvSpPr>
                <p:cNvPr id="128" name="Rectangle 127">
                  <a:extLst>
                    <a:ext uri="{FF2B5EF4-FFF2-40B4-BE49-F238E27FC236}">
                      <a16:creationId xmlns:a16="http://schemas.microsoft.com/office/drawing/2014/main" id="{373991F5-3310-A783-CE59-336A699BE977}"/>
                    </a:ext>
                  </a:extLst>
                </p:cNvPr>
                <p:cNvSpPr>
                  <a:spLocks noRot="1" noChangeAspect="1" noMove="1" noResize="1" noEditPoints="1" noAdjustHandles="1" noChangeArrowheads="1" noChangeShapeType="1" noTextEdit="1"/>
                </p:cNvSpPr>
                <p:nvPr/>
              </p:nvSpPr>
              <p:spPr>
                <a:xfrm>
                  <a:off x="1380303" y="4224499"/>
                  <a:ext cx="1079428" cy="795780"/>
                </a:xfrm>
                <a:prstGeom prst="rect">
                  <a:avLst/>
                </a:prstGeom>
                <a:blipFill>
                  <a:blip r:embed="rId15"/>
                  <a:stretch>
                    <a:fillRect/>
                  </a:stretch>
                </a:blipFill>
                <a:ln>
                  <a:noFill/>
                </a:ln>
              </p:spPr>
              <p:txBody>
                <a:bodyPr/>
                <a:lstStyle/>
                <a:p>
                  <a:r>
                    <a:rPr lang="en-IN">
                      <a:noFill/>
                    </a:rPr>
                    <a:t> </a:t>
                  </a:r>
                </a:p>
              </p:txBody>
            </p:sp>
          </mc:Fallback>
        </mc:AlternateContent>
        <p:cxnSp>
          <p:nvCxnSpPr>
            <p:cNvPr id="130" name="Straight Connector 129">
              <a:extLst>
                <a:ext uri="{FF2B5EF4-FFF2-40B4-BE49-F238E27FC236}">
                  <a16:creationId xmlns:a16="http://schemas.microsoft.com/office/drawing/2014/main" id="{26E3DB98-F824-6AAD-1C68-E1E7FF6EB652}"/>
                </a:ext>
              </a:extLst>
            </p:cNvPr>
            <p:cNvCxnSpPr>
              <a:cxnSpLocks/>
            </p:cNvCxnSpPr>
            <p:nvPr/>
          </p:nvCxnSpPr>
          <p:spPr>
            <a:xfrm>
              <a:off x="392894" y="3047736"/>
              <a:ext cx="0" cy="173086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5A274364-DCB8-5CAB-4C16-8C750F7AD710}"/>
                </a:ext>
              </a:extLst>
            </p:cNvPr>
            <p:cNvCxnSpPr>
              <a:cxnSpLocks/>
            </p:cNvCxnSpPr>
            <p:nvPr/>
          </p:nvCxnSpPr>
          <p:spPr>
            <a:xfrm>
              <a:off x="3098911" y="3099402"/>
              <a:ext cx="0" cy="1436273"/>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33" name="Straight Arrow Connector 132">
              <a:extLst>
                <a:ext uri="{FF2B5EF4-FFF2-40B4-BE49-F238E27FC236}">
                  <a16:creationId xmlns:a16="http://schemas.microsoft.com/office/drawing/2014/main" id="{3CE94767-838F-0D05-E375-804A9F0D9BC8}"/>
                </a:ext>
              </a:extLst>
            </p:cNvPr>
            <p:cNvCxnSpPr>
              <a:cxnSpLocks/>
            </p:cNvCxnSpPr>
            <p:nvPr/>
          </p:nvCxnSpPr>
          <p:spPr>
            <a:xfrm>
              <a:off x="392894" y="3050385"/>
              <a:ext cx="698822"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3865E22B-06C1-54EB-56FD-896654AA0636}"/>
                    </a:ext>
                  </a:extLst>
                </p:cNvPr>
                <p:cNvSpPr txBox="1"/>
                <p:nvPr/>
              </p:nvSpPr>
              <p:spPr>
                <a:xfrm>
                  <a:off x="423022" y="2579285"/>
                  <a:ext cx="323782" cy="369332"/>
                </a:xfrm>
                <a:prstGeom prst="rect">
                  <a:avLst/>
                </a:prstGeom>
                <a:noFill/>
              </p:spPr>
              <p:txBody>
                <a:bodyPr wrap="square" lIns="0" tIns="0" rIns="0" bIns="0" rtlCol="0">
                  <a:spAutoFit/>
                </a:bodyPr>
                <a:lstStyle/>
                <a:p>
                  <a:pPr/>
                  <a14:m>
                    <m:oMathPara xmlns:m="http://schemas.openxmlformats.org/officeDocument/2006/math">
                      <m:oMath>
                        <m:sSub>
                          <m:sSubPr>
                            <m:ctrlPr>
                              <a:rPr lang="en-IN" sz="2400" b="1" i="1" smtClean="0">
                                <a:solidFill>
                                  <a:srgbClr val="B4E5A2"/>
                                </a:solidFill>
                                <a:latin typeface="Cambria Math" panose="02040503050406030204" pitchFamily="18" charset="0"/>
                              </a:rPr>
                            </m:ctrlPr>
                          </m:sSubPr>
                          <m:e>
                            <m:r>
                              <a:rPr lang="en-IN" sz="2400" b="1" i="1" smtClean="0">
                                <a:solidFill>
                                  <a:srgbClr val="B4E5A2"/>
                                </a:solidFill>
                                <a:latin typeface="Cambria Math" panose="02040503050406030204" pitchFamily="18" charset="0"/>
                              </a:rPr>
                              <m:t>𝒂</m:t>
                            </m:r>
                          </m:e>
                          <m:sub>
                            <m:r>
                              <a:rPr lang="en-IN" sz="2400" b="1" i="1" smtClean="0">
                                <a:solidFill>
                                  <a:srgbClr val="B4E5A2"/>
                                </a:solidFill>
                                <a:latin typeface="Cambria Math" panose="02040503050406030204" pitchFamily="18" charset="0"/>
                              </a:rPr>
                              <m:t>𝒕</m:t>
                            </m:r>
                          </m:sub>
                        </m:sSub>
                      </m:oMath>
                    </m:oMathPara>
                  </a14:m>
                  <a:endParaRPr lang="en-IN" b="1" dirty="0">
                    <a:solidFill>
                      <a:srgbClr val="B4E5A2"/>
                    </a:solidFill>
                  </a:endParaRPr>
                </a:p>
              </p:txBody>
            </p:sp>
          </mc:Choice>
          <mc:Fallback xmlns="">
            <p:sp>
              <p:nvSpPr>
                <p:cNvPr id="134" name="TextBox 133">
                  <a:extLst>
                    <a:ext uri="{FF2B5EF4-FFF2-40B4-BE49-F238E27FC236}">
                      <a16:creationId xmlns:a16="http://schemas.microsoft.com/office/drawing/2014/main" id="{3865E22B-06C1-54EB-56FD-896654AA0636}"/>
                    </a:ext>
                  </a:extLst>
                </p:cNvPr>
                <p:cNvSpPr txBox="1">
                  <a:spLocks noRot="1" noChangeAspect="1" noMove="1" noResize="1" noEditPoints="1" noAdjustHandles="1" noChangeArrowheads="1" noChangeShapeType="1" noTextEdit="1"/>
                </p:cNvSpPr>
                <p:nvPr/>
              </p:nvSpPr>
              <p:spPr>
                <a:xfrm>
                  <a:off x="423022" y="2579285"/>
                  <a:ext cx="323782" cy="369332"/>
                </a:xfrm>
                <a:prstGeom prst="rect">
                  <a:avLst/>
                </a:prstGeom>
                <a:blipFill>
                  <a:blip r:embed="rId16"/>
                  <a:stretch>
                    <a:fillRect l="-20755" r="-15094" b="-13333"/>
                  </a:stretch>
                </a:blipFill>
              </p:spPr>
              <p:txBody>
                <a:bodyPr/>
                <a:lstStyle/>
                <a:p>
                  <a:r>
                    <a:rPr lang="en-IN">
                      <a:noFill/>
                    </a:rPr>
                    <a:t> </a:t>
                  </a:r>
                </a:p>
              </p:txBody>
            </p:sp>
          </mc:Fallback>
        </mc:AlternateContent>
        <p:cxnSp>
          <p:nvCxnSpPr>
            <p:cNvPr id="135" name="Straight Connector 134">
              <a:extLst>
                <a:ext uri="{FF2B5EF4-FFF2-40B4-BE49-F238E27FC236}">
                  <a16:creationId xmlns:a16="http://schemas.microsoft.com/office/drawing/2014/main" id="{D5586706-B904-EAD0-5BC9-9738671855B7}"/>
                </a:ext>
              </a:extLst>
            </p:cNvPr>
            <p:cNvCxnSpPr>
              <a:cxnSpLocks/>
            </p:cNvCxnSpPr>
            <p:nvPr/>
          </p:nvCxnSpPr>
          <p:spPr>
            <a:xfrm flipH="1">
              <a:off x="2654255" y="3088069"/>
              <a:ext cx="444656"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36" name="Straight Arrow Connector 135">
              <a:extLst>
                <a:ext uri="{FF2B5EF4-FFF2-40B4-BE49-F238E27FC236}">
                  <a16:creationId xmlns:a16="http://schemas.microsoft.com/office/drawing/2014/main" id="{3EC95B56-289E-789E-7C3D-934DD10971F9}"/>
                </a:ext>
              </a:extLst>
            </p:cNvPr>
            <p:cNvCxnSpPr>
              <a:cxnSpLocks/>
            </p:cNvCxnSpPr>
            <p:nvPr/>
          </p:nvCxnSpPr>
          <p:spPr>
            <a:xfrm flipH="1">
              <a:off x="2456692" y="4532315"/>
              <a:ext cx="656335"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771E7CB7-5D16-54D3-4A9C-FD46BB96A6E9}"/>
                    </a:ext>
                  </a:extLst>
                </p:cNvPr>
                <p:cNvSpPr txBox="1"/>
                <p:nvPr/>
              </p:nvSpPr>
              <p:spPr>
                <a:xfrm>
                  <a:off x="2776282" y="3613767"/>
                  <a:ext cx="195860" cy="369332"/>
                </a:xfrm>
                <a:prstGeom prst="rect">
                  <a:avLst/>
                </a:prstGeom>
                <a:noFill/>
              </p:spPr>
              <p:txBody>
                <a:bodyPr wrap="square" lIns="0" tIns="0" rIns="0" bIns="0" rtlCol="0">
                  <a:spAutoFit/>
                </a:bodyPr>
                <a:lstStyle/>
                <a:p>
                  <a:pPr/>
                  <a14:m>
                    <m:oMathPara xmlns:m="http://schemas.openxmlformats.org/officeDocument/2006/math">
                      <m:oMath>
                        <m:sSub>
                          <m:sSubPr>
                            <m:ctrlPr>
                              <a:rPr lang="en-IN" sz="2400" b="0" i="1" smtClean="0">
                                <a:solidFill>
                                  <a:schemeClr val="bg1"/>
                                </a:solidFill>
                                <a:latin typeface="Cambria Math" panose="02040503050406030204" pitchFamily="18" charset="0"/>
                              </a:rPr>
                            </m:ctrlPr>
                          </m:sSubPr>
                          <m:e>
                            <m:r>
                              <a:rPr lang="en-IN" sz="2400" b="0" i="1" smtClean="0">
                                <a:solidFill>
                                  <a:schemeClr val="bg1"/>
                                </a:solidFill>
                                <a:latin typeface="Cambria Math" panose="02040503050406030204" pitchFamily="18" charset="0"/>
                              </a:rPr>
                              <m:t>𝑟</m:t>
                            </m:r>
                          </m:e>
                          <m:sub>
                            <m:r>
                              <a:rPr lang="en-IN" sz="2400" b="0" i="1" smtClean="0">
                                <a:solidFill>
                                  <a:schemeClr val="bg1"/>
                                </a:solidFill>
                                <a:latin typeface="Cambria Math" panose="02040503050406030204" pitchFamily="18" charset="0"/>
                              </a:rPr>
                              <m:t>𝑡</m:t>
                            </m:r>
                          </m:sub>
                        </m:sSub>
                      </m:oMath>
                    </m:oMathPara>
                  </a14:m>
                  <a:endParaRPr lang="en-IN" dirty="0">
                    <a:solidFill>
                      <a:schemeClr val="bg1"/>
                    </a:solidFill>
                  </a:endParaRPr>
                </a:p>
              </p:txBody>
            </p:sp>
          </mc:Choice>
          <mc:Fallback xmlns="">
            <p:sp>
              <p:nvSpPr>
                <p:cNvPr id="137" name="TextBox 136">
                  <a:extLst>
                    <a:ext uri="{FF2B5EF4-FFF2-40B4-BE49-F238E27FC236}">
                      <a16:creationId xmlns:a16="http://schemas.microsoft.com/office/drawing/2014/main" id="{771E7CB7-5D16-54D3-4A9C-FD46BB96A6E9}"/>
                    </a:ext>
                  </a:extLst>
                </p:cNvPr>
                <p:cNvSpPr txBox="1">
                  <a:spLocks noRot="1" noChangeAspect="1" noMove="1" noResize="1" noEditPoints="1" noAdjustHandles="1" noChangeArrowheads="1" noChangeShapeType="1" noTextEdit="1"/>
                </p:cNvSpPr>
                <p:nvPr/>
              </p:nvSpPr>
              <p:spPr>
                <a:xfrm>
                  <a:off x="2776282" y="3613767"/>
                  <a:ext cx="195860" cy="369332"/>
                </a:xfrm>
                <a:prstGeom prst="rect">
                  <a:avLst/>
                </a:prstGeom>
                <a:blipFill>
                  <a:blip r:embed="rId17"/>
                  <a:stretch>
                    <a:fillRect l="-40625" r="-46875" b="-11475"/>
                  </a:stretch>
                </a:blipFill>
              </p:spPr>
              <p:txBody>
                <a:bodyPr/>
                <a:lstStyle/>
                <a:p>
                  <a:r>
                    <a:rPr lang="en-IN">
                      <a:noFill/>
                    </a:rPr>
                    <a:t> </a:t>
                  </a:r>
                </a:p>
              </p:txBody>
            </p:sp>
          </mc:Fallback>
        </mc:AlternateContent>
        <p:cxnSp>
          <p:nvCxnSpPr>
            <p:cNvPr id="141" name="Straight Connector 140">
              <a:extLst>
                <a:ext uri="{FF2B5EF4-FFF2-40B4-BE49-F238E27FC236}">
                  <a16:creationId xmlns:a16="http://schemas.microsoft.com/office/drawing/2014/main" id="{5070D271-2CDC-98A1-AF7F-B1266550D9A7}"/>
                </a:ext>
              </a:extLst>
            </p:cNvPr>
            <p:cNvCxnSpPr>
              <a:cxnSpLocks/>
            </p:cNvCxnSpPr>
            <p:nvPr/>
          </p:nvCxnSpPr>
          <p:spPr>
            <a:xfrm>
              <a:off x="3646466" y="2889949"/>
              <a:ext cx="20501" cy="1890925"/>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42" name="Straight Connector 141">
              <a:extLst>
                <a:ext uri="{FF2B5EF4-FFF2-40B4-BE49-F238E27FC236}">
                  <a16:creationId xmlns:a16="http://schemas.microsoft.com/office/drawing/2014/main" id="{4A746343-A2FE-298C-C5C2-925E5AA6F3EC}"/>
                </a:ext>
              </a:extLst>
            </p:cNvPr>
            <p:cNvCxnSpPr>
              <a:cxnSpLocks/>
            </p:cNvCxnSpPr>
            <p:nvPr/>
          </p:nvCxnSpPr>
          <p:spPr>
            <a:xfrm flipH="1">
              <a:off x="2654255" y="2889949"/>
              <a:ext cx="992211"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46" name="TextBox 145">
              <a:extLst>
                <a:ext uri="{FF2B5EF4-FFF2-40B4-BE49-F238E27FC236}">
                  <a16:creationId xmlns:a16="http://schemas.microsoft.com/office/drawing/2014/main" id="{8970F312-8269-A4DC-C1C3-126CF683800A}"/>
                </a:ext>
              </a:extLst>
            </p:cNvPr>
            <p:cNvSpPr txBox="1"/>
            <p:nvPr/>
          </p:nvSpPr>
          <p:spPr>
            <a:xfrm>
              <a:off x="3335841" y="2963614"/>
              <a:ext cx="822858" cy="58477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IN" sz="800" dirty="0">
                  <a:solidFill>
                    <a:schemeClr val="tx1"/>
                  </a:solidFill>
                </a:rPr>
                <a:t>Joint positions  </a:t>
              </a:r>
            </a:p>
            <a:p>
              <a:pPr algn="ctr"/>
              <a:r>
                <a:rPr lang="en-IN" sz="800" dirty="0">
                  <a:solidFill>
                    <a:schemeClr val="tx1"/>
                  </a:solidFill>
                </a:rPr>
                <a:t>Joint velocities</a:t>
              </a:r>
            </a:p>
            <a:p>
              <a:pPr algn="ctr"/>
              <a:r>
                <a:rPr lang="en-IN" sz="800" dirty="0">
                  <a:solidFill>
                    <a:schemeClr val="tx1"/>
                  </a:solidFill>
                </a:rPr>
                <a:t>Muscle state..</a:t>
              </a:r>
            </a:p>
          </p:txBody>
        </p:sp>
        <p:cxnSp>
          <p:nvCxnSpPr>
            <p:cNvPr id="151" name="Straight Arrow Connector 150">
              <a:extLst>
                <a:ext uri="{FF2B5EF4-FFF2-40B4-BE49-F238E27FC236}">
                  <a16:creationId xmlns:a16="http://schemas.microsoft.com/office/drawing/2014/main" id="{4A77E31E-74BF-D05D-37A2-3FEEB96984EB}"/>
                </a:ext>
              </a:extLst>
            </p:cNvPr>
            <p:cNvCxnSpPr>
              <a:cxnSpLocks/>
            </p:cNvCxnSpPr>
            <p:nvPr/>
          </p:nvCxnSpPr>
          <p:spPr>
            <a:xfrm flipH="1">
              <a:off x="2456691" y="4781822"/>
              <a:ext cx="1215030"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58" name="Straight Connector 157">
              <a:extLst>
                <a:ext uri="{FF2B5EF4-FFF2-40B4-BE49-F238E27FC236}">
                  <a16:creationId xmlns:a16="http://schemas.microsoft.com/office/drawing/2014/main" id="{0FC5466E-C659-9085-9FD6-31C97A4A29D1}"/>
                </a:ext>
              </a:extLst>
            </p:cNvPr>
            <p:cNvCxnSpPr>
              <a:cxnSpLocks/>
            </p:cNvCxnSpPr>
            <p:nvPr/>
          </p:nvCxnSpPr>
          <p:spPr>
            <a:xfrm>
              <a:off x="392894" y="4776854"/>
              <a:ext cx="987409"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sp>
        <p:nvSpPr>
          <p:cNvPr id="7" name="Rectangle 6">
            <a:extLst>
              <a:ext uri="{FF2B5EF4-FFF2-40B4-BE49-F238E27FC236}">
                <a16:creationId xmlns:a16="http://schemas.microsoft.com/office/drawing/2014/main" id="{DF384661-9A4D-09F0-2A76-AFA553FC990A}"/>
              </a:ext>
            </a:extLst>
          </p:cNvPr>
          <p:cNvSpPr/>
          <p:nvPr/>
        </p:nvSpPr>
        <p:spPr>
          <a:xfrm>
            <a:off x="6552996" y="5615084"/>
            <a:ext cx="2896492" cy="72282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IN"/>
          </a:p>
        </p:txBody>
      </p:sp>
      <p:sp>
        <p:nvSpPr>
          <p:cNvPr id="8" name="TextBox 7">
            <a:extLst>
              <a:ext uri="{FF2B5EF4-FFF2-40B4-BE49-F238E27FC236}">
                <a16:creationId xmlns:a16="http://schemas.microsoft.com/office/drawing/2014/main" id="{6F53D324-F52E-DC26-7A7C-AA5BBB691186}"/>
              </a:ext>
            </a:extLst>
          </p:cNvPr>
          <p:cNvSpPr txBox="1"/>
          <p:nvPr/>
        </p:nvSpPr>
        <p:spPr>
          <a:xfrm>
            <a:off x="6723473" y="5699780"/>
            <a:ext cx="2715231" cy="584775"/>
          </a:xfrm>
          <a:prstGeom prst="rect">
            <a:avLst/>
          </a:prstGeom>
          <a:noFill/>
        </p:spPr>
        <p:txBody>
          <a:bodyPr wrap="square" rtlCol="0">
            <a:spAutoFit/>
          </a:bodyPr>
          <a:lstStyle/>
          <a:p>
            <a:r>
              <a:rPr lang="en-IN" b="1" dirty="0">
                <a:solidFill>
                  <a:schemeClr val="bg1"/>
                </a:solidFill>
              </a:rPr>
              <a:t>Reward</a:t>
            </a:r>
            <a:r>
              <a:rPr lang="en-IN" dirty="0">
                <a:solidFill>
                  <a:schemeClr val="bg1"/>
                </a:solidFill>
              </a:rPr>
              <a:t> </a:t>
            </a:r>
          </a:p>
          <a:p>
            <a:r>
              <a:rPr lang="en-IN" sz="1400" dirty="0">
                <a:solidFill>
                  <a:schemeClr val="bg1"/>
                </a:solidFill>
              </a:rPr>
              <a:t>Forward velocity at 1.2 m/s</a:t>
            </a:r>
          </a:p>
        </p:txBody>
      </p:sp>
      <p:grpSp>
        <p:nvGrpSpPr>
          <p:cNvPr id="41" name="Group 40">
            <a:extLst>
              <a:ext uri="{FF2B5EF4-FFF2-40B4-BE49-F238E27FC236}">
                <a16:creationId xmlns:a16="http://schemas.microsoft.com/office/drawing/2014/main" id="{4979AF13-D972-917D-DFA7-92D18FF12B45}"/>
              </a:ext>
            </a:extLst>
          </p:cNvPr>
          <p:cNvGrpSpPr/>
          <p:nvPr/>
        </p:nvGrpSpPr>
        <p:grpSpPr>
          <a:xfrm>
            <a:off x="2866426" y="1586163"/>
            <a:ext cx="9180484" cy="4645958"/>
            <a:chOff x="-282764" y="1778806"/>
            <a:chExt cx="10550169" cy="5339112"/>
          </a:xfrm>
        </p:grpSpPr>
        <p:grpSp>
          <p:nvGrpSpPr>
            <p:cNvPr id="53" name="Group 52">
              <a:extLst>
                <a:ext uri="{FF2B5EF4-FFF2-40B4-BE49-F238E27FC236}">
                  <a16:creationId xmlns:a16="http://schemas.microsoft.com/office/drawing/2014/main" id="{207BF4A0-A3D5-8525-0D39-43D9DB2E16F4}"/>
                </a:ext>
              </a:extLst>
            </p:cNvPr>
            <p:cNvGrpSpPr/>
            <p:nvPr/>
          </p:nvGrpSpPr>
          <p:grpSpPr>
            <a:xfrm>
              <a:off x="2552448" y="3532727"/>
              <a:ext cx="1075834" cy="1372994"/>
              <a:chOff x="9309373" y="2756030"/>
              <a:chExt cx="1318809" cy="1796241"/>
            </a:xfrm>
          </p:grpSpPr>
          <p:pic>
            <p:nvPicPr>
              <p:cNvPr id="5" name="Picture 4">
                <a:extLst>
                  <a:ext uri="{FF2B5EF4-FFF2-40B4-BE49-F238E27FC236}">
                    <a16:creationId xmlns:a16="http://schemas.microsoft.com/office/drawing/2014/main" id="{E7A20C59-FBC4-4339-DF97-24DBEBFD8CB3}"/>
                  </a:ext>
                </a:extLst>
              </p:cNvPr>
              <p:cNvPicPr>
                <a:picLocks noChangeAspect="1"/>
              </p:cNvPicPr>
              <p:nvPr/>
            </p:nvPicPr>
            <p:blipFill>
              <a:blip r:embed="rId18"/>
              <a:stretch>
                <a:fillRect/>
              </a:stretch>
            </p:blipFill>
            <p:spPr>
              <a:xfrm flipH="1">
                <a:off x="9309373" y="2756030"/>
                <a:ext cx="1318809" cy="1796241"/>
              </a:xfrm>
              <a:prstGeom prst="rect">
                <a:avLst/>
              </a:prstGeom>
            </p:spPr>
          </p:pic>
          <p:sp>
            <p:nvSpPr>
              <p:cNvPr id="6" name="Rectangle 5">
                <a:extLst>
                  <a:ext uri="{FF2B5EF4-FFF2-40B4-BE49-F238E27FC236}">
                    <a16:creationId xmlns:a16="http://schemas.microsoft.com/office/drawing/2014/main" id="{788E078F-405F-1746-9ABF-7658F7A50F29}"/>
                  </a:ext>
                </a:extLst>
              </p:cNvPr>
              <p:cNvSpPr/>
              <p:nvPr/>
            </p:nvSpPr>
            <p:spPr>
              <a:xfrm>
                <a:off x="10010058" y="3361105"/>
                <a:ext cx="98785" cy="230497"/>
              </a:xfrm>
              <a:prstGeom prst="rect">
                <a:avLst/>
              </a:prstGeom>
              <a:solidFill>
                <a:srgbClr val="E4DC96"/>
              </a:solidFill>
              <a:ln>
                <a:solidFill>
                  <a:srgbClr val="C3BC7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28E9692-260F-3435-2918-D7DD89C7C3CA}"/>
                    </a:ext>
                  </a:extLst>
                </p:cNvPr>
                <p:cNvSpPr txBox="1"/>
                <p:nvPr/>
              </p:nvSpPr>
              <p:spPr>
                <a:xfrm>
                  <a:off x="9285332" y="4334870"/>
                  <a:ext cx="236992" cy="430887"/>
                </a:xfrm>
                <a:prstGeom prst="rect">
                  <a:avLst/>
                </a:prstGeom>
                <a:noFill/>
              </p:spPr>
              <p:txBody>
                <a:bodyPr wrap="square" lIns="0" tIns="0" rIns="0" bIns="0" rtlCol="0">
                  <a:spAutoFit/>
                </a:bodyPr>
                <a:lstStyle/>
                <a:p>
                  <a:pPr/>
                  <a14:m>
                    <m:oMathPara xmlns:m="http://schemas.openxmlformats.org/officeDocument/2006/math">
                      <m:oMath>
                        <m:sSub>
                          <m:sSubPr>
                            <m:ctrlPr>
                              <a:rPr lang="en-IN" sz="2800" b="0" i="1" smtClean="0">
                                <a:solidFill>
                                  <a:schemeClr val="bg1"/>
                                </a:solidFill>
                                <a:latin typeface="Cambria Math" panose="02040503050406030204" pitchFamily="18" charset="0"/>
                              </a:rPr>
                            </m:ctrlPr>
                          </m:sSubPr>
                          <m:e>
                            <m:r>
                              <a:rPr lang="en-IN" sz="2800" b="0" i="1" smtClean="0">
                                <a:solidFill>
                                  <a:schemeClr val="bg1"/>
                                </a:solidFill>
                                <a:latin typeface="Cambria Math" panose="02040503050406030204" pitchFamily="18" charset="0"/>
                              </a:rPr>
                              <m:t>𝑠</m:t>
                            </m:r>
                          </m:e>
                          <m:sub>
                            <m:r>
                              <a:rPr lang="en-IN" sz="2800" b="0" i="1" smtClean="0">
                                <a:solidFill>
                                  <a:schemeClr val="bg1"/>
                                </a:solidFill>
                                <a:latin typeface="Cambria Math" panose="02040503050406030204" pitchFamily="18" charset="0"/>
                              </a:rPr>
                              <m:t>𝑡</m:t>
                            </m:r>
                          </m:sub>
                        </m:sSub>
                      </m:oMath>
                    </m:oMathPara>
                  </a14:m>
                  <a:endParaRPr lang="en-IN" sz="2800" dirty="0">
                    <a:solidFill>
                      <a:schemeClr val="bg1"/>
                    </a:solidFill>
                  </a:endParaRPr>
                </a:p>
              </p:txBody>
            </p:sp>
          </mc:Choice>
          <mc:Fallback xmlns="">
            <p:sp>
              <p:nvSpPr>
                <p:cNvPr id="11" name="TextBox 10">
                  <a:extLst>
                    <a:ext uri="{FF2B5EF4-FFF2-40B4-BE49-F238E27FC236}">
                      <a16:creationId xmlns:a16="http://schemas.microsoft.com/office/drawing/2014/main" id="{828E9692-260F-3435-2918-D7DD89C7C3CA}"/>
                    </a:ext>
                  </a:extLst>
                </p:cNvPr>
                <p:cNvSpPr txBox="1">
                  <a:spLocks noRot="1" noChangeAspect="1" noMove="1" noResize="1" noEditPoints="1" noAdjustHandles="1" noChangeArrowheads="1" noChangeShapeType="1" noTextEdit="1"/>
                </p:cNvSpPr>
                <p:nvPr/>
              </p:nvSpPr>
              <p:spPr>
                <a:xfrm>
                  <a:off x="9285332" y="4334870"/>
                  <a:ext cx="236992" cy="430887"/>
                </a:xfrm>
                <a:prstGeom prst="rect">
                  <a:avLst/>
                </a:prstGeom>
                <a:blipFill>
                  <a:blip r:embed="rId4"/>
                  <a:stretch>
                    <a:fillRect r="-32353" b="-806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9CC3E1B0-14ED-4AC6-C022-7DE06C6B07C3}"/>
                    </a:ext>
                  </a:extLst>
                </p:cNvPr>
                <p:cNvSpPr/>
                <p:nvPr/>
              </p:nvSpPr>
              <p:spPr>
                <a:xfrm>
                  <a:off x="5193166" y="5008224"/>
                  <a:ext cx="1850601" cy="956880"/>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2000" b="1" dirty="0"/>
                    <a:t>MPO Policy</a:t>
                  </a:r>
                </a:p>
                <a:p>
                  <a:pPr algn="ctr"/>
                  <a14:m>
                    <m:oMath xmlns:m="http://schemas.openxmlformats.org/officeDocument/2006/math">
                      <m:sSub>
                        <m:sSubPr>
                          <m:ctrlPr>
                            <a:rPr lang="en-IN" sz="2000" i="1" smtClean="0">
                              <a:latin typeface="Cambria Math" panose="02040503050406030204" pitchFamily="18" charset="0"/>
                              <a:ea typeface="Cambria Math" panose="02040503050406030204" pitchFamily="18" charset="0"/>
                            </a:rPr>
                          </m:ctrlPr>
                        </m:sSubPr>
                        <m:e>
                          <m:r>
                            <a:rPr lang="en-IN" sz="2000" i="1" smtClean="0">
                              <a:latin typeface="Cambria Math" panose="02040503050406030204" pitchFamily="18" charset="0"/>
                              <a:ea typeface="Cambria Math" panose="02040503050406030204" pitchFamily="18" charset="0"/>
                            </a:rPr>
                            <m:t>𝜋</m:t>
                          </m:r>
                        </m:e>
                        <m:sub>
                          <m:r>
                            <a:rPr lang="en-IN" sz="2000" i="1" smtClean="0">
                              <a:latin typeface="Cambria Math" panose="02040503050406030204" pitchFamily="18" charset="0"/>
                              <a:ea typeface="Cambria Math" panose="02040503050406030204" pitchFamily="18" charset="0"/>
                            </a:rPr>
                            <m:t>𝜃</m:t>
                          </m:r>
                        </m:sub>
                      </m:sSub>
                      <m:r>
                        <a:rPr lang="en-IN" sz="2000" b="0" i="1" smtClean="0">
                          <a:latin typeface="Cambria Math" panose="02040503050406030204" pitchFamily="18" charset="0"/>
                          <a:ea typeface="Cambria Math" panose="02040503050406030204" pitchFamily="18" charset="0"/>
                        </a:rPr>
                        <m:t>(</m:t>
                      </m:r>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𝑠</m:t>
                          </m:r>
                        </m:e>
                        <m:sub>
                          <m:r>
                            <a:rPr lang="en-IN" sz="2000" i="1">
                              <a:solidFill>
                                <a:schemeClr val="bg1"/>
                              </a:solidFill>
                              <a:latin typeface="Cambria Math" panose="02040503050406030204" pitchFamily="18" charset="0"/>
                            </a:rPr>
                            <m:t>𝑡</m:t>
                          </m:r>
                        </m:sub>
                      </m:sSub>
                      <m:r>
                        <a:rPr lang="en-IN" sz="2000" b="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rPr>
                        <m:t> </m:t>
                      </m:r>
                    </m:oMath>
                  </a14:m>
                  <a:r>
                    <a:rPr lang="en-IN" sz="2400" dirty="0"/>
                    <a:t> </a:t>
                  </a:r>
                </a:p>
              </p:txBody>
            </p:sp>
          </mc:Choice>
          <mc:Fallback xmlns="">
            <p:sp>
              <p:nvSpPr>
                <p:cNvPr id="13" name="Rectangle 12">
                  <a:extLst>
                    <a:ext uri="{FF2B5EF4-FFF2-40B4-BE49-F238E27FC236}">
                      <a16:creationId xmlns:a16="http://schemas.microsoft.com/office/drawing/2014/main" id="{9CC3E1B0-14ED-4AC6-C022-7DE06C6B07C3}"/>
                    </a:ext>
                  </a:extLst>
                </p:cNvPr>
                <p:cNvSpPr>
                  <a:spLocks noRot="1" noChangeAspect="1" noMove="1" noResize="1" noEditPoints="1" noAdjustHandles="1" noChangeArrowheads="1" noChangeShapeType="1" noTextEdit="1"/>
                </p:cNvSpPr>
                <p:nvPr/>
              </p:nvSpPr>
              <p:spPr>
                <a:xfrm>
                  <a:off x="5193166" y="5008224"/>
                  <a:ext cx="1850601" cy="956880"/>
                </a:xfrm>
                <a:prstGeom prst="rect">
                  <a:avLst/>
                </a:prstGeom>
                <a:blipFill>
                  <a:blip r:embed="rId5"/>
                  <a:stretch>
                    <a:fillRect l="-379" b="-730"/>
                  </a:stretch>
                </a:blipFill>
                <a:ln>
                  <a:noFill/>
                </a:ln>
              </p:spPr>
              <p:txBody>
                <a:bodyPr/>
                <a:lstStyle/>
                <a:p>
                  <a:r>
                    <a:rPr lang="en-IN">
                      <a:noFill/>
                    </a:rPr>
                    <a:t> </a:t>
                  </a:r>
                </a:p>
              </p:txBody>
            </p:sp>
          </mc:Fallback>
        </mc:AlternateContent>
        <p:cxnSp>
          <p:nvCxnSpPr>
            <p:cNvPr id="15" name="Straight Connector 14">
              <a:extLst>
                <a:ext uri="{FF2B5EF4-FFF2-40B4-BE49-F238E27FC236}">
                  <a16:creationId xmlns:a16="http://schemas.microsoft.com/office/drawing/2014/main" id="{DEEB3A67-AF4B-EFE7-7FF2-CA587E75DE49}"/>
                </a:ext>
              </a:extLst>
            </p:cNvPr>
            <p:cNvCxnSpPr>
              <a:cxnSpLocks/>
            </p:cNvCxnSpPr>
            <p:nvPr/>
          </p:nvCxnSpPr>
          <p:spPr>
            <a:xfrm flipH="1">
              <a:off x="7055546" y="2126406"/>
              <a:ext cx="210838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FD642CDC-9E53-A7FB-8C98-094B9EDB2C3A}"/>
                </a:ext>
              </a:extLst>
            </p:cNvPr>
            <p:cNvCxnSpPr>
              <a:cxnSpLocks/>
            </p:cNvCxnSpPr>
            <p:nvPr/>
          </p:nvCxnSpPr>
          <p:spPr>
            <a:xfrm flipV="1">
              <a:off x="1974866" y="3532726"/>
              <a:ext cx="0" cy="2352382"/>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78E26A0-92FE-DFD5-0D6E-C8E485BE14CC}"/>
                    </a:ext>
                  </a:extLst>
                </p:cNvPr>
                <p:cNvSpPr txBox="1"/>
                <p:nvPr/>
              </p:nvSpPr>
              <p:spPr>
                <a:xfrm>
                  <a:off x="2339290" y="1820502"/>
                  <a:ext cx="773811" cy="495173"/>
                </a:xfrm>
                <a:prstGeom prst="rect">
                  <a:avLst/>
                </a:prstGeom>
                <a:noFill/>
              </p:spPr>
              <p:txBody>
                <a:bodyPr wrap="square" lIns="0" tIns="0" rIns="0" bIns="0" rtlCol="0">
                  <a:spAutoFit/>
                </a:bodyPr>
                <a:lstStyle/>
                <a:p>
                  <a:pPr/>
                  <a14:m>
                    <m:oMathPara xmlns:m="http://schemas.openxmlformats.org/officeDocument/2006/math">
                      <m:oMath>
                        <m:sSub>
                          <m:sSubPr>
                            <m:ctrlPr>
                              <a:rPr lang="en-IN" sz="2800" b="1" i="1" smtClean="0">
                                <a:solidFill>
                                  <a:schemeClr val="accent6">
                                    <a:lumMod val="40000"/>
                                    <a:lumOff val="60000"/>
                                  </a:schemeClr>
                                </a:solidFill>
                                <a:latin typeface="Cambria Math" panose="02040503050406030204" pitchFamily="18" charset="0"/>
                              </a:rPr>
                            </m:ctrlPr>
                          </m:sSubPr>
                          <m:e>
                            <m:r>
                              <a:rPr lang="en-IN" sz="2800" b="1" i="1" smtClean="0">
                                <a:solidFill>
                                  <a:schemeClr val="accent6">
                                    <a:lumMod val="40000"/>
                                    <a:lumOff val="60000"/>
                                  </a:schemeClr>
                                </a:solidFill>
                                <a:latin typeface="Cambria Math" panose="02040503050406030204" pitchFamily="18" charset="0"/>
                              </a:rPr>
                              <m:t>𝒂</m:t>
                            </m:r>
                          </m:e>
                          <m:sub>
                            <m:r>
                              <a:rPr lang="en-IN" sz="2800" b="1" i="1" smtClean="0">
                                <a:solidFill>
                                  <a:schemeClr val="accent6">
                                    <a:lumMod val="40000"/>
                                    <a:lumOff val="60000"/>
                                  </a:schemeClr>
                                </a:solidFill>
                                <a:latin typeface="Cambria Math" panose="02040503050406030204" pitchFamily="18" charset="0"/>
                              </a:rPr>
                              <m:t>𝒕</m:t>
                            </m:r>
                          </m:sub>
                        </m:sSub>
                      </m:oMath>
                    </m:oMathPara>
                  </a14:m>
                  <a:endParaRPr lang="en-IN" sz="2400" dirty="0">
                    <a:solidFill>
                      <a:schemeClr val="bg1"/>
                    </a:solidFill>
                  </a:endParaRPr>
                </a:p>
              </p:txBody>
            </p:sp>
          </mc:Choice>
          <mc:Fallback xmlns="">
            <p:sp>
              <p:nvSpPr>
                <p:cNvPr id="19" name="TextBox 18">
                  <a:extLst>
                    <a:ext uri="{FF2B5EF4-FFF2-40B4-BE49-F238E27FC236}">
                      <a16:creationId xmlns:a16="http://schemas.microsoft.com/office/drawing/2014/main" id="{678E26A0-92FE-DFD5-0D6E-C8E485BE14CC}"/>
                    </a:ext>
                  </a:extLst>
                </p:cNvPr>
                <p:cNvSpPr txBox="1">
                  <a:spLocks noRot="1" noChangeAspect="1" noMove="1" noResize="1" noEditPoints="1" noAdjustHandles="1" noChangeArrowheads="1" noChangeShapeType="1" noTextEdit="1"/>
                </p:cNvSpPr>
                <p:nvPr/>
              </p:nvSpPr>
              <p:spPr>
                <a:xfrm>
                  <a:off x="2339290" y="1820502"/>
                  <a:ext cx="773811" cy="495173"/>
                </a:xfrm>
                <a:prstGeom prst="rect">
                  <a:avLst/>
                </a:prstGeom>
                <a:blipFill>
                  <a:blip r:embed="rId6"/>
                  <a:stretch>
                    <a:fillRect/>
                  </a:stretch>
                </a:blipFill>
              </p:spPr>
              <p:txBody>
                <a:bodyPr/>
                <a:lstStyle/>
                <a:p>
                  <a:r>
                    <a:rPr lang="en-IN">
                      <a:noFill/>
                    </a:rPr>
                    <a:t> </a:t>
                  </a:r>
                </a:p>
              </p:txBody>
            </p:sp>
          </mc:Fallback>
        </mc:AlternateContent>
        <p:cxnSp>
          <p:nvCxnSpPr>
            <p:cNvPr id="21" name="Straight Arrow Connector 20">
              <a:extLst>
                <a:ext uri="{FF2B5EF4-FFF2-40B4-BE49-F238E27FC236}">
                  <a16:creationId xmlns:a16="http://schemas.microsoft.com/office/drawing/2014/main" id="{308FB96A-F2AB-8846-5BFE-EE1BEA33C2C4}"/>
                </a:ext>
              </a:extLst>
            </p:cNvPr>
            <p:cNvCxnSpPr>
              <a:cxnSpLocks/>
              <a:endCxn id="5" idx="0"/>
            </p:cNvCxnSpPr>
            <p:nvPr/>
          </p:nvCxnSpPr>
          <p:spPr>
            <a:xfrm flipV="1">
              <a:off x="3086941" y="3532726"/>
              <a:ext cx="3423" cy="331465"/>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A80298-AA71-31A1-013D-BD28917EB8C7}"/>
                    </a:ext>
                  </a:extLst>
                </p:cNvPr>
                <p:cNvSpPr txBox="1"/>
                <p:nvPr/>
              </p:nvSpPr>
              <p:spPr>
                <a:xfrm>
                  <a:off x="8573972" y="4334870"/>
                  <a:ext cx="195860" cy="430887"/>
                </a:xfrm>
                <a:prstGeom prst="rect">
                  <a:avLst/>
                </a:prstGeom>
                <a:noFill/>
              </p:spPr>
              <p:txBody>
                <a:bodyPr wrap="square" lIns="0" tIns="0" rIns="0" bIns="0" rtlCol="0">
                  <a:spAutoFit/>
                </a:bodyPr>
                <a:lstStyle/>
                <a:p>
                  <a:pPr/>
                  <a14:m>
                    <m:oMathPara xmlns:m="http://schemas.openxmlformats.org/officeDocument/2006/math">
                      <m:oMath>
                        <m:sSub>
                          <m:sSubPr>
                            <m:ctrlPr>
                              <a:rPr lang="en-IN" sz="2800" b="0" i="1" smtClean="0">
                                <a:solidFill>
                                  <a:schemeClr val="bg1"/>
                                </a:solidFill>
                                <a:latin typeface="Cambria Math" panose="02040503050406030204" pitchFamily="18" charset="0"/>
                              </a:rPr>
                            </m:ctrlPr>
                          </m:sSubPr>
                          <m:e>
                            <m:r>
                              <a:rPr lang="en-IN" sz="2800" b="0" i="1" smtClean="0">
                                <a:solidFill>
                                  <a:schemeClr val="bg1"/>
                                </a:solidFill>
                                <a:latin typeface="Cambria Math" panose="02040503050406030204" pitchFamily="18" charset="0"/>
                              </a:rPr>
                              <m:t>𝑟</m:t>
                            </m:r>
                          </m:e>
                          <m:sub>
                            <m:r>
                              <a:rPr lang="en-IN" sz="2800" b="0" i="1" smtClean="0">
                                <a:solidFill>
                                  <a:schemeClr val="bg1"/>
                                </a:solidFill>
                                <a:latin typeface="Cambria Math" panose="02040503050406030204" pitchFamily="18" charset="0"/>
                              </a:rPr>
                              <m:t>𝑡</m:t>
                            </m:r>
                          </m:sub>
                        </m:sSub>
                      </m:oMath>
                    </m:oMathPara>
                  </a14:m>
                  <a:endParaRPr lang="en-IN" sz="2800" dirty="0">
                    <a:solidFill>
                      <a:schemeClr val="bg1"/>
                    </a:solidFill>
                  </a:endParaRPr>
                </a:p>
              </p:txBody>
            </p:sp>
          </mc:Choice>
          <mc:Fallback xmlns="">
            <p:sp>
              <p:nvSpPr>
                <p:cNvPr id="22" name="TextBox 21">
                  <a:extLst>
                    <a:ext uri="{FF2B5EF4-FFF2-40B4-BE49-F238E27FC236}">
                      <a16:creationId xmlns:a16="http://schemas.microsoft.com/office/drawing/2014/main" id="{34A80298-AA71-31A1-013D-BD28917EB8C7}"/>
                    </a:ext>
                  </a:extLst>
                </p:cNvPr>
                <p:cNvSpPr txBox="1">
                  <a:spLocks noRot="1" noChangeAspect="1" noMove="1" noResize="1" noEditPoints="1" noAdjustHandles="1" noChangeArrowheads="1" noChangeShapeType="1" noTextEdit="1"/>
                </p:cNvSpPr>
                <p:nvPr/>
              </p:nvSpPr>
              <p:spPr>
                <a:xfrm>
                  <a:off x="8573972" y="4334870"/>
                  <a:ext cx="195860" cy="430887"/>
                </a:xfrm>
                <a:prstGeom prst="rect">
                  <a:avLst/>
                </a:prstGeom>
                <a:blipFill>
                  <a:blip r:embed="rId7"/>
                  <a:stretch>
                    <a:fillRect r="-46429" b="-8065"/>
                  </a:stretch>
                </a:blipFill>
              </p:spPr>
              <p:txBody>
                <a:bodyPr/>
                <a:lstStyle/>
                <a:p>
                  <a:r>
                    <a:rPr lang="en-IN">
                      <a:noFill/>
                    </a:rPr>
                    <a:t> </a:t>
                  </a:r>
                </a:p>
              </p:txBody>
            </p:sp>
          </mc:Fallback>
        </mc:AlternateContent>
        <p:sp>
          <p:nvSpPr>
            <p:cNvPr id="24" name="Rectangle 23">
              <a:extLst>
                <a:ext uri="{FF2B5EF4-FFF2-40B4-BE49-F238E27FC236}">
                  <a16:creationId xmlns:a16="http://schemas.microsoft.com/office/drawing/2014/main" id="{76110E3B-4C20-5B14-46FE-9ED3E3603871}"/>
                </a:ext>
              </a:extLst>
            </p:cNvPr>
            <p:cNvSpPr/>
            <p:nvPr/>
          </p:nvSpPr>
          <p:spPr>
            <a:xfrm>
              <a:off x="5061552" y="1778806"/>
              <a:ext cx="1993994" cy="1248293"/>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2000" b="1" dirty="0"/>
                <a:t>Environment</a:t>
              </a:r>
            </a:p>
            <a:p>
              <a:pPr algn="ctr"/>
              <a:r>
                <a:rPr lang="en-IN" sz="1050" dirty="0"/>
                <a:t>Musculoskeletal sim</a:t>
              </a:r>
            </a:p>
          </p:txBody>
        </p:sp>
        <p:cxnSp>
          <p:nvCxnSpPr>
            <p:cNvPr id="30" name="Straight Connector 29">
              <a:extLst>
                <a:ext uri="{FF2B5EF4-FFF2-40B4-BE49-F238E27FC236}">
                  <a16:creationId xmlns:a16="http://schemas.microsoft.com/office/drawing/2014/main" id="{7ED29088-524B-9968-80C2-5775BC72E208}"/>
                </a:ext>
              </a:extLst>
            </p:cNvPr>
            <p:cNvCxnSpPr>
              <a:cxnSpLocks/>
            </p:cNvCxnSpPr>
            <p:nvPr/>
          </p:nvCxnSpPr>
          <p:spPr>
            <a:xfrm>
              <a:off x="9154615" y="2126406"/>
              <a:ext cx="0" cy="366821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02D1ADC-069E-C200-935C-9717BF1A2698}"/>
                    </a:ext>
                  </a:extLst>
                </p:cNvPr>
                <p:cNvSpPr txBox="1"/>
                <p:nvPr/>
              </p:nvSpPr>
              <p:spPr>
                <a:xfrm>
                  <a:off x="1162131" y="2895990"/>
                  <a:ext cx="1663557" cy="622221"/>
                </a:xfrm>
                <a:prstGeom prst="rect">
                  <a:avLst/>
                </a:prstGeom>
                <a:noFill/>
              </p:spPr>
              <p:txBody>
                <a:bodyPr wrap="square">
                  <a:spAutoFit/>
                </a:bodyPr>
                <a:lstStyle/>
                <a:p>
                  <a:pPr/>
                  <a14:m>
                    <m:oMathPara xmlns:m="http://schemas.openxmlformats.org/officeDocument/2006/math">
                      <m:oMath>
                        <m:sSub>
                          <m:sSubPr>
                            <m:ctrlPr>
                              <a:rPr lang="en-IN" sz="2800" b="1" i="1">
                                <a:solidFill>
                                  <a:schemeClr val="accent4">
                                    <a:lumMod val="60000"/>
                                    <a:lumOff val="40000"/>
                                  </a:schemeClr>
                                </a:solidFill>
                                <a:latin typeface="Cambria Math" panose="02040503050406030204" pitchFamily="18" charset="0"/>
                                <a:ea typeface="Cambria Math" panose="02040503050406030204" pitchFamily="18" charset="0"/>
                              </a:rPr>
                            </m:ctrlPr>
                          </m:sSubPr>
                          <m:e>
                            <m:sSub>
                              <m:sSubPr>
                                <m:ctrlPr>
                                  <a:rPr lang="en-IN" sz="2800" b="1" i="1">
                                    <a:solidFill>
                                      <a:schemeClr val="accent4">
                                        <a:lumMod val="60000"/>
                                        <a:lumOff val="40000"/>
                                      </a:schemeClr>
                                    </a:solidFill>
                                    <a:latin typeface="Cambria Math" panose="02040503050406030204" pitchFamily="18" charset="0"/>
                                    <a:ea typeface="Cambria Math" panose="02040503050406030204" pitchFamily="18" charset="0"/>
                                  </a:rPr>
                                </m:ctrlPr>
                              </m:sSubPr>
                              <m:e>
                                <m:r>
                                  <a:rPr lang="en-IN" sz="2800" b="1" i="1">
                                    <a:solidFill>
                                      <a:schemeClr val="accent4">
                                        <a:lumMod val="60000"/>
                                        <a:lumOff val="40000"/>
                                      </a:schemeClr>
                                    </a:solidFill>
                                    <a:latin typeface="Cambria Math" panose="02040503050406030204" pitchFamily="18" charset="0"/>
                                    <a:ea typeface="Cambria Math" panose="02040503050406030204" pitchFamily="18" charset="0"/>
                                  </a:rPr>
                                  <m:t>𝒂</m:t>
                                </m:r>
                              </m:e>
                              <m:sub>
                                <m:r>
                                  <a:rPr lang="en-IN" sz="2800" b="1" i="1">
                                    <a:solidFill>
                                      <a:schemeClr val="accent4">
                                        <a:lumMod val="60000"/>
                                        <a:lumOff val="40000"/>
                                      </a:schemeClr>
                                    </a:solidFill>
                                    <a:latin typeface="Cambria Math" panose="02040503050406030204" pitchFamily="18" charset="0"/>
                                    <a:ea typeface="Cambria Math" panose="02040503050406030204" pitchFamily="18" charset="0"/>
                                  </a:rPr>
                                  <m:t>𝒇𝒖𝒍𝒍</m:t>
                                </m:r>
                              </m:sub>
                            </m:sSub>
                          </m:e>
                          <m:sub>
                            <m:r>
                              <a:rPr lang="en-IN" sz="2800" b="1" i="1">
                                <a:solidFill>
                                  <a:schemeClr val="accent4">
                                    <a:lumMod val="60000"/>
                                    <a:lumOff val="40000"/>
                                  </a:schemeClr>
                                </a:solidFill>
                                <a:latin typeface="Cambria Math" panose="02040503050406030204" pitchFamily="18" charset="0"/>
                                <a:ea typeface="Cambria Math" panose="02040503050406030204" pitchFamily="18" charset="0"/>
                              </a:rPr>
                              <m:t>𝒕</m:t>
                            </m:r>
                          </m:sub>
                        </m:sSub>
                      </m:oMath>
                    </m:oMathPara>
                  </a14:m>
                  <a:endParaRPr lang="en-IN" sz="2800" dirty="0">
                    <a:solidFill>
                      <a:schemeClr val="bg1"/>
                    </a:solidFill>
                  </a:endParaRPr>
                </a:p>
              </p:txBody>
            </p:sp>
          </mc:Choice>
          <mc:Fallback xmlns="">
            <p:sp>
              <p:nvSpPr>
                <p:cNvPr id="32" name="TextBox 31">
                  <a:extLst>
                    <a:ext uri="{FF2B5EF4-FFF2-40B4-BE49-F238E27FC236}">
                      <a16:creationId xmlns:a16="http://schemas.microsoft.com/office/drawing/2014/main" id="{402D1ADC-069E-C200-935C-9717BF1A2698}"/>
                    </a:ext>
                  </a:extLst>
                </p:cNvPr>
                <p:cNvSpPr txBox="1">
                  <a:spLocks noRot="1" noChangeAspect="1" noMove="1" noResize="1" noEditPoints="1" noAdjustHandles="1" noChangeArrowheads="1" noChangeShapeType="1" noTextEdit="1"/>
                </p:cNvSpPr>
                <p:nvPr/>
              </p:nvSpPr>
              <p:spPr>
                <a:xfrm>
                  <a:off x="1162131" y="2895990"/>
                  <a:ext cx="1663557" cy="622221"/>
                </a:xfrm>
                <a:prstGeom prst="rect">
                  <a:avLst/>
                </a:prstGeom>
                <a:blipFill>
                  <a:blip r:embed="rId19"/>
                  <a:stretch>
                    <a:fillRect b="-568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D6AFAE5-FF37-F548-07A4-13DF68CA9178}"/>
                    </a:ext>
                  </a:extLst>
                </p:cNvPr>
                <p:cNvSpPr txBox="1"/>
                <p:nvPr/>
              </p:nvSpPr>
              <p:spPr>
                <a:xfrm>
                  <a:off x="2926029" y="5174383"/>
                  <a:ext cx="323782" cy="495173"/>
                </a:xfrm>
                <a:prstGeom prst="rect">
                  <a:avLst/>
                </a:prstGeom>
                <a:noFill/>
              </p:spPr>
              <p:txBody>
                <a:bodyPr wrap="square" lIns="0" tIns="0" rIns="0" bIns="0" rtlCol="0">
                  <a:spAutoFit/>
                </a:bodyPr>
                <a:lstStyle/>
                <a:p>
                  <a:pPr/>
                  <a14:m>
                    <m:oMathPara xmlns:m="http://schemas.openxmlformats.org/officeDocument/2006/math">
                      <m:oMath>
                        <m:sSub>
                          <m:sSubPr>
                            <m:ctrlPr>
                              <a:rPr lang="en-IN" sz="2800" b="1" i="1" smtClean="0">
                                <a:solidFill>
                                  <a:schemeClr val="accent5">
                                    <a:lumMod val="40000"/>
                                    <a:lumOff val="60000"/>
                                  </a:schemeClr>
                                </a:solidFill>
                                <a:latin typeface="Cambria Math" panose="02040503050406030204" pitchFamily="18" charset="0"/>
                              </a:rPr>
                            </m:ctrlPr>
                          </m:sSubPr>
                          <m:e>
                            <m:r>
                              <a:rPr lang="en-IN" sz="2800" b="1" i="1" smtClean="0">
                                <a:solidFill>
                                  <a:schemeClr val="accent5">
                                    <a:lumMod val="40000"/>
                                    <a:lumOff val="60000"/>
                                  </a:schemeClr>
                                </a:solidFill>
                                <a:latin typeface="Cambria Math" panose="02040503050406030204" pitchFamily="18" charset="0"/>
                              </a:rPr>
                              <m:t>𝒂</m:t>
                            </m:r>
                          </m:e>
                          <m:sub>
                            <m:r>
                              <a:rPr lang="en-IN" sz="2800" b="1" i="1" smtClean="0">
                                <a:solidFill>
                                  <a:schemeClr val="accent5">
                                    <a:lumMod val="40000"/>
                                    <a:lumOff val="60000"/>
                                  </a:schemeClr>
                                </a:solidFill>
                                <a:latin typeface="Cambria Math" panose="02040503050406030204" pitchFamily="18" charset="0"/>
                              </a:rPr>
                              <m:t>𝒍</m:t>
                            </m:r>
                          </m:sub>
                        </m:sSub>
                      </m:oMath>
                    </m:oMathPara>
                  </a14:m>
                  <a:endParaRPr lang="en-IN" sz="2800" b="1" dirty="0">
                    <a:solidFill>
                      <a:schemeClr val="accent5">
                        <a:lumMod val="40000"/>
                        <a:lumOff val="60000"/>
                      </a:schemeClr>
                    </a:solidFill>
                  </a:endParaRPr>
                </a:p>
              </p:txBody>
            </p:sp>
          </mc:Choice>
          <mc:Fallback xmlns="">
            <p:sp>
              <p:nvSpPr>
                <p:cNvPr id="38" name="TextBox 37">
                  <a:extLst>
                    <a:ext uri="{FF2B5EF4-FFF2-40B4-BE49-F238E27FC236}">
                      <a16:creationId xmlns:a16="http://schemas.microsoft.com/office/drawing/2014/main" id="{ED6AFAE5-FF37-F548-07A4-13DF68CA9178}"/>
                    </a:ext>
                  </a:extLst>
                </p:cNvPr>
                <p:cNvSpPr txBox="1">
                  <a:spLocks noRot="1" noChangeAspect="1" noMove="1" noResize="1" noEditPoints="1" noAdjustHandles="1" noChangeArrowheads="1" noChangeShapeType="1" noTextEdit="1"/>
                </p:cNvSpPr>
                <p:nvPr/>
              </p:nvSpPr>
              <p:spPr>
                <a:xfrm>
                  <a:off x="2926029" y="5174383"/>
                  <a:ext cx="323782" cy="495173"/>
                </a:xfrm>
                <a:prstGeom prst="rect">
                  <a:avLst/>
                </a:prstGeom>
                <a:blipFill>
                  <a:blip r:embed="rId20"/>
                  <a:stretch>
                    <a:fillRect r="-10870"/>
                  </a:stretch>
                </a:blipFill>
              </p:spPr>
              <p:txBody>
                <a:bodyPr/>
                <a:lstStyle/>
                <a:p>
                  <a:r>
                    <a:rPr lang="en-IN">
                      <a:noFill/>
                    </a:rPr>
                    <a:t> </a:t>
                  </a:r>
                </a:p>
              </p:txBody>
            </p:sp>
          </mc:Fallback>
        </mc:AlternateContent>
        <p:cxnSp>
          <p:nvCxnSpPr>
            <p:cNvPr id="56" name="Straight Arrow Connector 55">
              <a:extLst>
                <a:ext uri="{FF2B5EF4-FFF2-40B4-BE49-F238E27FC236}">
                  <a16:creationId xmlns:a16="http://schemas.microsoft.com/office/drawing/2014/main" id="{265C258E-B073-7F16-127B-A92EFCAF1371}"/>
                </a:ext>
              </a:extLst>
            </p:cNvPr>
            <p:cNvCxnSpPr>
              <a:cxnSpLocks/>
            </p:cNvCxnSpPr>
            <p:nvPr/>
          </p:nvCxnSpPr>
          <p:spPr>
            <a:xfrm flipH="1" flipV="1">
              <a:off x="3103443" y="4781421"/>
              <a:ext cx="821" cy="498846"/>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58F49AB4-14E0-503B-01AD-E5304ADF13AE}"/>
                    </a:ext>
                  </a:extLst>
                </p:cNvPr>
                <p:cNvSpPr txBox="1"/>
                <p:nvPr/>
              </p:nvSpPr>
              <p:spPr>
                <a:xfrm>
                  <a:off x="2926029" y="3004112"/>
                  <a:ext cx="606705" cy="523220"/>
                </a:xfrm>
                <a:prstGeom prst="rect">
                  <a:avLst/>
                </a:prstGeom>
                <a:solidFill>
                  <a:schemeClr val="tx1"/>
                </a:solidFill>
                <a:ln>
                  <a:solidFill>
                    <a:schemeClr val="tx1"/>
                  </a:solidFill>
                </a:ln>
              </p:spPr>
              <p:txBody>
                <a:bodyPr wrap="none" rtlCol="0">
                  <a:spAutoFit/>
                </a:bodyPr>
                <a:lstStyle/>
                <a:p>
                  <a:pPr/>
                  <a14:m>
                    <m:oMathPara xmlns:m="http://schemas.openxmlformats.org/officeDocument/2006/math">
                      <m:oMath>
                        <m:sSub>
                          <m:sSubPr>
                            <m:ctrlPr>
                              <a:rPr lang="en-IN" sz="2800" b="1" i="1">
                                <a:solidFill>
                                  <a:schemeClr val="accent2">
                                    <a:lumMod val="60000"/>
                                    <a:lumOff val="40000"/>
                                  </a:schemeClr>
                                </a:solidFill>
                                <a:latin typeface="Cambria Math" panose="02040503050406030204" pitchFamily="18" charset="0"/>
                              </a:rPr>
                            </m:ctrlPr>
                          </m:sSubPr>
                          <m:e>
                            <m:acc>
                              <m:accPr>
                                <m:chr m:val="ˆ"/>
                                <m:ctrlPr>
                                  <a:rPr lang="en-IN" sz="2800" b="1" i="1">
                                    <a:solidFill>
                                      <a:schemeClr val="accent2">
                                        <a:lumMod val="60000"/>
                                        <a:lumOff val="40000"/>
                                      </a:schemeClr>
                                    </a:solidFill>
                                    <a:latin typeface="Cambria Math" panose="02040503050406030204" pitchFamily="18" charset="0"/>
                                  </a:rPr>
                                </m:ctrlPr>
                              </m:accPr>
                              <m:e>
                                <m:r>
                                  <a:rPr lang="en-IN" sz="2800" b="1" i="1">
                                    <a:solidFill>
                                      <a:schemeClr val="accent2">
                                        <a:lumMod val="60000"/>
                                        <a:lumOff val="40000"/>
                                      </a:schemeClr>
                                    </a:solidFill>
                                    <a:latin typeface="Cambria Math" panose="02040503050406030204" pitchFamily="18" charset="0"/>
                                  </a:rPr>
                                  <m:t>𝒂</m:t>
                                </m:r>
                              </m:e>
                            </m:acc>
                          </m:e>
                          <m:sub>
                            <m:r>
                              <a:rPr lang="en-IN" sz="2800" b="1" i="1">
                                <a:solidFill>
                                  <a:schemeClr val="accent2">
                                    <a:lumMod val="60000"/>
                                    <a:lumOff val="40000"/>
                                  </a:schemeClr>
                                </a:solidFill>
                                <a:latin typeface="Cambria Math" panose="02040503050406030204" pitchFamily="18" charset="0"/>
                              </a:rPr>
                              <m:t>𝒕</m:t>
                            </m:r>
                          </m:sub>
                        </m:sSub>
                      </m:oMath>
                    </m:oMathPara>
                  </a14:m>
                  <a:endParaRPr lang="en-IN" sz="2800" dirty="0">
                    <a:solidFill>
                      <a:schemeClr val="bg1"/>
                    </a:solidFill>
                  </a:endParaRPr>
                </a:p>
              </p:txBody>
            </p:sp>
          </mc:Choice>
          <mc:Fallback xmlns="">
            <p:sp>
              <p:nvSpPr>
                <p:cNvPr id="58" name="TextBox 57">
                  <a:extLst>
                    <a:ext uri="{FF2B5EF4-FFF2-40B4-BE49-F238E27FC236}">
                      <a16:creationId xmlns:a16="http://schemas.microsoft.com/office/drawing/2014/main" id="{58F49AB4-14E0-503B-01AD-E5304ADF13AE}"/>
                    </a:ext>
                  </a:extLst>
                </p:cNvPr>
                <p:cNvSpPr txBox="1">
                  <a:spLocks noRot="1" noChangeAspect="1" noMove="1" noResize="1" noEditPoints="1" noAdjustHandles="1" noChangeArrowheads="1" noChangeShapeType="1" noTextEdit="1"/>
                </p:cNvSpPr>
                <p:nvPr/>
              </p:nvSpPr>
              <p:spPr>
                <a:xfrm>
                  <a:off x="2926029" y="3004112"/>
                  <a:ext cx="606705" cy="523220"/>
                </a:xfrm>
                <a:prstGeom prst="rect">
                  <a:avLst/>
                </a:prstGeom>
                <a:blipFill>
                  <a:blip r:embed="rId21"/>
                  <a:stretch>
                    <a:fillRect/>
                  </a:stretch>
                </a:blipFill>
                <a:ln>
                  <a:solidFill>
                    <a:schemeClr val="tx1"/>
                  </a:solidFill>
                </a:ln>
              </p:spPr>
              <p:txBody>
                <a:bodyPr/>
                <a:lstStyle/>
                <a:p>
                  <a:r>
                    <a:rPr lang="en-IN">
                      <a:noFill/>
                    </a:rPr>
                    <a:t> </a:t>
                  </a:r>
                </a:p>
              </p:txBody>
            </p:sp>
          </mc:Fallback>
        </mc:AlternateContent>
        <p:cxnSp>
          <p:nvCxnSpPr>
            <p:cNvPr id="80" name="Straight Arrow Connector 79">
              <a:extLst>
                <a:ext uri="{FF2B5EF4-FFF2-40B4-BE49-F238E27FC236}">
                  <a16:creationId xmlns:a16="http://schemas.microsoft.com/office/drawing/2014/main" id="{B84DB9D6-5E77-8F1B-140E-588636F123FF}"/>
                </a:ext>
              </a:extLst>
            </p:cNvPr>
            <p:cNvCxnSpPr>
              <a:cxnSpLocks/>
            </p:cNvCxnSpPr>
            <p:nvPr/>
          </p:nvCxnSpPr>
          <p:spPr>
            <a:xfrm flipH="1">
              <a:off x="7189306" y="5802734"/>
              <a:ext cx="1965309"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3BB1E677-011C-C001-0938-D145FF28E9E5}"/>
                </a:ext>
              </a:extLst>
            </p:cNvPr>
            <p:cNvCxnSpPr>
              <a:cxnSpLocks/>
            </p:cNvCxnSpPr>
            <p:nvPr/>
          </p:nvCxnSpPr>
          <p:spPr>
            <a:xfrm flipH="1">
              <a:off x="7055546" y="2555773"/>
              <a:ext cx="1395732"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D62D4616-6B4F-A990-09F0-D51B196787E0}"/>
                </a:ext>
              </a:extLst>
            </p:cNvPr>
            <p:cNvCxnSpPr>
              <a:cxnSpLocks/>
            </p:cNvCxnSpPr>
            <p:nvPr/>
          </p:nvCxnSpPr>
          <p:spPr>
            <a:xfrm>
              <a:off x="8454273" y="2555773"/>
              <a:ext cx="0" cy="278670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E8775B17-566D-B27F-E451-C394B5002932}"/>
                </a:ext>
              </a:extLst>
            </p:cNvPr>
            <p:cNvCxnSpPr>
              <a:cxnSpLocks/>
            </p:cNvCxnSpPr>
            <p:nvPr/>
          </p:nvCxnSpPr>
          <p:spPr>
            <a:xfrm flipH="1">
              <a:off x="7136765" y="5342482"/>
              <a:ext cx="1314513"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2F4B9C7-2AFF-4B35-E4B9-CC12C0CF1DAA}"/>
                    </a:ext>
                  </a:extLst>
                </p:cNvPr>
                <p:cNvSpPr txBox="1"/>
                <p:nvPr/>
              </p:nvSpPr>
              <p:spPr>
                <a:xfrm>
                  <a:off x="8577034" y="2826305"/>
                  <a:ext cx="1690371" cy="901923"/>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IN" sz="900" dirty="0">
                      <a:solidFill>
                        <a:schemeClr val="tx1"/>
                      </a:solidFill>
                    </a:rPr>
                    <a:t>Joint positions  </a:t>
                  </a:r>
                </a:p>
                <a:p>
                  <a:pPr algn="ctr"/>
                  <a:r>
                    <a:rPr lang="en-IN" sz="900" dirty="0">
                      <a:solidFill>
                        <a:schemeClr val="tx1"/>
                      </a:solidFill>
                    </a:rPr>
                    <a:t>Joint velocities</a:t>
                  </a:r>
                </a:p>
                <a:p>
                  <a:pPr algn="ctr"/>
                  <a:r>
                    <a:rPr lang="en-IN" sz="900" dirty="0">
                      <a:solidFill>
                        <a:schemeClr val="tx1"/>
                      </a:solidFill>
                    </a:rPr>
                    <a:t>Muscle state parameters</a:t>
                  </a:r>
                </a:p>
                <a:p>
                  <a:pPr algn="ctr"/>
                  <a14:m>
                    <m:oMathPara xmlns:m="http://schemas.openxmlformats.org/officeDocument/2006/math">
                      <m:oMath>
                        <m:r>
                          <a:rPr lang="en-IN" sz="900" i="0" smtClean="0">
                            <a:solidFill>
                              <a:schemeClr val="tx1"/>
                            </a:solidFill>
                            <a:latin typeface="Cambria Math" panose="02040503050406030204" pitchFamily="18" charset="0"/>
                          </a:rPr>
                          <m:t>⋮</m:t>
                        </m:r>
                      </m:oMath>
                    </m:oMathPara>
                  </a14:m>
                  <a:endParaRPr lang="en-IN" sz="900" dirty="0">
                    <a:solidFill>
                      <a:schemeClr val="tx1"/>
                    </a:solidFill>
                  </a:endParaRPr>
                </a:p>
                <a:p>
                  <a:pPr algn="ctr"/>
                  <a:r>
                    <a:rPr lang="en-IN" sz="900" dirty="0">
                      <a:solidFill>
                        <a:schemeClr val="tx1"/>
                      </a:solidFill>
                    </a:rPr>
                    <a:t>GRF at each foot</a:t>
                  </a:r>
                </a:p>
              </p:txBody>
            </p:sp>
          </mc:Choice>
          <mc:Fallback xmlns="">
            <p:sp>
              <p:nvSpPr>
                <p:cNvPr id="12" name="TextBox 11">
                  <a:extLst>
                    <a:ext uri="{FF2B5EF4-FFF2-40B4-BE49-F238E27FC236}">
                      <a16:creationId xmlns:a16="http://schemas.microsoft.com/office/drawing/2014/main" id="{52F4B9C7-2AFF-4B35-E4B9-CC12C0CF1DAA}"/>
                    </a:ext>
                  </a:extLst>
                </p:cNvPr>
                <p:cNvSpPr txBox="1">
                  <a:spLocks noRot="1" noChangeAspect="1" noMove="1" noResize="1" noEditPoints="1" noAdjustHandles="1" noChangeArrowheads="1" noChangeShapeType="1" noTextEdit="1"/>
                </p:cNvSpPr>
                <p:nvPr/>
              </p:nvSpPr>
              <p:spPr>
                <a:xfrm>
                  <a:off x="8577034" y="2826305"/>
                  <a:ext cx="1690371" cy="901923"/>
                </a:xfrm>
                <a:prstGeom prst="rect">
                  <a:avLst/>
                </a:prstGeom>
                <a:blipFill>
                  <a:blip r:embed="rId11"/>
                  <a:stretch>
                    <a:fillRect b="-1538"/>
                  </a:stretch>
                </a:blipFill>
              </p:spPr>
              <p:txBody>
                <a:bodyPr/>
                <a:lstStyle/>
                <a:p>
                  <a:r>
                    <a:rPr lang="en-IN">
                      <a:noFill/>
                    </a:rPr>
                    <a:t> </a:t>
                  </a:r>
                </a:p>
              </p:txBody>
            </p:sp>
          </mc:Fallback>
        </mc:AlternateContent>
        <p:cxnSp>
          <p:nvCxnSpPr>
            <p:cNvPr id="92" name="Straight Arrow Connector 91">
              <a:extLst>
                <a:ext uri="{FF2B5EF4-FFF2-40B4-BE49-F238E27FC236}">
                  <a16:creationId xmlns:a16="http://schemas.microsoft.com/office/drawing/2014/main" id="{F9260B3A-3C3F-F6A4-63D6-84C43690BCC1}"/>
                </a:ext>
              </a:extLst>
            </p:cNvPr>
            <p:cNvCxnSpPr>
              <a:cxnSpLocks/>
            </p:cNvCxnSpPr>
            <p:nvPr/>
          </p:nvCxnSpPr>
          <p:spPr>
            <a:xfrm flipH="1">
              <a:off x="3439589" y="5413618"/>
              <a:ext cx="1770826" cy="732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EEC8B726-8AFA-0E1D-21D7-F2B43742AAD3}"/>
                </a:ext>
              </a:extLst>
            </p:cNvPr>
            <p:cNvCxnSpPr>
              <a:cxnSpLocks/>
            </p:cNvCxnSpPr>
            <p:nvPr/>
          </p:nvCxnSpPr>
          <p:spPr>
            <a:xfrm flipH="1">
              <a:off x="1974866" y="5881392"/>
              <a:ext cx="3218299"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110" name="Picture 109">
              <a:extLst>
                <a:ext uri="{FF2B5EF4-FFF2-40B4-BE49-F238E27FC236}">
                  <a16:creationId xmlns:a16="http://schemas.microsoft.com/office/drawing/2014/main" id="{821442AE-5919-BE46-68D8-CEE25C11034C}"/>
                </a:ext>
              </a:extLst>
            </p:cNvPr>
            <p:cNvPicPr>
              <a:picLocks noChangeAspect="1"/>
            </p:cNvPicPr>
            <p:nvPr/>
          </p:nvPicPr>
          <p:blipFill>
            <a:blip r:embed="rId22"/>
            <a:stretch>
              <a:fillRect/>
            </a:stretch>
          </p:blipFill>
          <p:spPr>
            <a:xfrm>
              <a:off x="2487263" y="2636199"/>
              <a:ext cx="393044" cy="385897"/>
            </a:xfrm>
            <a:prstGeom prst="rect">
              <a:avLst/>
            </a:prstGeom>
          </p:spPr>
        </p:pic>
        <p:cxnSp>
          <p:nvCxnSpPr>
            <p:cNvPr id="112" name="Straight Arrow Connector 111">
              <a:extLst>
                <a:ext uri="{FF2B5EF4-FFF2-40B4-BE49-F238E27FC236}">
                  <a16:creationId xmlns:a16="http://schemas.microsoft.com/office/drawing/2014/main" id="{DAFCF12C-3944-CF44-22BF-80B40F8092AA}"/>
                </a:ext>
              </a:extLst>
            </p:cNvPr>
            <p:cNvCxnSpPr>
              <a:cxnSpLocks/>
            </p:cNvCxnSpPr>
            <p:nvPr/>
          </p:nvCxnSpPr>
          <p:spPr>
            <a:xfrm>
              <a:off x="2986912" y="2126406"/>
              <a:ext cx="1948451"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6A993F9D-D6AA-270E-308F-78EAD4132985}"/>
                    </a:ext>
                  </a:extLst>
                </p:cNvPr>
                <p:cNvSpPr txBox="1"/>
                <p:nvPr/>
              </p:nvSpPr>
              <p:spPr>
                <a:xfrm>
                  <a:off x="-282764" y="6620387"/>
                  <a:ext cx="3406805" cy="497531"/>
                </a:xfrm>
                <a:prstGeom prst="rect">
                  <a:avLst/>
                </a:prstGeom>
                <a:solidFill>
                  <a:schemeClr val="tx1"/>
                </a:solidFill>
                <a:ln>
                  <a:solidFill>
                    <a:schemeClr val="tx1"/>
                  </a:solidFill>
                </a:ln>
              </p:spPr>
              <p:txBody>
                <a:bodyPr wrap="square" rtlCol="0">
                  <a:spAutoFit/>
                </a:bodyPr>
                <a:lstStyle/>
                <a:p>
                  <a14:m>
                    <m:oMath xmlns:m="http://schemas.openxmlformats.org/officeDocument/2006/math">
                      <m:sSub>
                        <m:sSubPr>
                          <m:ctrlPr>
                            <a:rPr lang="en-IN" b="1" i="1" smtClean="0">
                              <a:solidFill>
                                <a:schemeClr val="accent6">
                                  <a:lumMod val="40000"/>
                                  <a:lumOff val="60000"/>
                                </a:schemeClr>
                              </a:solidFill>
                              <a:latin typeface="Cambria Math" panose="02040503050406030204" pitchFamily="18" charset="0"/>
                            </a:rPr>
                          </m:ctrlPr>
                        </m:sSubPr>
                        <m:e>
                          <m:r>
                            <a:rPr lang="en-IN" b="1" i="1" smtClean="0">
                              <a:solidFill>
                                <a:schemeClr val="accent6">
                                  <a:lumMod val="40000"/>
                                  <a:lumOff val="60000"/>
                                </a:schemeClr>
                              </a:solidFill>
                              <a:latin typeface="Cambria Math" panose="02040503050406030204" pitchFamily="18" charset="0"/>
                            </a:rPr>
                            <m:t>𝒂</m:t>
                          </m:r>
                        </m:e>
                        <m:sub>
                          <m:r>
                            <a:rPr lang="en-IN" b="1" i="1" smtClean="0">
                              <a:solidFill>
                                <a:schemeClr val="accent6">
                                  <a:lumMod val="40000"/>
                                  <a:lumOff val="60000"/>
                                </a:schemeClr>
                              </a:solidFill>
                              <a:latin typeface="Cambria Math" panose="02040503050406030204" pitchFamily="18" charset="0"/>
                            </a:rPr>
                            <m:t>𝒕</m:t>
                          </m:r>
                        </m:sub>
                      </m:sSub>
                    </m:oMath>
                  </a14:m>
                  <a:r>
                    <a:rPr lang="en-IN" dirty="0">
                      <a:solidFill>
                        <a:schemeClr val="bg1"/>
                      </a:solidFill>
                    </a:rPr>
                    <a:t> </a:t>
                  </a:r>
                  <a14:m>
                    <m:oMath xmlns:m="http://schemas.openxmlformats.org/officeDocument/2006/math">
                      <m:r>
                        <a:rPr lang="en-IN" i="1" dirty="0" smtClean="0">
                          <a:solidFill>
                            <a:schemeClr val="bg1"/>
                          </a:solidFill>
                          <a:latin typeface="Cambria Math" panose="02040503050406030204" pitchFamily="18" charset="0"/>
                        </a:rPr>
                        <m:t>=</m:t>
                      </m:r>
                      <m:d>
                        <m:dPr>
                          <m:ctrlPr>
                            <a:rPr lang="en-IN" b="0" i="1" dirty="0" smtClean="0">
                              <a:solidFill>
                                <a:schemeClr val="bg1"/>
                              </a:solidFill>
                              <a:latin typeface="Cambria Math" panose="02040503050406030204" pitchFamily="18" charset="0"/>
                            </a:rPr>
                          </m:ctrlPr>
                        </m:dPr>
                        <m:e>
                          <m:r>
                            <a:rPr lang="en-IN" b="0" i="1" dirty="0" smtClean="0">
                              <a:solidFill>
                                <a:schemeClr val="bg1"/>
                              </a:solidFill>
                              <a:latin typeface="Cambria Math" panose="02040503050406030204" pitchFamily="18" charset="0"/>
                            </a:rPr>
                            <m:t>1−</m:t>
                          </m:r>
                          <m:r>
                            <a:rPr lang="en-IN" b="0" i="1" dirty="0" smtClean="0">
                              <a:solidFill>
                                <a:schemeClr val="bg1"/>
                              </a:solidFill>
                              <a:latin typeface="Cambria Math" panose="02040503050406030204" pitchFamily="18" charset="0"/>
                              <a:ea typeface="Cambria Math" panose="02040503050406030204" pitchFamily="18" charset="0"/>
                            </a:rPr>
                            <m:t>𝜔</m:t>
                          </m:r>
                        </m:e>
                      </m:d>
                    </m:oMath>
                  </a14:m>
                  <a:r>
                    <a:rPr lang="en-IN" dirty="0">
                      <a:solidFill>
                        <a:schemeClr val="bg1"/>
                      </a:solidFill>
                    </a:rPr>
                    <a:t>. </a:t>
                  </a:r>
                  <a14:m>
                    <m:oMath xmlns:m="http://schemas.openxmlformats.org/officeDocument/2006/math">
                      <m:sSub>
                        <m:sSubPr>
                          <m:ctrlPr>
                            <a:rPr lang="en-IN" b="1" i="1">
                              <a:solidFill>
                                <a:schemeClr val="accent2">
                                  <a:lumMod val="60000"/>
                                  <a:lumOff val="40000"/>
                                </a:schemeClr>
                              </a:solidFill>
                              <a:latin typeface="Cambria Math" panose="02040503050406030204" pitchFamily="18" charset="0"/>
                            </a:rPr>
                          </m:ctrlPr>
                        </m:sSubPr>
                        <m:e>
                          <m:acc>
                            <m:accPr>
                              <m:chr m:val="ˆ"/>
                              <m:ctrlPr>
                                <a:rPr lang="en-IN" b="1" i="1">
                                  <a:solidFill>
                                    <a:schemeClr val="accent2">
                                      <a:lumMod val="60000"/>
                                      <a:lumOff val="40000"/>
                                    </a:schemeClr>
                                  </a:solidFill>
                                  <a:latin typeface="Cambria Math" panose="02040503050406030204" pitchFamily="18" charset="0"/>
                                </a:rPr>
                              </m:ctrlPr>
                            </m:accPr>
                            <m:e>
                              <m:r>
                                <a:rPr lang="en-IN" b="1" i="1">
                                  <a:solidFill>
                                    <a:schemeClr val="accent2">
                                      <a:lumMod val="60000"/>
                                      <a:lumOff val="40000"/>
                                    </a:schemeClr>
                                  </a:solidFill>
                                  <a:latin typeface="Cambria Math" panose="02040503050406030204" pitchFamily="18" charset="0"/>
                                </a:rPr>
                                <m:t>𝒂</m:t>
                              </m:r>
                            </m:e>
                          </m:acc>
                        </m:e>
                        <m:sub>
                          <m:r>
                            <a:rPr lang="en-IN" b="1" i="1" smtClean="0">
                              <a:solidFill>
                                <a:schemeClr val="accent2">
                                  <a:lumMod val="60000"/>
                                  <a:lumOff val="40000"/>
                                </a:schemeClr>
                              </a:solidFill>
                              <a:latin typeface="Cambria Math" panose="02040503050406030204" pitchFamily="18" charset="0"/>
                            </a:rPr>
                            <m:t>𝒕</m:t>
                          </m:r>
                        </m:sub>
                      </m:sSub>
                      <m:r>
                        <a:rPr lang="en-IN" b="0" i="1" smtClean="0">
                          <a:solidFill>
                            <a:schemeClr val="bg1"/>
                          </a:solidFill>
                          <a:latin typeface="Cambria Math" panose="02040503050406030204" pitchFamily="18" charset="0"/>
                        </a:rPr>
                        <m:t>+ </m:t>
                      </m:r>
                      <m:r>
                        <a:rPr lang="en-IN" b="0" i="1" smtClean="0">
                          <a:solidFill>
                            <a:schemeClr val="bg1"/>
                          </a:solidFill>
                          <a:latin typeface="Cambria Math" panose="02040503050406030204" pitchFamily="18" charset="0"/>
                          <a:ea typeface="Cambria Math" panose="02040503050406030204" pitchFamily="18" charset="0"/>
                        </a:rPr>
                        <m:t>𝜔</m:t>
                      </m:r>
                      <m:r>
                        <a:rPr lang="en-IN" b="0" i="1" smtClean="0">
                          <a:solidFill>
                            <a:schemeClr val="bg1"/>
                          </a:solidFill>
                          <a:latin typeface="Cambria Math" panose="02040503050406030204" pitchFamily="18" charset="0"/>
                          <a:ea typeface="Cambria Math" panose="02040503050406030204" pitchFamily="18" charset="0"/>
                        </a:rPr>
                        <m:t>. </m:t>
                      </m:r>
                      <m:sSub>
                        <m:sSubPr>
                          <m:ctrlPr>
                            <a:rPr lang="en-IN" b="1" i="1">
                              <a:solidFill>
                                <a:schemeClr val="accent4">
                                  <a:lumMod val="60000"/>
                                  <a:lumOff val="40000"/>
                                </a:schemeClr>
                              </a:solidFill>
                              <a:latin typeface="Cambria Math" panose="02040503050406030204" pitchFamily="18" charset="0"/>
                              <a:ea typeface="Cambria Math" panose="02040503050406030204" pitchFamily="18" charset="0"/>
                            </a:rPr>
                          </m:ctrlPr>
                        </m:sSubPr>
                        <m:e>
                          <m:sSub>
                            <m:sSubPr>
                              <m:ctrlPr>
                                <a:rPr lang="en-IN" b="1" i="1">
                                  <a:solidFill>
                                    <a:schemeClr val="accent4">
                                      <a:lumMod val="60000"/>
                                      <a:lumOff val="40000"/>
                                    </a:schemeClr>
                                  </a:solidFill>
                                  <a:latin typeface="Cambria Math" panose="02040503050406030204" pitchFamily="18" charset="0"/>
                                  <a:ea typeface="Cambria Math" panose="02040503050406030204" pitchFamily="18" charset="0"/>
                                </a:rPr>
                              </m:ctrlPr>
                            </m:sSubPr>
                            <m:e>
                              <m:r>
                                <a:rPr lang="en-IN" b="1" i="1">
                                  <a:solidFill>
                                    <a:schemeClr val="accent4">
                                      <a:lumMod val="60000"/>
                                      <a:lumOff val="40000"/>
                                    </a:schemeClr>
                                  </a:solidFill>
                                  <a:latin typeface="Cambria Math" panose="02040503050406030204" pitchFamily="18" charset="0"/>
                                  <a:ea typeface="Cambria Math" panose="02040503050406030204" pitchFamily="18" charset="0"/>
                                </a:rPr>
                                <m:t>𝒂</m:t>
                              </m:r>
                            </m:e>
                            <m:sub>
                              <m:r>
                                <a:rPr lang="en-IN" b="1" i="1">
                                  <a:solidFill>
                                    <a:schemeClr val="accent4">
                                      <a:lumMod val="60000"/>
                                      <a:lumOff val="40000"/>
                                    </a:schemeClr>
                                  </a:solidFill>
                                  <a:latin typeface="Cambria Math" panose="02040503050406030204" pitchFamily="18" charset="0"/>
                                  <a:ea typeface="Cambria Math" panose="02040503050406030204" pitchFamily="18" charset="0"/>
                                </a:rPr>
                                <m:t>𝒇𝒖𝒍𝒍</m:t>
                              </m:r>
                            </m:sub>
                          </m:sSub>
                        </m:e>
                        <m:sub>
                          <m:r>
                            <a:rPr lang="en-IN" b="1" i="1" smtClean="0">
                              <a:solidFill>
                                <a:schemeClr val="accent4">
                                  <a:lumMod val="60000"/>
                                  <a:lumOff val="40000"/>
                                </a:schemeClr>
                              </a:solidFill>
                              <a:latin typeface="Cambria Math" panose="02040503050406030204" pitchFamily="18" charset="0"/>
                              <a:ea typeface="Cambria Math" panose="02040503050406030204" pitchFamily="18" charset="0"/>
                            </a:rPr>
                            <m:t>𝒕</m:t>
                          </m:r>
                        </m:sub>
                      </m:sSub>
                    </m:oMath>
                  </a14:m>
                  <a:endParaRPr lang="en-IN" b="1" dirty="0">
                    <a:solidFill>
                      <a:schemeClr val="bg1"/>
                    </a:solidFill>
                  </a:endParaRPr>
                </a:p>
              </p:txBody>
            </p:sp>
          </mc:Choice>
          <mc:Fallback xmlns="">
            <p:sp>
              <p:nvSpPr>
                <p:cNvPr id="122" name="TextBox 121">
                  <a:extLst>
                    <a:ext uri="{FF2B5EF4-FFF2-40B4-BE49-F238E27FC236}">
                      <a16:creationId xmlns:a16="http://schemas.microsoft.com/office/drawing/2014/main" id="{6A993F9D-D6AA-270E-308F-78EAD4132985}"/>
                    </a:ext>
                  </a:extLst>
                </p:cNvPr>
                <p:cNvSpPr txBox="1">
                  <a:spLocks noRot="1" noChangeAspect="1" noMove="1" noResize="1" noEditPoints="1" noAdjustHandles="1" noChangeArrowheads="1" noChangeShapeType="1" noTextEdit="1"/>
                </p:cNvSpPr>
                <p:nvPr/>
              </p:nvSpPr>
              <p:spPr>
                <a:xfrm>
                  <a:off x="-282764" y="6620387"/>
                  <a:ext cx="3406805" cy="497531"/>
                </a:xfrm>
                <a:prstGeom prst="rect">
                  <a:avLst/>
                </a:prstGeom>
                <a:blipFill>
                  <a:blip r:embed="rId23"/>
                  <a:stretch>
                    <a:fillRect t="-2740" b="-8219"/>
                  </a:stretch>
                </a:blipFill>
                <a:ln>
                  <a:solidFill>
                    <a:schemeClr val="tx1"/>
                  </a:solidFill>
                </a:ln>
              </p:spPr>
              <p:txBody>
                <a:bodyPr/>
                <a:lstStyle/>
                <a:p>
                  <a:r>
                    <a:rPr lang="en-IN">
                      <a:noFill/>
                    </a:rPr>
                    <a:t> </a:t>
                  </a:r>
                </a:p>
              </p:txBody>
            </p:sp>
          </mc:Fallback>
        </mc:AlternateContent>
        <p:sp>
          <p:nvSpPr>
            <p:cNvPr id="124" name="TextBox 123">
              <a:extLst>
                <a:ext uri="{FF2B5EF4-FFF2-40B4-BE49-F238E27FC236}">
                  <a16:creationId xmlns:a16="http://schemas.microsoft.com/office/drawing/2014/main" id="{07B7796A-40E9-E1F1-EE3A-CD6BBA1D264C}"/>
                </a:ext>
              </a:extLst>
            </p:cNvPr>
            <p:cNvSpPr txBox="1"/>
            <p:nvPr/>
          </p:nvSpPr>
          <p:spPr>
            <a:xfrm>
              <a:off x="2970409" y="4106057"/>
              <a:ext cx="435429" cy="369332"/>
            </a:xfrm>
            <a:prstGeom prst="rect">
              <a:avLst/>
            </a:prstGeom>
            <a:noFill/>
          </p:spPr>
          <p:txBody>
            <a:bodyPr wrap="square">
              <a:spAutoFit/>
            </a:bodyPr>
            <a:lstStyle/>
            <a:p>
              <a:r>
                <a:rPr lang="en-IN" dirty="0"/>
                <a:t>🔐</a:t>
              </a:r>
            </a:p>
          </p:txBody>
        </p:sp>
      </p:grpSp>
      <p:cxnSp>
        <p:nvCxnSpPr>
          <p:cNvPr id="35" name="Straight Arrow Connector 34">
            <a:extLst>
              <a:ext uri="{FF2B5EF4-FFF2-40B4-BE49-F238E27FC236}">
                <a16:creationId xmlns:a16="http://schemas.microsoft.com/office/drawing/2014/main" id="{9C09E067-B406-C786-9EC7-4583E1994C73}"/>
              </a:ext>
            </a:extLst>
          </p:cNvPr>
          <p:cNvCxnSpPr>
            <a:cxnSpLocks/>
            <a:stCxn id="110" idx="0"/>
          </p:cNvCxnSpPr>
          <p:nvPr/>
        </p:nvCxnSpPr>
        <p:spPr>
          <a:xfrm flipV="1">
            <a:off x="5447841" y="2082368"/>
            <a:ext cx="0" cy="249876"/>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6A2307D2-2FA2-54A3-1568-185FC30D7D99}"/>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7</a:t>
            </a:r>
          </a:p>
        </p:txBody>
      </p:sp>
    </p:spTree>
    <p:extLst>
      <p:ext uri="{BB962C8B-B14F-4D97-AF65-F5344CB8AC3E}">
        <p14:creationId xmlns:p14="http://schemas.microsoft.com/office/powerpoint/2010/main" val="4014940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88785-B6CE-1D81-3AC5-5CEE0F79ABBE}"/>
              </a:ext>
            </a:extLst>
          </p:cNvPr>
          <p:cNvSpPr>
            <a:spLocks noGrp="1"/>
          </p:cNvSpPr>
          <p:nvPr>
            <p:ph type="title"/>
          </p:nvPr>
        </p:nvSpPr>
        <p:spPr>
          <a:xfrm>
            <a:off x="851956" y="270932"/>
            <a:ext cx="10515600" cy="1325563"/>
          </a:xfrm>
        </p:spPr>
        <p:txBody>
          <a:bodyPr/>
          <a:lstStyle/>
          <a:p>
            <a:pPr algn="ctr"/>
            <a:r>
              <a:rPr lang="en-IN" b="1" dirty="0">
                <a:solidFill>
                  <a:schemeClr val="accent1">
                    <a:lumMod val="60000"/>
                    <a:lumOff val="40000"/>
                  </a:schemeClr>
                </a:solidFill>
              </a:rPr>
              <a:t>SCONE Models</a:t>
            </a:r>
            <a:br>
              <a:rPr lang="en-IN" b="1" dirty="0">
                <a:solidFill>
                  <a:schemeClr val="accent1">
                    <a:lumMod val="60000"/>
                    <a:lumOff val="40000"/>
                  </a:schemeClr>
                </a:solidFill>
              </a:rPr>
            </a:br>
            <a:r>
              <a:rPr lang="en-IN" sz="2000" b="1" dirty="0">
                <a:solidFill>
                  <a:schemeClr val="bg1"/>
                </a:solidFill>
              </a:rPr>
              <a:t>Not all models have the same 11 actuators per leg!</a:t>
            </a:r>
            <a:endParaRPr lang="en-IN" b="1" dirty="0">
              <a:solidFill>
                <a:schemeClr val="bg1"/>
              </a:solidFill>
            </a:endParaRPr>
          </a:p>
        </p:txBody>
      </p:sp>
      <p:grpSp>
        <p:nvGrpSpPr>
          <p:cNvPr id="39" name="Group 38">
            <a:extLst>
              <a:ext uri="{FF2B5EF4-FFF2-40B4-BE49-F238E27FC236}">
                <a16:creationId xmlns:a16="http://schemas.microsoft.com/office/drawing/2014/main" id="{E3D97408-7B9F-DEF1-5C37-5CBEC13F414C}"/>
              </a:ext>
            </a:extLst>
          </p:cNvPr>
          <p:cNvGrpSpPr/>
          <p:nvPr/>
        </p:nvGrpSpPr>
        <p:grpSpPr>
          <a:xfrm>
            <a:off x="2483750" y="1324971"/>
            <a:ext cx="7546745" cy="3515511"/>
            <a:chOff x="1081622" y="1275211"/>
            <a:chExt cx="10436339" cy="4861576"/>
          </a:xfrm>
        </p:grpSpPr>
        <p:pic>
          <p:nvPicPr>
            <p:cNvPr id="7" name="Picture 6">
              <a:extLst>
                <a:ext uri="{FF2B5EF4-FFF2-40B4-BE49-F238E27FC236}">
                  <a16:creationId xmlns:a16="http://schemas.microsoft.com/office/drawing/2014/main" id="{279D33CF-9B00-C7E7-99DF-16200B7DBEC1}"/>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3371" r="30341">
                          <a14:foregroundMark x1="17521" y1="11207" x2="21156" y2="12759"/>
                          <a14:foregroundMark x1="17521" y1="10172" x2="18080" y2="10172"/>
                        </a14:backgroundRemoval>
                      </a14:imgEffect>
                    </a14:imgLayer>
                  </a14:imgProps>
                </a:ext>
              </a:extLst>
            </a:blip>
            <a:srcRect r="66288"/>
            <a:stretch>
              <a:fillRect/>
            </a:stretch>
          </p:blipFill>
          <p:spPr>
            <a:xfrm>
              <a:off x="1081622" y="1275211"/>
              <a:ext cx="2842970" cy="4558378"/>
            </a:xfrm>
            <a:prstGeom prst="rect">
              <a:avLst/>
            </a:prstGeom>
          </p:spPr>
        </p:pic>
        <p:sp>
          <p:nvSpPr>
            <p:cNvPr id="8" name="TextBox 7">
              <a:extLst>
                <a:ext uri="{FF2B5EF4-FFF2-40B4-BE49-F238E27FC236}">
                  <a16:creationId xmlns:a16="http://schemas.microsoft.com/office/drawing/2014/main" id="{EBB7706B-8352-41DD-76B4-A1E79F26DC88}"/>
                </a:ext>
              </a:extLst>
            </p:cNvPr>
            <p:cNvSpPr txBox="1"/>
            <p:nvPr/>
          </p:nvSpPr>
          <p:spPr>
            <a:xfrm>
              <a:off x="1960850" y="5679403"/>
              <a:ext cx="841897" cy="369332"/>
            </a:xfrm>
            <a:prstGeom prst="rect">
              <a:avLst/>
            </a:prstGeom>
            <a:noFill/>
          </p:spPr>
          <p:txBody>
            <a:bodyPr wrap="none" rtlCol="0">
              <a:spAutoFit/>
            </a:bodyPr>
            <a:lstStyle/>
            <a:p>
              <a:r>
                <a:rPr lang="en-IN" b="1" dirty="0">
                  <a:solidFill>
                    <a:schemeClr val="bg1"/>
                  </a:solidFill>
                </a:rPr>
                <a:t>H0918</a:t>
              </a:r>
            </a:p>
          </p:txBody>
        </p:sp>
        <p:pic>
          <p:nvPicPr>
            <p:cNvPr id="19" name="Picture 18">
              <a:extLst>
                <a:ext uri="{FF2B5EF4-FFF2-40B4-BE49-F238E27FC236}">
                  <a16:creationId xmlns:a16="http://schemas.microsoft.com/office/drawing/2014/main" id="{C720C569-08C4-76A1-95C7-0047958E829A}"/>
                </a:ext>
              </a:extLst>
            </p:cNvPr>
            <p:cNvPicPr>
              <a:picLocks noChangeAspect="1"/>
            </p:cNvPicPr>
            <p:nvPr/>
          </p:nvPicPr>
          <p:blipFill>
            <a:blip r:embed="rId5">
              <a:extLst>
                <a:ext uri="{BEBA8EAE-BF5A-486C-A8C5-ECC9F3942E4B}">
                  <a14:imgProps xmlns:a14="http://schemas.microsoft.com/office/drawing/2010/main">
                    <a14:imgLayer r:embed="rId4">
                      <a14:imgEffect>
                        <a14:backgroundRemoval t="8621" b="90000" l="37092" r="63467">
                          <a14:foregroundMark x1="49301" y1="12931" x2="50606" y2="8621"/>
                          <a14:foregroundMark x1="56291" y1="89310" x2="55172" y2="89310"/>
                        </a14:backgroundRemoval>
                      </a14:imgEffect>
                    </a14:imgLayer>
                  </a14:imgProps>
                </a:ext>
              </a:extLst>
            </a:blip>
            <a:srcRect l="33849" r="33209"/>
            <a:stretch>
              <a:fillRect/>
            </a:stretch>
          </p:blipFill>
          <p:spPr>
            <a:xfrm>
              <a:off x="4707037" y="1393743"/>
              <a:ext cx="2777925" cy="4558378"/>
            </a:xfrm>
            <a:prstGeom prst="rect">
              <a:avLst/>
            </a:prstGeom>
          </p:spPr>
        </p:pic>
        <p:sp>
          <p:nvSpPr>
            <p:cNvPr id="21" name="TextBox 20">
              <a:extLst>
                <a:ext uri="{FF2B5EF4-FFF2-40B4-BE49-F238E27FC236}">
                  <a16:creationId xmlns:a16="http://schemas.microsoft.com/office/drawing/2014/main" id="{1ED65EE7-6077-CC89-47C8-0EB5ACD5E2B6}"/>
                </a:ext>
              </a:extLst>
            </p:cNvPr>
            <p:cNvSpPr txBox="1"/>
            <p:nvPr/>
          </p:nvSpPr>
          <p:spPr>
            <a:xfrm>
              <a:off x="5610789" y="5767455"/>
              <a:ext cx="846706" cy="369332"/>
            </a:xfrm>
            <a:prstGeom prst="rect">
              <a:avLst/>
            </a:prstGeom>
            <a:noFill/>
          </p:spPr>
          <p:txBody>
            <a:bodyPr wrap="none" rtlCol="0">
              <a:spAutoFit/>
            </a:bodyPr>
            <a:lstStyle/>
            <a:p>
              <a:r>
                <a:rPr lang="en-IN" b="1" dirty="0">
                  <a:solidFill>
                    <a:schemeClr val="bg1"/>
                  </a:solidFill>
                </a:rPr>
                <a:t>H1622</a:t>
              </a:r>
            </a:p>
          </p:txBody>
        </p:sp>
        <p:pic>
          <p:nvPicPr>
            <p:cNvPr id="23" name="Picture 22">
              <a:extLst>
                <a:ext uri="{FF2B5EF4-FFF2-40B4-BE49-F238E27FC236}">
                  <a16:creationId xmlns:a16="http://schemas.microsoft.com/office/drawing/2014/main" id="{722209C9-AAB8-6D1B-A4F0-E4911540367D}"/>
                </a:ext>
              </a:extLst>
            </p:cNvPr>
            <p:cNvPicPr>
              <a:picLocks noChangeAspect="1"/>
            </p:cNvPicPr>
            <p:nvPr/>
          </p:nvPicPr>
          <p:blipFill>
            <a:blip r:embed="rId6">
              <a:extLst>
                <a:ext uri="{BEBA8EAE-BF5A-486C-A8C5-ECC9F3942E4B}">
                  <a14:imgProps xmlns:a14="http://schemas.microsoft.com/office/drawing/2010/main">
                    <a14:imgLayer r:embed="rId4">
                      <a14:imgEffect>
                        <a14:backgroundRemoval t="10000" b="90000" l="70112" r="96679">
                          <a14:foregroundMark x1="80801" y1="23621" x2="81547" y2="21207"/>
                          <a14:foregroundMark x1="81920" y1="13103" x2="82945" y2="11552"/>
                          <a14:foregroundMark x1="87884" y1="65690" x2="88164" y2="88448"/>
                          <a14:foregroundMark x1="88164" y1="88448" x2="88630" y2="88448"/>
                        </a14:backgroundRemoval>
                      </a14:imgEffect>
                    </a14:imgLayer>
                  </a14:imgProps>
                </a:ext>
              </a:extLst>
            </a:blip>
            <a:srcRect l="66791"/>
            <a:stretch>
              <a:fillRect/>
            </a:stretch>
          </p:blipFill>
          <p:spPr>
            <a:xfrm>
              <a:off x="8101197" y="1428902"/>
              <a:ext cx="2800529" cy="4558378"/>
            </a:xfrm>
            <a:prstGeom prst="rect">
              <a:avLst/>
            </a:prstGeom>
          </p:spPr>
        </p:pic>
        <p:sp>
          <p:nvSpPr>
            <p:cNvPr id="25" name="TextBox 24">
              <a:extLst>
                <a:ext uri="{FF2B5EF4-FFF2-40B4-BE49-F238E27FC236}">
                  <a16:creationId xmlns:a16="http://schemas.microsoft.com/office/drawing/2014/main" id="{A616B45F-C635-34A8-3EAE-5888D21A169D}"/>
                </a:ext>
              </a:extLst>
            </p:cNvPr>
            <p:cNvSpPr txBox="1"/>
            <p:nvPr/>
          </p:nvSpPr>
          <p:spPr>
            <a:xfrm>
              <a:off x="9265539" y="5679403"/>
              <a:ext cx="846707" cy="369332"/>
            </a:xfrm>
            <a:prstGeom prst="rect">
              <a:avLst/>
            </a:prstGeom>
            <a:noFill/>
          </p:spPr>
          <p:txBody>
            <a:bodyPr wrap="none" rtlCol="0">
              <a:spAutoFit/>
            </a:bodyPr>
            <a:lstStyle/>
            <a:p>
              <a:r>
                <a:rPr lang="en-IN" b="1" dirty="0">
                  <a:solidFill>
                    <a:schemeClr val="bg1"/>
                  </a:solidFill>
                </a:rPr>
                <a:t>H2190</a:t>
              </a:r>
            </a:p>
          </p:txBody>
        </p:sp>
        <p:sp>
          <p:nvSpPr>
            <p:cNvPr id="34" name="TextBox 33">
              <a:extLst>
                <a:ext uri="{FF2B5EF4-FFF2-40B4-BE49-F238E27FC236}">
                  <a16:creationId xmlns:a16="http://schemas.microsoft.com/office/drawing/2014/main" id="{75DD4EEA-F4D3-E2B1-6971-22E6EEF82255}"/>
                </a:ext>
              </a:extLst>
            </p:cNvPr>
            <p:cNvSpPr txBox="1"/>
            <p:nvPr/>
          </p:nvSpPr>
          <p:spPr>
            <a:xfrm>
              <a:off x="3241039" y="2936240"/>
              <a:ext cx="955171" cy="510747"/>
            </a:xfrm>
            <a:prstGeom prst="rect">
              <a:avLst/>
            </a:prstGeom>
            <a:noFill/>
          </p:spPr>
          <p:txBody>
            <a:bodyPr wrap="square" rtlCol="0">
              <a:spAutoFit/>
            </a:bodyPr>
            <a:lstStyle/>
            <a:p>
              <a:r>
                <a:rPr lang="en-IN" b="1" dirty="0">
                  <a:solidFill>
                    <a:schemeClr val="accent6">
                      <a:lumMod val="20000"/>
                      <a:lumOff val="80000"/>
                    </a:schemeClr>
                  </a:solidFill>
                </a:rPr>
                <a:t>67%</a:t>
              </a:r>
            </a:p>
          </p:txBody>
        </p:sp>
        <p:sp>
          <p:nvSpPr>
            <p:cNvPr id="36" name="TextBox 35">
              <a:extLst>
                <a:ext uri="{FF2B5EF4-FFF2-40B4-BE49-F238E27FC236}">
                  <a16:creationId xmlns:a16="http://schemas.microsoft.com/office/drawing/2014/main" id="{85361355-A45E-D11F-DA18-B75A38863ADC}"/>
                </a:ext>
              </a:extLst>
            </p:cNvPr>
            <p:cNvSpPr txBox="1"/>
            <p:nvPr/>
          </p:nvSpPr>
          <p:spPr>
            <a:xfrm>
              <a:off x="7027447" y="2936240"/>
              <a:ext cx="1073750" cy="510747"/>
            </a:xfrm>
            <a:prstGeom prst="rect">
              <a:avLst/>
            </a:prstGeom>
            <a:noFill/>
          </p:spPr>
          <p:txBody>
            <a:bodyPr wrap="square" rtlCol="0">
              <a:spAutoFit/>
            </a:bodyPr>
            <a:lstStyle/>
            <a:p>
              <a:r>
                <a:rPr lang="en-IN" b="1" dirty="0">
                  <a:solidFill>
                    <a:schemeClr val="accent6">
                      <a:lumMod val="20000"/>
                      <a:lumOff val="80000"/>
                    </a:schemeClr>
                  </a:solidFill>
                </a:rPr>
                <a:t>64%</a:t>
              </a:r>
            </a:p>
          </p:txBody>
        </p:sp>
        <p:sp>
          <p:nvSpPr>
            <p:cNvPr id="38" name="TextBox 37">
              <a:extLst>
                <a:ext uri="{FF2B5EF4-FFF2-40B4-BE49-F238E27FC236}">
                  <a16:creationId xmlns:a16="http://schemas.microsoft.com/office/drawing/2014/main" id="{20F8457F-1069-9E50-0810-33B58B97329E}"/>
                </a:ext>
              </a:extLst>
            </p:cNvPr>
            <p:cNvSpPr txBox="1"/>
            <p:nvPr/>
          </p:nvSpPr>
          <p:spPr>
            <a:xfrm>
              <a:off x="10559951" y="2936240"/>
              <a:ext cx="958010" cy="510747"/>
            </a:xfrm>
            <a:prstGeom prst="rect">
              <a:avLst/>
            </a:prstGeom>
            <a:noFill/>
          </p:spPr>
          <p:txBody>
            <a:bodyPr wrap="square" rtlCol="0">
              <a:spAutoFit/>
            </a:bodyPr>
            <a:lstStyle/>
            <a:p>
              <a:r>
                <a:rPr lang="en-IN" b="1" dirty="0">
                  <a:solidFill>
                    <a:schemeClr val="accent6">
                      <a:lumMod val="20000"/>
                      <a:lumOff val="80000"/>
                    </a:schemeClr>
                  </a:solidFill>
                </a:rPr>
                <a:t>22%</a:t>
              </a:r>
            </a:p>
          </p:txBody>
        </p:sp>
      </p:grpSp>
      <p:graphicFrame>
        <p:nvGraphicFramePr>
          <p:cNvPr id="3" name="Table 2">
            <a:extLst>
              <a:ext uri="{FF2B5EF4-FFF2-40B4-BE49-F238E27FC236}">
                <a16:creationId xmlns:a16="http://schemas.microsoft.com/office/drawing/2014/main" id="{AEAC76C4-2128-ACB9-EA1E-9E6AF7A04D6A}"/>
              </a:ext>
            </a:extLst>
          </p:cNvPr>
          <p:cNvGraphicFramePr>
            <a:graphicFrameLocks noGrp="1"/>
          </p:cNvGraphicFramePr>
          <p:nvPr>
            <p:extLst>
              <p:ext uri="{D42A27DB-BD31-4B8C-83A1-F6EECF244321}">
                <p14:modId xmlns:p14="http://schemas.microsoft.com/office/powerpoint/2010/main" val="2871865182"/>
              </p:ext>
            </p:extLst>
          </p:nvPr>
        </p:nvGraphicFramePr>
        <p:xfrm>
          <a:off x="2732302" y="5013084"/>
          <a:ext cx="7277720" cy="1324376"/>
        </p:xfrm>
        <a:graphic>
          <a:graphicData uri="http://schemas.openxmlformats.org/drawingml/2006/table">
            <a:tbl>
              <a:tblPr firstRow="1" bandRow="1">
                <a:tableStyleId>{D27102A9-8310-4765-A935-A1911B00CA55}</a:tableStyleId>
              </a:tblPr>
              <a:tblGrid>
                <a:gridCol w="1930328">
                  <a:extLst>
                    <a:ext uri="{9D8B030D-6E8A-4147-A177-3AD203B41FA5}">
                      <a16:colId xmlns:a16="http://schemas.microsoft.com/office/drawing/2014/main" val="29460344"/>
                    </a:ext>
                  </a:extLst>
                </a:gridCol>
                <a:gridCol w="746196">
                  <a:extLst>
                    <a:ext uri="{9D8B030D-6E8A-4147-A177-3AD203B41FA5}">
                      <a16:colId xmlns:a16="http://schemas.microsoft.com/office/drawing/2014/main" val="3874406019"/>
                    </a:ext>
                  </a:extLst>
                </a:gridCol>
                <a:gridCol w="1229757">
                  <a:extLst>
                    <a:ext uri="{9D8B030D-6E8A-4147-A177-3AD203B41FA5}">
                      <a16:colId xmlns:a16="http://schemas.microsoft.com/office/drawing/2014/main" val="182931915"/>
                    </a:ext>
                  </a:extLst>
                </a:gridCol>
                <a:gridCol w="511715">
                  <a:extLst>
                    <a:ext uri="{9D8B030D-6E8A-4147-A177-3AD203B41FA5}">
                      <a16:colId xmlns:a16="http://schemas.microsoft.com/office/drawing/2014/main" val="2136441427"/>
                    </a:ext>
                  </a:extLst>
                </a:gridCol>
                <a:gridCol w="780376">
                  <a:extLst>
                    <a:ext uri="{9D8B030D-6E8A-4147-A177-3AD203B41FA5}">
                      <a16:colId xmlns:a16="http://schemas.microsoft.com/office/drawing/2014/main" val="3469091741"/>
                    </a:ext>
                  </a:extLst>
                </a:gridCol>
                <a:gridCol w="1039674">
                  <a:extLst>
                    <a:ext uri="{9D8B030D-6E8A-4147-A177-3AD203B41FA5}">
                      <a16:colId xmlns:a16="http://schemas.microsoft.com/office/drawing/2014/main" val="4259837545"/>
                    </a:ext>
                  </a:extLst>
                </a:gridCol>
                <a:gridCol w="1039674">
                  <a:extLst>
                    <a:ext uri="{9D8B030D-6E8A-4147-A177-3AD203B41FA5}">
                      <a16:colId xmlns:a16="http://schemas.microsoft.com/office/drawing/2014/main" val="3887541393"/>
                    </a:ext>
                  </a:extLst>
                </a:gridCol>
              </a:tblGrid>
              <a:tr h="328238">
                <a:tc>
                  <a:txBody>
                    <a:bodyPr/>
                    <a:lstStyle/>
                    <a:p>
                      <a:r>
                        <a:rPr lang="en-IN" sz="1300" dirty="0">
                          <a:solidFill>
                            <a:schemeClr val="bg1"/>
                          </a:solidFill>
                        </a:rPr>
                        <a:t>Model</a:t>
                      </a:r>
                    </a:p>
                  </a:txBody>
                  <a:tcPr marL="81874" marR="81874" marT="40937" marB="40937"/>
                </a:tc>
                <a:tc>
                  <a:txBody>
                    <a:bodyPr/>
                    <a:lstStyle/>
                    <a:p>
                      <a:r>
                        <a:rPr lang="en-IN" sz="1300" dirty="0">
                          <a:solidFill>
                            <a:schemeClr val="bg1"/>
                          </a:solidFill>
                        </a:rPr>
                        <a:t>#DOFs</a:t>
                      </a:r>
                    </a:p>
                  </a:txBody>
                  <a:tcPr marL="81874" marR="81874" marT="40937" marB="40937"/>
                </a:tc>
                <a:tc>
                  <a:txBody>
                    <a:bodyPr/>
                    <a:lstStyle/>
                    <a:p>
                      <a:r>
                        <a:rPr lang="en-IN" sz="1300" dirty="0">
                          <a:solidFill>
                            <a:schemeClr val="bg1"/>
                          </a:solidFill>
                        </a:rPr>
                        <a:t>#Muscles</a:t>
                      </a:r>
                    </a:p>
                  </a:txBody>
                  <a:tcPr marL="81874" marR="81874" marT="40937" marB="40937"/>
                </a:tc>
                <a:tc>
                  <a:txBody>
                    <a:bodyPr/>
                    <a:lstStyle/>
                    <a:p>
                      <a:r>
                        <a:rPr lang="en-IN" sz="1300" dirty="0">
                          <a:solidFill>
                            <a:schemeClr val="bg1"/>
                          </a:solidFill>
                        </a:rPr>
                        <a:t>3D</a:t>
                      </a:r>
                    </a:p>
                  </a:txBody>
                  <a:tcPr marL="81874" marR="81874" marT="40937" marB="40937"/>
                </a:tc>
                <a:tc>
                  <a:txBody>
                    <a:bodyPr/>
                    <a:lstStyle/>
                    <a:p>
                      <a:r>
                        <a:rPr lang="en-IN" sz="1300" dirty="0">
                          <a:solidFill>
                            <a:schemeClr val="bg1"/>
                          </a:solidFill>
                        </a:rPr>
                        <a:t>trunk</a:t>
                      </a:r>
                    </a:p>
                  </a:txBody>
                  <a:tcPr marL="81874" marR="81874" marT="40937" marB="40937"/>
                </a:tc>
                <a:tc>
                  <a:txBody>
                    <a:bodyPr/>
                    <a:lstStyle/>
                    <a:p>
                      <a:r>
                        <a:rPr lang="en-IN" sz="1300" dirty="0">
                          <a:solidFill>
                            <a:schemeClr val="bg1"/>
                          </a:solidFill>
                        </a:rPr>
                        <a:t>toes</a:t>
                      </a:r>
                    </a:p>
                  </a:txBody>
                  <a:tcPr marL="81874" marR="81874" marT="40937" marB="40937"/>
                </a:tc>
                <a:tc>
                  <a:txBody>
                    <a:bodyPr/>
                    <a:lstStyle/>
                    <a:p>
                      <a:r>
                        <a:rPr lang="en-IN" sz="1300" dirty="0">
                          <a:solidFill>
                            <a:schemeClr val="bg1"/>
                          </a:solidFill>
                        </a:rPr>
                        <a:t>engine</a:t>
                      </a:r>
                    </a:p>
                  </a:txBody>
                  <a:tcPr marL="81874" marR="81874" marT="40937" marB="40937"/>
                </a:tc>
                <a:extLst>
                  <a:ext uri="{0D108BD9-81ED-4DB2-BD59-A6C34878D82A}">
                    <a16:rowId xmlns:a16="http://schemas.microsoft.com/office/drawing/2014/main" val="1669742498"/>
                  </a:ext>
                </a:extLst>
              </a:tr>
              <a:tr h="332046">
                <a:tc>
                  <a:txBody>
                    <a:bodyPr/>
                    <a:lstStyle/>
                    <a:p>
                      <a:r>
                        <a:rPr lang="en-IN" sz="1300" dirty="0">
                          <a:solidFill>
                            <a:schemeClr val="bg1"/>
                          </a:solidFill>
                        </a:rPr>
                        <a:t>H0918</a:t>
                      </a:r>
                    </a:p>
                  </a:txBody>
                  <a:tcPr marL="81874" marR="81874" marT="40937" marB="40937"/>
                </a:tc>
                <a:tc>
                  <a:txBody>
                    <a:bodyPr/>
                    <a:lstStyle/>
                    <a:p>
                      <a:r>
                        <a:rPr lang="en-IN" sz="1300" dirty="0">
                          <a:solidFill>
                            <a:schemeClr val="bg1"/>
                          </a:solidFill>
                        </a:rPr>
                        <a:t>9</a:t>
                      </a:r>
                    </a:p>
                  </a:txBody>
                  <a:tcPr marL="81874" marR="81874" marT="40937" marB="40937"/>
                </a:tc>
                <a:tc>
                  <a:txBody>
                    <a:bodyPr/>
                    <a:lstStyle/>
                    <a:p>
                      <a:r>
                        <a:rPr lang="en-IN" sz="1300" dirty="0">
                          <a:solidFill>
                            <a:schemeClr val="bg1"/>
                          </a:solidFill>
                        </a:rPr>
                        <a:t>18</a:t>
                      </a:r>
                    </a:p>
                  </a:txBody>
                  <a:tcPr marL="81874" marR="81874" marT="40937" marB="40937"/>
                </a:tc>
                <a:tc>
                  <a:txBody>
                    <a:bodyPr/>
                    <a:lstStyle/>
                    <a:p>
                      <a:r>
                        <a:rPr lang="en-IN" sz="1300" dirty="0">
                          <a:solidFill>
                            <a:schemeClr val="bg1"/>
                          </a:solidFill>
                        </a:rPr>
                        <a:t>❌</a:t>
                      </a:r>
                    </a:p>
                  </a:txBody>
                  <a:tcPr marL="81874" marR="81874" marT="40937" marB="40937"/>
                </a:tc>
                <a:tc>
                  <a:txBody>
                    <a:bodyPr/>
                    <a:lstStyle/>
                    <a:p>
                      <a:r>
                        <a:rPr lang="en-IN" sz="1300" b="1" dirty="0">
                          <a:solidFill>
                            <a:schemeClr val="bg1"/>
                          </a:solidFill>
                        </a:rPr>
                        <a:t>❌</a:t>
                      </a:r>
                    </a:p>
                  </a:txBody>
                  <a:tcPr marL="81874" marR="81874" marT="40937" marB="40937"/>
                </a:tc>
                <a:tc>
                  <a:txBody>
                    <a:bodyPr/>
                    <a:lstStyle/>
                    <a:p>
                      <a:r>
                        <a:rPr lang="en-IN" sz="1300" dirty="0">
                          <a:solidFill>
                            <a:schemeClr val="bg1"/>
                          </a:solidFill>
                        </a:rPr>
                        <a:t>❌</a:t>
                      </a:r>
                    </a:p>
                  </a:txBody>
                  <a:tcPr marL="81874" marR="81874" marT="40937" marB="40937"/>
                </a:tc>
                <a:tc>
                  <a:txBody>
                    <a:bodyPr/>
                    <a:lstStyle/>
                    <a:p>
                      <a:r>
                        <a:rPr lang="en-IN" sz="1300" dirty="0" err="1">
                          <a:solidFill>
                            <a:schemeClr val="bg1"/>
                          </a:solidFill>
                        </a:rPr>
                        <a:t>Hyfydy</a:t>
                      </a:r>
                      <a:endParaRPr lang="en-IN" sz="1300" dirty="0">
                        <a:solidFill>
                          <a:schemeClr val="bg1"/>
                        </a:solidFill>
                      </a:endParaRPr>
                    </a:p>
                  </a:txBody>
                  <a:tcPr marL="81874" marR="81874" marT="40937" marB="40937"/>
                </a:tc>
                <a:extLst>
                  <a:ext uri="{0D108BD9-81ED-4DB2-BD59-A6C34878D82A}">
                    <a16:rowId xmlns:a16="http://schemas.microsoft.com/office/drawing/2014/main" val="3140787735"/>
                  </a:ext>
                </a:extLst>
              </a:tr>
              <a:tr h="332046">
                <a:tc>
                  <a:txBody>
                    <a:bodyPr/>
                    <a:lstStyle/>
                    <a:p>
                      <a:r>
                        <a:rPr lang="en-IN" sz="1300" dirty="0">
                          <a:solidFill>
                            <a:schemeClr val="bg1"/>
                          </a:solidFill>
                        </a:rPr>
                        <a:t>H1622</a:t>
                      </a:r>
                    </a:p>
                  </a:txBody>
                  <a:tcPr marL="81874" marR="81874" marT="40937" marB="40937"/>
                </a:tc>
                <a:tc>
                  <a:txBody>
                    <a:bodyPr/>
                    <a:lstStyle/>
                    <a:p>
                      <a:r>
                        <a:rPr lang="en-IN" sz="1300" dirty="0">
                          <a:solidFill>
                            <a:schemeClr val="bg1"/>
                          </a:solidFill>
                        </a:rPr>
                        <a:t>16</a:t>
                      </a:r>
                    </a:p>
                  </a:txBody>
                  <a:tcPr marL="81874" marR="81874" marT="40937" marB="40937"/>
                </a:tc>
                <a:tc>
                  <a:txBody>
                    <a:bodyPr/>
                    <a:lstStyle/>
                    <a:p>
                      <a:r>
                        <a:rPr lang="en-IN" sz="1300" dirty="0">
                          <a:solidFill>
                            <a:schemeClr val="bg1"/>
                          </a:solidFill>
                        </a:rPr>
                        <a:t>22</a:t>
                      </a:r>
                    </a:p>
                  </a:txBody>
                  <a:tcPr marL="81874" marR="81874" marT="40937" marB="40937"/>
                </a:tc>
                <a:tc>
                  <a:txBody>
                    <a:bodyPr/>
                    <a:lstStyle/>
                    <a:p>
                      <a:r>
                        <a:rPr lang="en-IN" sz="1300" dirty="0">
                          <a:solidFill>
                            <a:schemeClr val="bg1"/>
                          </a:solidFill>
                        </a:rPr>
                        <a:t>✅</a:t>
                      </a:r>
                    </a:p>
                  </a:txBody>
                  <a:tcPr marL="81874" marR="81874" marT="40937" marB="40937"/>
                </a:tc>
                <a:tc>
                  <a:txBody>
                    <a:bodyPr/>
                    <a:lstStyle/>
                    <a:p>
                      <a:r>
                        <a:rPr lang="en-IN" sz="1300" dirty="0">
                          <a:solidFill>
                            <a:schemeClr val="bg1"/>
                          </a:solidFill>
                        </a:rPr>
                        <a:t>❌</a:t>
                      </a:r>
                    </a:p>
                  </a:txBody>
                  <a:tcPr marL="81874" marR="81874" marT="40937" marB="40937"/>
                </a:tc>
                <a:tc>
                  <a:txBody>
                    <a:bodyPr/>
                    <a:lstStyle/>
                    <a:p>
                      <a:r>
                        <a:rPr lang="en-IN" sz="1300" dirty="0">
                          <a:solidFill>
                            <a:schemeClr val="bg1"/>
                          </a:solidFill>
                        </a:rPr>
                        <a:t>❌</a:t>
                      </a:r>
                    </a:p>
                  </a:txBody>
                  <a:tcPr marL="81874" marR="81874" marT="40937" marB="40937"/>
                </a:tc>
                <a:tc>
                  <a:txBody>
                    <a:bodyPr/>
                    <a:lstStyle/>
                    <a:p>
                      <a:r>
                        <a:rPr lang="en-IN" sz="1300" dirty="0" err="1">
                          <a:solidFill>
                            <a:schemeClr val="bg1"/>
                          </a:solidFill>
                        </a:rPr>
                        <a:t>Hyfydy</a:t>
                      </a:r>
                      <a:endParaRPr lang="en-IN" sz="1300" dirty="0">
                        <a:solidFill>
                          <a:schemeClr val="bg1"/>
                        </a:solidFill>
                      </a:endParaRPr>
                    </a:p>
                  </a:txBody>
                  <a:tcPr marL="81874" marR="81874" marT="40937" marB="40937"/>
                </a:tc>
                <a:extLst>
                  <a:ext uri="{0D108BD9-81ED-4DB2-BD59-A6C34878D82A}">
                    <a16:rowId xmlns:a16="http://schemas.microsoft.com/office/drawing/2014/main" val="2192334968"/>
                  </a:ext>
                </a:extLst>
              </a:tr>
              <a:tr h="332046">
                <a:tc>
                  <a:txBody>
                    <a:bodyPr/>
                    <a:lstStyle/>
                    <a:p>
                      <a:r>
                        <a:rPr lang="en-IN" sz="1300" dirty="0">
                          <a:solidFill>
                            <a:schemeClr val="bg1"/>
                          </a:solidFill>
                        </a:rPr>
                        <a:t>H2190</a:t>
                      </a:r>
                    </a:p>
                  </a:txBody>
                  <a:tcPr marL="81874" marR="81874" marT="40937" marB="40937"/>
                </a:tc>
                <a:tc>
                  <a:txBody>
                    <a:bodyPr/>
                    <a:lstStyle/>
                    <a:p>
                      <a:r>
                        <a:rPr lang="en-IN" sz="1300" dirty="0">
                          <a:solidFill>
                            <a:schemeClr val="bg1"/>
                          </a:solidFill>
                        </a:rPr>
                        <a:t>21</a:t>
                      </a:r>
                    </a:p>
                  </a:txBody>
                  <a:tcPr marL="81874" marR="81874" marT="40937" marB="40937"/>
                </a:tc>
                <a:tc>
                  <a:txBody>
                    <a:bodyPr/>
                    <a:lstStyle/>
                    <a:p>
                      <a:r>
                        <a:rPr lang="en-IN" sz="1300" dirty="0">
                          <a:solidFill>
                            <a:schemeClr val="bg1"/>
                          </a:solidFill>
                        </a:rPr>
                        <a:t>90</a:t>
                      </a:r>
                    </a:p>
                  </a:txBody>
                  <a:tcPr marL="81874" marR="81874" marT="40937" marB="40937"/>
                </a:tc>
                <a:tc>
                  <a:txBody>
                    <a:bodyPr/>
                    <a:lstStyle/>
                    <a:p>
                      <a:r>
                        <a:rPr lang="en-IN" sz="1300" dirty="0">
                          <a:solidFill>
                            <a:schemeClr val="bg1"/>
                          </a:solidFill>
                        </a:rPr>
                        <a:t>✅</a:t>
                      </a:r>
                    </a:p>
                  </a:txBody>
                  <a:tcPr marL="81874" marR="81874" marT="40937" marB="40937"/>
                </a:tc>
                <a:tc>
                  <a:txBody>
                    <a:bodyPr/>
                    <a:lstStyle/>
                    <a:p>
                      <a:r>
                        <a:rPr lang="en-IN" sz="1300" dirty="0">
                          <a:solidFill>
                            <a:schemeClr val="bg1"/>
                          </a:solidFill>
                        </a:rPr>
                        <a:t>✅</a:t>
                      </a:r>
                    </a:p>
                  </a:txBody>
                  <a:tcPr marL="81874" marR="81874" marT="40937" marB="40937"/>
                </a:tc>
                <a:tc>
                  <a:txBody>
                    <a:bodyPr/>
                    <a:lstStyle/>
                    <a:p>
                      <a:r>
                        <a:rPr lang="en-IN" sz="1300" dirty="0">
                          <a:solidFill>
                            <a:schemeClr val="bg1"/>
                          </a:solidFill>
                        </a:rPr>
                        <a:t>❌</a:t>
                      </a:r>
                    </a:p>
                  </a:txBody>
                  <a:tcPr marL="81874" marR="81874" marT="40937" marB="40937"/>
                </a:tc>
                <a:tc>
                  <a:txBody>
                    <a:bodyPr/>
                    <a:lstStyle/>
                    <a:p>
                      <a:r>
                        <a:rPr lang="en-IN" sz="1300" dirty="0" err="1">
                          <a:solidFill>
                            <a:schemeClr val="bg1"/>
                          </a:solidFill>
                        </a:rPr>
                        <a:t>Hyfydy</a:t>
                      </a:r>
                      <a:endParaRPr lang="en-IN" sz="1300" dirty="0">
                        <a:solidFill>
                          <a:schemeClr val="bg1"/>
                        </a:solidFill>
                      </a:endParaRPr>
                    </a:p>
                  </a:txBody>
                  <a:tcPr marL="81874" marR="81874" marT="40937" marB="40937"/>
                </a:tc>
                <a:extLst>
                  <a:ext uri="{0D108BD9-81ED-4DB2-BD59-A6C34878D82A}">
                    <a16:rowId xmlns:a16="http://schemas.microsoft.com/office/drawing/2014/main" val="492535290"/>
                  </a:ext>
                </a:extLst>
              </a:tr>
            </a:tbl>
          </a:graphicData>
        </a:graphic>
      </p:graphicFrame>
      <p:sp>
        <p:nvSpPr>
          <p:cNvPr id="5" name="TextBox 4">
            <a:extLst>
              <a:ext uri="{FF2B5EF4-FFF2-40B4-BE49-F238E27FC236}">
                <a16:creationId xmlns:a16="http://schemas.microsoft.com/office/drawing/2014/main" id="{0ED8DA1E-D46F-BCE2-E5D2-F614069CD299}"/>
              </a:ext>
            </a:extLst>
          </p:cNvPr>
          <p:cNvSpPr txBox="1"/>
          <p:nvPr/>
        </p:nvSpPr>
        <p:spPr>
          <a:xfrm>
            <a:off x="851956" y="2366890"/>
            <a:ext cx="1215397" cy="523220"/>
          </a:xfrm>
          <a:prstGeom prst="rect">
            <a:avLst/>
          </a:prstGeom>
          <a:noFill/>
        </p:spPr>
        <p:txBody>
          <a:bodyPr wrap="none" rtlCol="0">
            <a:spAutoFit/>
          </a:bodyPr>
          <a:lstStyle/>
          <a:p>
            <a:r>
              <a:rPr lang="en-IN" sz="2800" b="1" dirty="0">
                <a:solidFill>
                  <a:schemeClr val="bg1"/>
                </a:solidFill>
              </a:rPr>
              <a:t>H</a:t>
            </a:r>
            <a:r>
              <a:rPr lang="en-IN" sz="2800" b="1" dirty="0">
                <a:solidFill>
                  <a:schemeClr val="accent2">
                    <a:lumMod val="60000"/>
                    <a:lumOff val="40000"/>
                  </a:schemeClr>
                </a:solidFill>
              </a:rPr>
              <a:t>09</a:t>
            </a:r>
            <a:r>
              <a:rPr lang="en-IN" sz="2800" b="1" dirty="0">
                <a:solidFill>
                  <a:schemeClr val="accent3">
                    <a:lumMod val="60000"/>
                    <a:lumOff val="40000"/>
                  </a:schemeClr>
                </a:solidFill>
              </a:rPr>
              <a:t>18</a:t>
            </a:r>
          </a:p>
        </p:txBody>
      </p:sp>
      <p:cxnSp>
        <p:nvCxnSpPr>
          <p:cNvPr id="9" name="Straight Arrow Connector 8">
            <a:extLst>
              <a:ext uri="{FF2B5EF4-FFF2-40B4-BE49-F238E27FC236}">
                <a16:creationId xmlns:a16="http://schemas.microsoft.com/office/drawing/2014/main" id="{03EF1F66-058A-6D76-EE14-48FD60737E34}"/>
              </a:ext>
            </a:extLst>
          </p:cNvPr>
          <p:cNvCxnSpPr/>
          <p:nvPr/>
        </p:nvCxnSpPr>
        <p:spPr>
          <a:xfrm flipV="1">
            <a:off x="1209040" y="2781300"/>
            <a:ext cx="177800" cy="556260"/>
          </a:xfrm>
          <a:prstGeom prst="straightConnector1">
            <a:avLst/>
          </a:prstGeom>
          <a:ln>
            <a:solidFill>
              <a:srgbClr val="F2AA84"/>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3E3A843C-C6C7-332A-C4B7-FCB40ADF152A}"/>
              </a:ext>
            </a:extLst>
          </p:cNvPr>
          <p:cNvCxnSpPr>
            <a:cxnSpLocks/>
          </p:cNvCxnSpPr>
          <p:nvPr/>
        </p:nvCxnSpPr>
        <p:spPr>
          <a:xfrm flipH="1" flipV="1">
            <a:off x="1800552" y="2780685"/>
            <a:ext cx="237585" cy="539095"/>
          </a:xfrm>
          <a:prstGeom prst="straightConnector1">
            <a:avLst/>
          </a:prstGeom>
          <a:ln>
            <a:solidFill>
              <a:srgbClr val="3FBE50"/>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583D0DD4-3B4C-7349-1DD9-C37AB100EAF7}"/>
              </a:ext>
            </a:extLst>
          </p:cNvPr>
          <p:cNvSpPr txBox="1"/>
          <p:nvPr/>
        </p:nvSpPr>
        <p:spPr>
          <a:xfrm>
            <a:off x="83312" y="3319780"/>
            <a:ext cx="1154547" cy="369332"/>
          </a:xfrm>
          <a:prstGeom prst="rect">
            <a:avLst/>
          </a:prstGeom>
          <a:noFill/>
        </p:spPr>
        <p:txBody>
          <a:bodyPr wrap="none" rtlCol="0">
            <a:spAutoFit/>
          </a:bodyPr>
          <a:lstStyle/>
          <a:p>
            <a:r>
              <a:rPr lang="en-IN" dirty="0">
                <a:solidFill>
                  <a:schemeClr val="accent2">
                    <a:lumMod val="60000"/>
                    <a:lumOff val="40000"/>
                  </a:schemeClr>
                </a:solidFill>
              </a:rPr>
              <a:t># of DOFs</a:t>
            </a:r>
          </a:p>
        </p:txBody>
      </p:sp>
      <p:sp>
        <p:nvSpPr>
          <p:cNvPr id="14" name="TextBox 13">
            <a:extLst>
              <a:ext uri="{FF2B5EF4-FFF2-40B4-BE49-F238E27FC236}">
                <a16:creationId xmlns:a16="http://schemas.microsoft.com/office/drawing/2014/main" id="{1825206D-45DF-F95C-DE2C-26DD2EC6729E}"/>
              </a:ext>
            </a:extLst>
          </p:cNvPr>
          <p:cNvSpPr txBox="1"/>
          <p:nvPr/>
        </p:nvSpPr>
        <p:spPr>
          <a:xfrm>
            <a:off x="1574337" y="3337560"/>
            <a:ext cx="1449436" cy="369332"/>
          </a:xfrm>
          <a:prstGeom prst="rect">
            <a:avLst/>
          </a:prstGeom>
          <a:noFill/>
        </p:spPr>
        <p:txBody>
          <a:bodyPr wrap="none" rtlCol="0">
            <a:spAutoFit/>
          </a:bodyPr>
          <a:lstStyle/>
          <a:p>
            <a:r>
              <a:rPr lang="en-IN" dirty="0">
                <a:solidFill>
                  <a:schemeClr val="accent3">
                    <a:lumMod val="60000"/>
                    <a:lumOff val="40000"/>
                  </a:schemeClr>
                </a:solidFill>
              </a:rPr>
              <a:t># of muscles</a:t>
            </a:r>
          </a:p>
        </p:txBody>
      </p:sp>
      <p:sp>
        <p:nvSpPr>
          <p:cNvPr id="16" name="TextBox 15">
            <a:extLst>
              <a:ext uri="{FF2B5EF4-FFF2-40B4-BE49-F238E27FC236}">
                <a16:creationId xmlns:a16="http://schemas.microsoft.com/office/drawing/2014/main" id="{AC9EDC1A-2BB0-BAEC-1D65-086F327D2F9F}"/>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8</a:t>
            </a:r>
          </a:p>
        </p:txBody>
      </p:sp>
    </p:spTree>
    <p:extLst>
      <p:ext uri="{BB962C8B-B14F-4D97-AF65-F5344CB8AC3E}">
        <p14:creationId xmlns:p14="http://schemas.microsoft.com/office/powerpoint/2010/main" val="1682075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AC682-EDB5-07F5-CEF5-15FD11A2F362}"/>
              </a:ext>
            </a:extLst>
          </p:cNvPr>
          <p:cNvSpPr>
            <a:spLocks noGrp="1"/>
          </p:cNvSpPr>
          <p:nvPr>
            <p:ph type="title"/>
          </p:nvPr>
        </p:nvSpPr>
        <p:spPr>
          <a:xfrm>
            <a:off x="969695" y="384739"/>
            <a:ext cx="10515600" cy="1325563"/>
          </a:xfrm>
        </p:spPr>
        <p:txBody>
          <a:bodyPr/>
          <a:lstStyle/>
          <a:p>
            <a:pPr algn="ctr"/>
            <a:r>
              <a:rPr lang="en-IN" b="1" dirty="0">
                <a:solidFill>
                  <a:schemeClr val="accent1">
                    <a:lumMod val="60000"/>
                    <a:lumOff val="40000"/>
                  </a:schemeClr>
                </a:solidFill>
              </a:rPr>
              <a:t>Comparison conditions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8C34292-571C-31AD-E5EB-4325D3F8D264}"/>
                  </a:ext>
                </a:extLst>
              </p:cNvPr>
              <p:cNvSpPr txBox="1"/>
              <p:nvPr/>
            </p:nvSpPr>
            <p:spPr>
              <a:xfrm>
                <a:off x="4281396" y="1971702"/>
                <a:ext cx="5998029" cy="622222"/>
              </a:xfrm>
              <a:prstGeom prst="rect">
                <a:avLst/>
              </a:prstGeom>
              <a:solidFill>
                <a:schemeClr val="tx1"/>
              </a:solidFill>
              <a:ln>
                <a:solidFill>
                  <a:schemeClr val="tx1"/>
                </a:solidFill>
              </a:ln>
            </p:spPr>
            <p:txBody>
              <a:bodyPr wrap="square" rtlCol="0">
                <a:spAutoFit/>
              </a:bodyPr>
              <a:lstStyle/>
              <a:p>
                <a14:m>
                  <m:oMath xmlns:m="http://schemas.openxmlformats.org/officeDocument/2006/math">
                    <m:sSub>
                      <m:sSubPr>
                        <m:ctrlPr>
                          <a:rPr lang="en-IN" sz="2800" b="1" i="1">
                            <a:solidFill>
                              <a:schemeClr val="accent6">
                                <a:lumMod val="40000"/>
                                <a:lumOff val="60000"/>
                              </a:schemeClr>
                            </a:solidFill>
                            <a:latin typeface="Cambria Math" panose="02040503050406030204" pitchFamily="18" charset="0"/>
                          </a:rPr>
                        </m:ctrlPr>
                      </m:sSubPr>
                      <m:e>
                        <m:r>
                          <a:rPr lang="en-IN" sz="2800" b="1" i="1">
                            <a:solidFill>
                              <a:schemeClr val="accent6">
                                <a:lumMod val="40000"/>
                                <a:lumOff val="60000"/>
                              </a:schemeClr>
                            </a:solidFill>
                            <a:latin typeface="Cambria Math" panose="02040503050406030204" pitchFamily="18" charset="0"/>
                          </a:rPr>
                          <m:t>𝒂</m:t>
                        </m:r>
                      </m:e>
                      <m:sub>
                        <m:r>
                          <a:rPr lang="en-IN" sz="2800" b="1" i="1">
                            <a:solidFill>
                              <a:schemeClr val="accent6">
                                <a:lumMod val="40000"/>
                                <a:lumOff val="60000"/>
                              </a:schemeClr>
                            </a:solidFill>
                            <a:latin typeface="Cambria Math" panose="02040503050406030204" pitchFamily="18" charset="0"/>
                          </a:rPr>
                          <m:t>𝒕</m:t>
                        </m:r>
                      </m:sub>
                    </m:sSub>
                  </m:oMath>
                </a14:m>
                <a:r>
                  <a:rPr lang="en-IN" sz="2800" dirty="0">
                    <a:solidFill>
                      <a:schemeClr val="bg1"/>
                    </a:solidFill>
                  </a:rPr>
                  <a:t> </a:t>
                </a:r>
                <a14:m>
                  <m:oMath xmlns:m="http://schemas.openxmlformats.org/officeDocument/2006/math">
                    <m:r>
                      <a:rPr lang="en-IN" sz="2800" i="1" dirty="0">
                        <a:solidFill>
                          <a:schemeClr val="bg1"/>
                        </a:solidFill>
                        <a:latin typeface="Cambria Math" panose="02040503050406030204" pitchFamily="18" charset="0"/>
                      </a:rPr>
                      <m:t>=</m:t>
                    </m:r>
                    <m:d>
                      <m:dPr>
                        <m:ctrlPr>
                          <a:rPr lang="en-IN" sz="2800" i="1" dirty="0">
                            <a:solidFill>
                              <a:schemeClr val="bg1"/>
                            </a:solidFill>
                            <a:latin typeface="Cambria Math" panose="02040503050406030204" pitchFamily="18" charset="0"/>
                          </a:rPr>
                        </m:ctrlPr>
                      </m:dPr>
                      <m:e>
                        <m:r>
                          <a:rPr lang="en-IN" sz="2800" i="1" dirty="0">
                            <a:solidFill>
                              <a:schemeClr val="bg1"/>
                            </a:solidFill>
                            <a:latin typeface="Cambria Math" panose="02040503050406030204" pitchFamily="18" charset="0"/>
                          </a:rPr>
                          <m:t>1−</m:t>
                        </m:r>
                        <m:r>
                          <a:rPr lang="en-IN" sz="2800" i="1" dirty="0">
                            <a:solidFill>
                              <a:schemeClr val="bg1"/>
                            </a:solidFill>
                            <a:latin typeface="Cambria Math" panose="02040503050406030204" pitchFamily="18" charset="0"/>
                            <a:ea typeface="Cambria Math" panose="02040503050406030204" pitchFamily="18" charset="0"/>
                          </a:rPr>
                          <m:t>𝜔</m:t>
                        </m:r>
                      </m:e>
                    </m:d>
                  </m:oMath>
                </a14:m>
                <a:r>
                  <a:rPr lang="en-IN" sz="2800" dirty="0">
                    <a:solidFill>
                      <a:schemeClr val="bg1"/>
                    </a:solidFill>
                  </a:rPr>
                  <a:t>. </a:t>
                </a:r>
                <a14:m>
                  <m:oMath xmlns:m="http://schemas.openxmlformats.org/officeDocument/2006/math">
                    <m:sSub>
                      <m:sSubPr>
                        <m:ctrlPr>
                          <a:rPr lang="en-IN" sz="2800" b="1" i="1">
                            <a:solidFill>
                              <a:schemeClr val="accent2">
                                <a:lumMod val="60000"/>
                                <a:lumOff val="40000"/>
                              </a:schemeClr>
                            </a:solidFill>
                            <a:latin typeface="Cambria Math" panose="02040503050406030204" pitchFamily="18" charset="0"/>
                          </a:rPr>
                        </m:ctrlPr>
                      </m:sSubPr>
                      <m:e>
                        <m:acc>
                          <m:accPr>
                            <m:chr m:val="ˆ"/>
                            <m:ctrlPr>
                              <a:rPr lang="en-IN" sz="2800" b="1" i="1">
                                <a:solidFill>
                                  <a:schemeClr val="accent2">
                                    <a:lumMod val="60000"/>
                                    <a:lumOff val="40000"/>
                                  </a:schemeClr>
                                </a:solidFill>
                                <a:latin typeface="Cambria Math" panose="02040503050406030204" pitchFamily="18" charset="0"/>
                              </a:rPr>
                            </m:ctrlPr>
                          </m:accPr>
                          <m:e>
                            <m:r>
                              <a:rPr lang="en-IN" sz="2800" b="1" i="1">
                                <a:solidFill>
                                  <a:schemeClr val="accent2">
                                    <a:lumMod val="60000"/>
                                    <a:lumOff val="40000"/>
                                  </a:schemeClr>
                                </a:solidFill>
                                <a:latin typeface="Cambria Math" panose="02040503050406030204" pitchFamily="18" charset="0"/>
                              </a:rPr>
                              <m:t>𝒂</m:t>
                            </m:r>
                          </m:e>
                        </m:acc>
                      </m:e>
                      <m:sub>
                        <m:r>
                          <a:rPr lang="en-IN" sz="2800" b="1" i="1">
                            <a:solidFill>
                              <a:schemeClr val="accent2">
                                <a:lumMod val="60000"/>
                                <a:lumOff val="40000"/>
                              </a:schemeClr>
                            </a:solidFill>
                            <a:latin typeface="Cambria Math" panose="02040503050406030204" pitchFamily="18" charset="0"/>
                          </a:rPr>
                          <m:t>𝒕</m:t>
                        </m:r>
                      </m:sub>
                    </m:sSub>
                    <m:r>
                      <a:rPr lang="en-IN" sz="2800" i="1">
                        <a:solidFill>
                          <a:schemeClr val="bg1"/>
                        </a:solidFill>
                        <a:latin typeface="Cambria Math" panose="02040503050406030204" pitchFamily="18" charset="0"/>
                      </a:rPr>
                      <m:t>+ </m:t>
                    </m:r>
                    <m:r>
                      <a:rPr lang="en-IN" sz="2800" i="1">
                        <a:solidFill>
                          <a:schemeClr val="bg1"/>
                        </a:solidFill>
                        <a:latin typeface="Cambria Math" panose="02040503050406030204" pitchFamily="18" charset="0"/>
                        <a:ea typeface="Cambria Math" panose="02040503050406030204" pitchFamily="18" charset="0"/>
                      </a:rPr>
                      <m:t>𝜔</m:t>
                    </m:r>
                    <m:r>
                      <a:rPr lang="en-IN" sz="2800" i="1">
                        <a:solidFill>
                          <a:schemeClr val="bg1"/>
                        </a:solidFill>
                        <a:latin typeface="Cambria Math" panose="02040503050406030204" pitchFamily="18" charset="0"/>
                        <a:ea typeface="Cambria Math" panose="02040503050406030204" pitchFamily="18" charset="0"/>
                      </a:rPr>
                      <m:t>. </m:t>
                    </m:r>
                    <m:sSub>
                      <m:sSubPr>
                        <m:ctrlPr>
                          <a:rPr lang="en-IN" sz="2800" b="1" i="1">
                            <a:solidFill>
                              <a:schemeClr val="accent4">
                                <a:lumMod val="60000"/>
                                <a:lumOff val="40000"/>
                              </a:schemeClr>
                            </a:solidFill>
                            <a:latin typeface="Cambria Math" panose="02040503050406030204" pitchFamily="18" charset="0"/>
                            <a:ea typeface="Cambria Math" panose="02040503050406030204" pitchFamily="18" charset="0"/>
                          </a:rPr>
                        </m:ctrlPr>
                      </m:sSubPr>
                      <m:e>
                        <m:sSub>
                          <m:sSubPr>
                            <m:ctrlPr>
                              <a:rPr lang="en-IN" sz="2800" b="1" i="1">
                                <a:solidFill>
                                  <a:schemeClr val="accent4">
                                    <a:lumMod val="60000"/>
                                    <a:lumOff val="40000"/>
                                  </a:schemeClr>
                                </a:solidFill>
                                <a:latin typeface="Cambria Math" panose="02040503050406030204" pitchFamily="18" charset="0"/>
                                <a:ea typeface="Cambria Math" panose="02040503050406030204" pitchFamily="18" charset="0"/>
                              </a:rPr>
                            </m:ctrlPr>
                          </m:sSubPr>
                          <m:e>
                            <m:r>
                              <a:rPr lang="en-IN" sz="2800" b="1" i="1">
                                <a:solidFill>
                                  <a:schemeClr val="accent4">
                                    <a:lumMod val="60000"/>
                                    <a:lumOff val="40000"/>
                                  </a:schemeClr>
                                </a:solidFill>
                                <a:latin typeface="Cambria Math" panose="02040503050406030204" pitchFamily="18" charset="0"/>
                                <a:ea typeface="Cambria Math" panose="02040503050406030204" pitchFamily="18" charset="0"/>
                              </a:rPr>
                              <m:t>𝒂</m:t>
                            </m:r>
                          </m:e>
                          <m:sub>
                            <m:r>
                              <a:rPr lang="en-IN" sz="2800" b="1" i="1">
                                <a:solidFill>
                                  <a:schemeClr val="accent4">
                                    <a:lumMod val="60000"/>
                                    <a:lumOff val="40000"/>
                                  </a:schemeClr>
                                </a:solidFill>
                                <a:latin typeface="Cambria Math" panose="02040503050406030204" pitchFamily="18" charset="0"/>
                                <a:ea typeface="Cambria Math" panose="02040503050406030204" pitchFamily="18" charset="0"/>
                              </a:rPr>
                              <m:t>𝒇𝒖𝒍𝒍</m:t>
                            </m:r>
                          </m:sub>
                        </m:sSub>
                      </m:e>
                      <m:sub>
                        <m:r>
                          <a:rPr lang="en-IN" sz="2800" b="1" i="1">
                            <a:solidFill>
                              <a:schemeClr val="accent4">
                                <a:lumMod val="60000"/>
                                <a:lumOff val="40000"/>
                              </a:schemeClr>
                            </a:solidFill>
                            <a:latin typeface="Cambria Math" panose="02040503050406030204" pitchFamily="18" charset="0"/>
                            <a:ea typeface="Cambria Math" panose="02040503050406030204" pitchFamily="18" charset="0"/>
                          </a:rPr>
                          <m:t>𝒕</m:t>
                        </m:r>
                      </m:sub>
                    </m:sSub>
                  </m:oMath>
                </a14:m>
                <a:endParaRPr lang="en-IN" sz="2800" dirty="0">
                  <a:solidFill>
                    <a:schemeClr val="bg1"/>
                  </a:solidFill>
                </a:endParaRPr>
              </a:p>
            </p:txBody>
          </p:sp>
        </mc:Choice>
        <mc:Fallback xmlns="">
          <p:sp>
            <p:nvSpPr>
              <p:cNvPr id="7" name="TextBox 6">
                <a:extLst>
                  <a:ext uri="{FF2B5EF4-FFF2-40B4-BE49-F238E27FC236}">
                    <a16:creationId xmlns:a16="http://schemas.microsoft.com/office/drawing/2014/main" id="{28C34292-571C-31AD-E5EB-4325D3F8D264}"/>
                  </a:ext>
                </a:extLst>
              </p:cNvPr>
              <p:cNvSpPr txBox="1">
                <a:spLocks noRot="1" noChangeAspect="1" noMove="1" noResize="1" noEditPoints="1" noAdjustHandles="1" noChangeArrowheads="1" noChangeShapeType="1" noTextEdit="1"/>
              </p:cNvSpPr>
              <p:nvPr/>
            </p:nvSpPr>
            <p:spPr>
              <a:xfrm>
                <a:off x="4281396" y="1971702"/>
                <a:ext cx="5998029" cy="622222"/>
              </a:xfrm>
              <a:prstGeom prst="rect">
                <a:avLst/>
              </a:prstGeom>
              <a:blipFill>
                <a:blip r:embed="rId3"/>
                <a:stretch>
                  <a:fillRect t="-7619" b="-9524"/>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70ED13F-889B-6023-FCCE-D65C1A86DA99}"/>
                  </a:ext>
                </a:extLst>
              </p:cNvPr>
              <p:cNvSpPr txBox="1"/>
              <p:nvPr/>
            </p:nvSpPr>
            <p:spPr>
              <a:xfrm>
                <a:off x="3277870" y="2656649"/>
                <a:ext cx="6096000" cy="461665"/>
              </a:xfrm>
              <a:prstGeom prst="rect">
                <a:avLst/>
              </a:prstGeom>
              <a:noFill/>
            </p:spPr>
            <p:txBody>
              <a:bodyPr wrap="square">
                <a:spAutoFit/>
              </a:bodyPr>
              <a:lstStyle/>
              <a:p>
                <a:pPr/>
                <a14:m>
                  <m:oMathPara xmlns:m="http://schemas.openxmlformats.org/officeDocument/2006/math">
                    <m:oMath>
                      <m:r>
                        <a:rPr lang="en-IN" sz="2400" b="0" i="1" dirty="0" smtClean="0">
                          <a:solidFill>
                            <a:schemeClr val="bg1"/>
                          </a:solidFill>
                          <a:latin typeface="Cambria Math" panose="02040503050406030204" pitchFamily="18" charset="0"/>
                          <a:ea typeface="Cambria Math" panose="02040503050406030204" pitchFamily="18" charset="0"/>
                        </a:rPr>
                        <m:t>⇛ </m:t>
                      </m:r>
                      <m:r>
                        <a:rPr lang="en-IN" sz="2400" b="1" i="1" dirty="0" smtClean="0">
                          <a:solidFill>
                            <a:schemeClr val="bg1"/>
                          </a:solidFill>
                          <a:latin typeface="Cambria Math" panose="02040503050406030204" pitchFamily="18" charset="0"/>
                          <a:ea typeface="Cambria Math" panose="02040503050406030204" pitchFamily="18" charset="0"/>
                        </a:rPr>
                        <m:t>𝝎</m:t>
                      </m:r>
                      <m:r>
                        <a:rPr lang="en-IN" sz="2400" b="1" i="1" dirty="0" smtClean="0">
                          <a:solidFill>
                            <a:schemeClr val="bg1"/>
                          </a:solidFill>
                          <a:latin typeface="Cambria Math" panose="02040503050406030204" pitchFamily="18" charset="0"/>
                          <a:ea typeface="Cambria Math" panose="02040503050406030204" pitchFamily="18" charset="0"/>
                        </a:rPr>
                        <m:t>=</m:t>
                      </m:r>
                      <m:r>
                        <a:rPr lang="en-IN" sz="2400" b="1" i="1" dirty="0" smtClean="0">
                          <a:solidFill>
                            <a:schemeClr val="bg1"/>
                          </a:solidFill>
                          <a:latin typeface="Cambria Math" panose="02040503050406030204" pitchFamily="18" charset="0"/>
                          <a:ea typeface="Cambria Math" panose="02040503050406030204" pitchFamily="18" charset="0"/>
                        </a:rPr>
                        <m:t>𝟎</m:t>
                      </m:r>
                      <m:r>
                        <a:rPr lang="en-IN" sz="2400" b="1" i="1" dirty="0" smtClean="0">
                          <a:solidFill>
                            <a:schemeClr val="bg1"/>
                          </a:solidFill>
                          <a:latin typeface="Cambria Math" panose="02040503050406030204" pitchFamily="18" charset="0"/>
                          <a:ea typeface="Cambria Math" panose="02040503050406030204" pitchFamily="18" charset="0"/>
                        </a:rPr>
                        <m:t>.</m:t>
                      </m:r>
                      <m:r>
                        <a:rPr lang="en-IN" sz="2400" b="1" i="1" dirty="0" smtClean="0">
                          <a:solidFill>
                            <a:schemeClr val="bg1"/>
                          </a:solidFill>
                          <a:latin typeface="Cambria Math" panose="02040503050406030204" pitchFamily="18" charset="0"/>
                          <a:ea typeface="Cambria Math" panose="02040503050406030204" pitchFamily="18" charset="0"/>
                        </a:rPr>
                        <m:t>𝟏</m:t>
                      </m:r>
                      <m:r>
                        <a:rPr lang="en-IN" sz="2400" b="1" i="1" dirty="0" smtClean="0">
                          <a:solidFill>
                            <a:schemeClr val="bg1"/>
                          </a:solidFill>
                          <a:latin typeface="Cambria Math" panose="02040503050406030204" pitchFamily="18" charset="0"/>
                          <a:ea typeface="Cambria Math" panose="02040503050406030204" pitchFamily="18" charset="0"/>
                        </a:rPr>
                        <m:t>,</m:t>
                      </m:r>
                    </m:oMath>
                  </m:oMathPara>
                </a14:m>
                <a:endParaRPr lang="en-IN" sz="1200" b="1" dirty="0"/>
              </a:p>
            </p:txBody>
          </p:sp>
        </mc:Choice>
        <mc:Fallback xmlns="">
          <p:sp>
            <p:nvSpPr>
              <p:cNvPr id="11" name="TextBox 10">
                <a:extLst>
                  <a:ext uri="{FF2B5EF4-FFF2-40B4-BE49-F238E27FC236}">
                    <a16:creationId xmlns:a16="http://schemas.microsoft.com/office/drawing/2014/main" id="{270ED13F-889B-6023-FCCE-D65C1A86DA99}"/>
                  </a:ext>
                </a:extLst>
              </p:cNvPr>
              <p:cNvSpPr txBox="1">
                <a:spLocks noRot="1" noChangeAspect="1" noMove="1" noResize="1" noEditPoints="1" noAdjustHandles="1" noChangeArrowheads="1" noChangeShapeType="1" noTextEdit="1"/>
              </p:cNvSpPr>
              <p:nvPr/>
            </p:nvSpPr>
            <p:spPr>
              <a:xfrm>
                <a:off x="3277870" y="2656649"/>
                <a:ext cx="6096000" cy="46166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57B57CF-5157-3091-990F-EDFC836BA4BD}"/>
                  </a:ext>
                </a:extLst>
              </p:cNvPr>
              <p:cNvSpPr txBox="1"/>
              <p:nvPr/>
            </p:nvSpPr>
            <p:spPr>
              <a:xfrm>
                <a:off x="4281396" y="3305245"/>
                <a:ext cx="6096000" cy="622222"/>
              </a:xfrm>
              <a:prstGeom prst="rect">
                <a:avLst/>
              </a:prstGeom>
              <a:noFill/>
            </p:spPr>
            <p:txBody>
              <a:bodyPr wrap="square">
                <a:spAutoFit/>
              </a:bodyPr>
              <a:lstStyle/>
              <a:p>
                <a14:m>
                  <m:oMath xmlns:m="http://schemas.openxmlformats.org/officeDocument/2006/math">
                    <m:sSub>
                      <m:sSubPr>
                        <m:ctrlPr>
                          <a:rPr lang="en-IN" sz="2800" b="1" i="1" smtClean="0">
                            <a:solidFill>
                              <a:schemeClr val="accent6">
                                <a:lumMod val="40000"/>
                                <a:lumOff val="60000"/>
                              </a:schemeClr>
                            </a:solidFill>
                            <a:latin typeface="Cambria Math" panose="02040503050406030204" pitchFamily="18" charset="0"/>
                          </a:rPr>
                        </m:ctrlPr>
                      </m:sSubPr>
                      <m:e>
                        <m:r>
                          <a:rPr lang="en-IN" sz="2800" b="1" i="1" smtClean="0">
                            <a:solidFill>
                              <a:schemeClr val="accent6">
                                <a:lumMod val="40000"/>
                                <a:lumOff val="60000"/>
                              </a:schemeClr>
                            </a:solidFill>
                            <a:latin typeface="Cambria Math" panose="02040503050406030204" pitchFamily="18" charset="0"/>
                          </a:rPr>
                          <m:t>𝒂</m:t>
                        </m:r>
                      </m:e>
                      <m:sub>
                        <m:r>
                          <a:rPr lang="en-IN" sz="2800" b="1" i="1" smtClean="0">
                            <a:solidFill>
                              <a:schemeClr val="accent6">
                                <a:lumMod val="40000"/>
                                <a:lumOff val="60000"/>
                              </a:schemeClr>
                            </a:solidFill>
                            <a:latin typeface="Cambria Math" panose="02040503050406030204" pitchFamily="18" charset="0"/>
                          </a:rPr>
                          <m:t>𝒕</m:t>
                        </m:r>
                      </m:sub>
                    </m:sSub>
                  </m:oMath>
                </a14:m>
                <a:r>
                  <a:rPr lang="en-IN" sz="2800" dirty="0">
                    <a:solidFill>
                      <a:schemeClr val="bg1"/>
                    </a:solidFill>
                  </a:rPr>
                  <a:t> </a:t>
                </a:r>
                <a14:m>
                  <m:oMath xmlns:m="http://schemas.openxmlformats.org/officeDocument/2006/math">
                    <m:r>
                      <a:rPr lang="en-IN" sz="2800" i="1" dirty="0" smtClean="0">
                        <a:solidFill>
                          <a:schemeClr val="bg1"/>
                        </a:solidFill>
                        <a:latin typeface="Cambria Math" panose="02040503050406030204" pitchFamily="18" charset="0"/>
                      </a:rPr>
                      <m:t>=</m:t>
                    </m:r>
                    <m:r>
                      <a:rPr lang="en-IN" sz="2800" b="1" i="1" dirty="0" smtClean="0">
                        <a:solidFill>
                          <a:schemeClr val="bg1"/>
                        </a:solidFill>
                        <a:latin typeface="Cambria Math" panose="02040503050406030204" pitchFamily="18" charset="0"/>
                      </a:rPr>
                      <m:t>𝟎</m:t>
                    </m:r>
                    <m:r>
                      <a:rPr lang="en-IN" sz="2800" b="1" i="1" dirty="0" smtClean="0">
                        <a:solidFill>
                          <a:schemeClr val="bg1"/>
                        </a:solidFill>
                        <a:latin typeface="Cambria Math" panose="02040503050406030204" pitchFamily="18" charset="0"/>
                      </a:rPr>
                      <m:t>.</m:t>
                    </m:r>
                    <m:r>
                      <a:rPr lang="en-IN" sz="2800" b="1" i="1" dirty="0" smtClean="0">
                        <a:solidFill>
                          <a:schemeClr val="bg1"/>
                        </a:solidFill>
                        <a:latin typeface="Cambria Math" panose="02040503050406030204" pitchFamily="18" charset="0"/>
                      </a:rPr>
                      <m:t>𝟗</m:t>
                    </m:r>
                  </m:oMath>
                </a14:m>
                <a:r>
                  <a:rPr lang="en-IN" sz="2800" dirty="0">
                    <a:solidFill>
                      <a:schemeClr val="bg1"/>
                    </a:solidFill>
                  </a:rPr>
                  <a:t> </a:t>
                </a:r>
                <a14:m>
                  <m:oMath xmlns:m="http://schemas.openxmlformats.org/officeDocument/2006/math">
                    <m:sSub>
                      <m:sSubPr>
                        <m:ctrlPr>
                          <a:rPr lang="en-IN" sz="2800" b="1" i="1">
                            <a:solidFill>
                              <a:schemeClr val="accent2">
                                <a:lumMod val="60000"/>
                                <a:lumOff val="40000"/>
                              </a:schemeClr>
                            </a:solidFill>
                            <a:latin typeface="Cambria Math" panose="02040503050406030204" pitchFamily="18" charset="0"/>
                          </a:rPr>
                        </m:ctrlPr>
                      </m:sSubPr>
                      <m:e>
                        <m:acc>
                          <m:accPr>
                            <m:chr m:val="ˆ"/>
                            <m:ctrlPr>
                              <a:rPr lang="en-IN" sz="2800" b="1" i="1">
                                <a:solidFill>
                                  <a:schemeClr val="accent2">
                                    <a:lumMod val="60000"/>
                                    <a:lumOff val="40000"/>
                                  </a:schemeClr>
                                </a:solidFill>
                                <a:latin typeface="Cambria Math" panose="02040503050406030204" pitchFamily="18" charset="0"/>
                              </a:rPr>
                            </m:ctrlPr>
                          </m:accPr>
                          <m:e>
                            <m:r>
                              <a:rPr lang="en-IN" sz="2800" b="1" i="1">
                                <a:solidFill>
                                  <a:schemeClr val="accent2">
                                    <a:lumMod val="60000"/>
                                    <a:lumOff val="40000"/>
                                  </a:schemeClr>
                                </a:solidFill>
                                <a:latin typeface="Cambria Math" panose="02040503050406030204" pitchFamily="18" charset="0"/>
                              </a:rPr>
                              <m:t>𝒂</m:t>
                            </m:r>
                          </m:e>
                        </m:acc>
                      </m:e>
                      <m:sub>
                        <m:r>
                          <a:rPr lang="en-IN" sz="2800" b="1" i="1">
                            <a:solidFill>
                              <a:schemeClr val="accent2">
                                <a:lumMod val="60000"/>
                                <a:lumOff val="40000"/>
                              </a:schemeClr>
                            </a:solidFill>
                            <a:latin typeface="Cambria Math" panose="02040503050406030204" pitchFamily="18" charset="0"/>
                          </a:rPr>
                          <m:t>𝒕</m:t>
                        </m:r>
                      </m:sub>
                    </m:sSub>
                    <m:r>
                      <a:rPr lang="en-IN" sz="2800" b="1" i="1">
                        <a:solidFill>
                          <a:schemeClr val="accent2">
                            <a:lumMod val="60000"/>
                            <a:lumOff val="40000"/>
                          </a:schemeClr>
                        </a:solidFill>
                        <a:latin typeface="Cambria Math" panose="02040503050406030204" pitchFamily="18" charset="0"/>
                      </a:rPr>
                      <m:t> </m:t>
                    </m:r>
                    <m:r>
                      <a:rPr lang="en-IN" sz="2800" b="0" i="1" smtClean="0">
                        <a:solidFill>
                          <a:schemeClr val="bg1"/>
                        </a:solidFill>
                        <a:latin typeface="Cambria Math" panose="02040503050406030204" pitchFamily="18" charset="0"/>
                      </a:rPr>
                      <m:t>+0</m:t>
                    </m:r>
                    <m:r>
                      <a:rPr lang="en-IN" sz="2800" b="0" i="1" smtClean="0">
                        <a:solidFill>
                          <a:schemeClr val="bg1"/>
                        </a:solidFill>
                        <a:latin typeface="Cambria Math" panose="02040503050406030204" pitchFamily="18" charset="0"/>
                        <a:ea typeface="Cambria Math" panose="02040503050406030204" pitchFamily="18" charset="0"/>
                      </a:rPr>
                      <m:t>. 1</m:t>
                    </m:r>
                    <m:sSub>
                      <m:sSubPr>
                        <m:ctrlPr>
                          <a:rPr lang="en-IN" sz="2800" b="1" i="1">
                            <a:solidFill>
                              <a:schemeClr val="accent4">
                                <a:lumMod val="60000"/>
                                <a:lumOff val="40000"/>
                              </a:schemeClr>
                            </a:solidFill>
                            <a:latin typeface="Cambria Math" panose="02040503050406030204" pitchFamily="18" charset="0"/>
                            <a:ea typeface="Cambria Math" panose="02040503050406030204" pitchFamily="18" charset="0"/>
                          </a:rPr>
                        </m:ctrlPr>
                      </m:sSubPr>
                      <m:e>
                        <m:sSub>
                          <m:sSubPr>
                            <m:ctrlPr>
                              <a:rPr lang="en-IN" sz="2800" b="1" i="1">
                                <a:solidFill>
                                  <a:schemeClr val="accent4">
                                    <a:lumMod val="60000"/>
                                    <a:lumOff val="40000"/>
                                  </a:schemeClr>
                                </a:solidFill>
                                <a:latin typeface="Cambria Math" panose="02040503050406030204" pitchFamily="18" charset="0"/>
                                <a:ea typeface="Cambria Math" panose="02040503050406030204" pitchFamily="18" charset="0"/>
                              </a:rPr>
                            </m:ctrlPr>
                          </m:sSubPr>
                          <m:e>
                            <m:r>
                              <a:rPr lang="en-IN" sz="2800" b="1" i="1">
                                <a:solidFill>
                                  <a:schemeClr val="accent4">
                                    <a:lumMod val="60000"/>
                                    <a:lumOff val="40000"/>
                                  </a:schemeClr>
                                </a:solidFill>
                                <a:latin typeface="Cambria Math" panose="02040503050406030204" pitchFamily="18" charset="0"/>
                                <a:ea typeface="Cambria Math" panose="02040503050406030204" pitchFamily="18" charset="0"/>
                              </a:rPr>
                              <m:t>𝒂</m:t>
                            </m:r>
                          </m:e>
                          <m:sub>
                            <m:r>
                              <a:rPr lang="en-IN" sz="2800" b="1" i="1">
                                <a:solidFill>
                                  <a:schemeClr val="accent4">
                                    <a:lumMod val="60000"/>
                                    <a:lumOff val="40000"/>
                                  </a:schemeClr>
                                </a:solidFill>
                                <a:latin typeface="Cambria Math" panose="02040503050406030204" pitchFamily="18" charset="0"/>
                                <a:ea typeface="Cambria Math" panose="02040503050406030204" pitchFamily="18" charset="0"/>
                              </a:rPr>
                              <m:t>𝒇𝒖𝒍𝒍</m:t>
                            </m:r>
                          </m:sub>
                        </m:sSub>
                      </m:e>
                      <m:sub>
                        <m:r>
                          <a:rPr lang="en-IN" sz="2800" b="1" i="1">
                            <a:solidFill>
                              <a:schemeClr val="accent4">
                                <a:lumMod val="60000"/>
                                <a:lumOff val="40000"/>
                              </a:schemeClr>
                            </a:solidFill>
                            <a:latin typeface="Cambria Math" panose="02040503050406030204" pitchFamily="18" charset="0"/>
                            <a:ea typeface="Cambria Math" panose="02040503050406030204" pitchFamily="18" charset="0"/>
                          </a:rPr>
                          <m:t>𝒕</m:t>
                        </m:r>
                      </m:sub>
                    </m:sSub>
                  </m:oMath>
                </a14:m>
                <a:endParaRPr lang="en-IN" sz="2800" b="1" dirty="0">
                  <a:solidFill>
                    <a:schemeClr val="bg1"/>
                  </a:solidFill>
                </a:endParaRPr>
              </a:p>
            </p:txBody>
          </p:sp>
        </mc:Choice>
        <mc:Fallback xmlns="">
          <p:sp>
            <p:nvSpPr>
              <p:cNvPr id="17" name="TextBox 16">
                <a:extLst>
                  <a:ext uri="{FF2B5EF4-FFF2-40B4-BE49-F238E27FC236}">
                    <a16:creationId xmlns:a16="http://schemas.microsoft.com/office/drawing/2014/main" id="{157B57CF-5157-3091-990F-EDFC836BA4BD}"/>
                  </a:ext>
                </a:extLst>
              </p:cNvPr>
              <p:cNvSpPr txBox="1">
                <a:spLocks noRot="1" noChangeAspect="1" noMove="1" noResize="1" noEditPoints="1" noAdjustHandles="1" noChangeArrowheads="1" noChangeShapeType="1" noTextEdit="1"/>
              </p:cNvSpPr>
              <p:nvPr/>
            </p:nvSpPr>
            <p:spPr>
              <a:xfrm>
                <a:off x="4281396" y="3305245"/>
                <a:ext cx="6096000" cy="622222"/>
              </a:xfrm>
              <a:prstGeom prst="rect">
                <a:avLst/>
              </a:prstGeom>
              <a:blipFill>
                <a:blip r:embed="rId5"/>
                <a:stretch>
                  <a:fillRect/>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EFD53B53-2BF3-B8FD-2292-3B8D4421B4C4}"/>
              </a:ext>
            </a:extLst>
          </p:cNvPr>
          <p:cNvSpPr txBox="1"/>
          <p:nvPr/>
        </p:nvSpPr>
        <p:spPr>
          <a:xfrm>
            <a:off x="2722552" y="4473325"/>
            <a:ext cx="1738746" cy="400110"/>
          </a:xfrm>
          <a:prstGeom prst="rect">
            <a:avLst/>
          </a:prstGeom>
          <a:noFill/>
        </p:spPr>
        <p:txBody>
          <a:bodyPr wrap="none" rtlCol="0">
            <a:spAutoFit/>
          </a:bodyPr>
          <a:lstStyle/>
          <a:p>
            <a:r>
              <a:rPr lang="en-IN" sz="2000" b="1" dirty="0">
                <a:solidFill>
                  <a:schemeClr val="accent1">
                    <a:lumMod val="60000"/>
                    <a:lumOff val="40000"/>
                  </a:schemeClr>
                </a:solidFill>
              </a:rPr>
              <a:t>Prior variants</a:t>
            </a:r>
          </a:p>
        </p:txBody>
      </p:sp>
      <p:sp>
        <p:nvSpPr>
          <p:cNvPr id="21" name="TextBox 20">
            <a:extLst>
              <a:ext uri="{FF2B5EF4-FFF2-40B4-BE49-F238E27FC236}">
                <a16:creationId xmlns:a16="http://schemas.microsoft.com/office/drawing/2014/main" id="{2AF9536E-A356-6094-5533-B39AD8A97D7A}"/>
              </a:ext>
            </a:extLst>
          </p:cNvPr>
          <p:cNvSpPr txBox="1"/>
          <p:nvPr/>
        </p:nvSpPr>
        <p:spPr>
          <a:xfrm>
            <a:off x="4930997" y="4473325"/>
            <a:ext cx="2063770" cy="400110"/>
          </a:xfrm>
          <a:prstGeom prst="rect">
            <a:avLst/>
          </a:prstGeom>
          <a:noFill/>
        </p:spPr>
        <p:txBody>
          <a:bodyPr wrap="none" rtlCol="0">
            <a:spAutoFit/>
          </a:bodyPr>
          <a:lstStyle/>
          <a:p>
            <a:r>
              <a:rPr lang="en-IN" sz="2000" b="1" dirty="0">
                <a:solidFill>
                  <a:schemeClr val="accent1">
                    <a:lumMod val="60000"/>
                    <a:lumOff val="40000"/>
                  </a:schemeClr>
                </a:solidFill>
              </a:rPr>
              <a:t>Control variants</a:t>
            </a:r>
          </a:p>
        </p:txBody>
      </p:sp>
      <p:sp>
        <p:nvSpPr>
          <p:cNvPr id="23" name="TextBox 22">
            <a:extLst>
              <a:ext uri="{FF2B5EF4-FFF2-40B4-BE49-F238E27FC236}">
                <a16:creationId xmlns:a16="http://schemas.microsoft.com/office/drawing/2014/main" id="{37032448-4107-4F0C-7ECB-A50FD360A095}"/>
              </a:ext>
            </a:extLst>
          </p:cNvPr>
          <p:cNvSpPr txBox="1"/>
          <p:nvPr/>
        </p:nvSpPr>
        <p:spPr>
          <a:xfrm>
            <a:off x="7999516" y="4473325"/>
            <a:ext cx="1329210" cy="400110"/>
          </a:xfrm>
          <a:prstGeom prst="rect">
            <a:avLst/>
          </a:prstGeom>
          <a:noFill/>
        </p:spPr>
        <p:txBody>
          <a:bodyPr wrap="none" rtlCol="0">
            <a:spAutoFit/>
          </a:bodyPr>
          <a:lstStyle/>
          <a:p>
            <a:r>
              <a:rPr lang="en-IN" sz="2000" b="1" dirty="0">
                <a:solidFill>
                  <a:schemeClr val="accent1">
                    <a:lumMod val="60000"/>
                    <a:lumOff val="40000"/>
                  </a:schemeClr>
                </a:solidFill>
              </a:rPr>
              <a:t>Baselines</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E4355AC-ACC8-6BE1-042D-017820252574}"/>
                  </a:ext>
                </a:extLst>
              </p:cNvPr>
              <p:cNvSpPr txBox="1"/>
              <p:nvPr/>
            </p:nvSpPr>
            <p:spPr>
              <a:xfrm>
                <a:off x="2702517" y="5639373"/>
                <a:ext cx="1079142" cy="369332"/>
              </a:xfrm>
              <a:prstGeom prst="rect">
                <a:avLst/>
              </a:prstGeom>
              <a:noFill/>
            </p:spPr>
            <p:txBody>
              <a:bodyPr wrap="none" rtlCol="0">
                <a:spAutoFit/>
              </a:bodyPr>
              <a:lstStyle/>
              <a:p>
                <a:pPr/>
                <a14:m>
                  <m:oMathPara xmlns:m="http://schemas.openxmlformats.org/officeDocument/2006/math">
                    <m:oMath>
                      <m:r>
                        <a:rPr lang="en-US" b="1" i="1" smtClean="0">
                          <a:solidFill>
                            <a:schemeClr val="bg1"/>
                          </a:solidFill>
                          <a:latin typeface="Cambria Math" panose="02040503050406030204" pitchFamily="18" charset="0"/>
                          <a:ea typeface="Cambria Math" panose="02040503050406030204" pitchFamily="18" charset="0"/>
                        </a:rPr>
                        <m:t>𝝎</m:t>
                      </m:r>
                      <m:r>
                        <a:rPr lang="en-IN" b="1" i="1">
                          <a:solidFill>
                            <a:schemeClr val="bg1"/>
                          </a:solidFill>
                          <a:latin typeface="Cambria Math" panose="02040503050406030204" pitchFamily="18" charset="0"/>
                          <a:ea typeface="Cambria Math" panose="02040503050406030204" pitchFamily="18" charset="0"/>
                        </a:rPr>
                        <m:t>=</m:t>
                      </m:r>
                      <m:r>
                        <a:rPr lang="en-IN" b="1" i="1">
                          <a:solidFill>
                            <a:schemeClr val="bg1"/>
                          </a:solidFill>
                          <a:latin typeface="Cambria Math" panose="02040503050406030204" pitchFamily="18" charset="0"/>
                          <a:ea typeface="Cambria Math" panose="02040503050406030204" pitchFamily="18" charset="0"/>
                        </a:rPr>
                        <m:t>𝟎</m:t>
                      </m:r>
                      <m:r>
                        <a:rPr lang="en-IN" b="1" i="1">
                          <a:solidFill>
                            <a:schemeClr val="bg1"/>
                          </a:solidFill>
                          <a:latin typeface="Cambria Math" panose="02040503050406030204" pitchFamily="18" charset="0"/>
                          <a:ea typeface="Cambria Math" panose="02040503050406030204" pitchFamily="18" charset="0"/>
                        </a:rPr>
                        <m:t>.</m:t>
                      </m:r>
                      <m:r>
                        <a:rPr lang="en-IN" b="1" i="1">
                          <a:solidFill>
                            <a:schemeClr val="bg1"/>
                          </a:solidFill>
                          <a:latin typeface="Cambria Math" panose="02040503050406030204" pitchFamily="18" charset="0"/>
                          <a:ea typeface="Cambria Math" panose="02040503050406030204" pitchFamily="18" charset="0"/>
                        </a:rPr>
                        <m:t>𝟓</m:t>
                      </m:r>
                    </m:oMath>
                  </m:oMathPara>
                </a14:m>
                <a:endParaRPr lang="en-IN" dirty="0">
                  <a:solidFill>
                    <a:schemeClr val="bg1"/>
                  </a:solidFill>
                </a:endParaRPr>
              </a:p>
            </p:txBody>
          </p:sp>
        </mc:Choice>
        <mc:Fallback xmlns="">
          <p:sp>
            <p:nvSpPr>
              <p:cNvPr id="24" name="TextBox 23">
                <a:extLst>
                  <a:ext uri="{FF2B5EF4-FFF2-40B4-BE49-F238E27FC236}">
                    <a16:creationId xmlns:a16="http://schemas.microsoft.com/office/drawing/2014/main" id="{6E4355AC-ACC8-6BE1-042D-017820252574}"/>
                  </a:ext>
                </a:extLst>
              </p:cNvPr>
              <p:cNvSpPr txBox="1">
                <a:spLocks noRot="1" noChangeAspect="1" noMove="1" noResize="1" noEditPoints="1" noAdjustHandles="1" noChangeArrowheads="1" noChangeShapeType="1" noTextEdit="1"/>
              </p:cNvSpPr>
              <p:nvPr/>
            </p:nvSpPr>
            <p:spPr>
              <a:xfrm>
                <a:off x="2702517" y="5639373"/>
                <a:ext cx="1079142" cy="36933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2CEC6BC-BA1A-85E6-8298-D6BEF748BC16}"/>
                  </a:ext>
                </a:extLst>
              </p:cNvPr>
              <p:cNvSpPr txBox="1"/>
              <p:nvPr/>
            </p:nvSpPr>
            <p:spPr>
              <a:xfrm>
                <a:off x="2659681" y="5270041"/>
                <a:ext cx="1164813" cy="369332"/>
              </a:xfrm>
              <a:prstGeom prst="rect">
                <a:avLst/>
              </a:prstGeom>
              <a:noFill/>
            </p:spPr>
            <p:txBody>
              <a:bodyPr wrap="square">
                <a:spAutoFit/>
              </a:bodyPr>
              <a:lstStyle/>
              <a:p>
                <a:pPr/>
                <a14:m>
                  <m:oMathPara xmlns:m="http://schemas.openxmlformats.org/officeDocument/2006/math">
                    <m:oMath>
                      <m:r>
                        <a:rPr lang="en-US" sz="1800" b="1" i="1" smtClean="0">
                          <a:solidFill>
                            <a:schemeClr val="bg1"/>
                          </a:solidFill>
                          <a:latin typeface="Cambria Math" panose="02040503050406030204" pitchFamily="18" charset="0"/>
                          <a:ea typeface="Cambria Math" panose="02040503050406030204" pitchFamily="18" charset="0"/>
                        </a:rPr>
                        <m:t>𝝎</m:t>
                      </m:r>
                      <m:r>
                        <a:rPr lang="en-IN" sz="1800" b="1" i="1">
                          <a:solidFill>
                            <a:schemeClr val="bg1"/>
                          </a:solidFill>
                          <a:latin typeface="Cambria Math" panose="02040503050406030204" pitchFamily="18" charset="0"/>
                          <a:ea typeface="Cambria Math" panose="02040503050406030204" pitchFamily="18" charset="0"/>
                        </a:rPr>
                        <m:t>=</m:t>
                      </m:r>
                      <m:r>
                        <a:rPr lang="en-IN" sz="1800" b="1" i="1">
                          <a:solidFill>
                            <a:schemeClr val="bg1"/>
                          </a:solidFill>
                          <a:latin typeface="Cambria Math" panose="02040503050406030204" pitchFamily="18" charset="0"/>
                          <a:ea typeface="Cambria Math" panose="02040503050406030204" pitchFamily="18" charset="0"/>
                        </a:rPr>
                        <m:t>𝟎</m:t>
                      </m:r>
                      <m:r>
                        <a:rPr lang="en-IN" sz="1800" b="1" i="1">
                          <a:solidFill>
                            <a:schemeClr val="bg1"/>
                          </a:solidFill>
                          <a:latin typeface="Cambria Math" panose="02040503050406030204" pitchFamily="18" charset="0"/>
                          <a:ea typeface="Cambria Math" panose="02040503050406030204" pitchFamily="18" charset="0"/>
                        </a:rPr>
                        <m:t>.</m:t>
                      </m:r>
                      <m:r>
                        <a:rPr lang="en-IN" sz="1800" b="1" i="1" smtClean="0">
                          <a:solidFill>
                            <a:schemeClr val="bg1"/>
                          </a:solidFill>
                          <a:latin typeface="Cambria Math" panose="02040503050406030204" pitchFamily="18" charset="0"/>
                          <a:ea typeface="Cambria Math" panose="02040503050406030204" pitchFamily="18" charset="0"/>
                        </a:rPr>
                        <m:t>𝟏</m:t>
                      </m:r>
                    </m:oMath>
                  </m:oMathPara>
                </a14:m>
                <a:endParaRPr lang="en-IN" sz="1800" dirty="0">
                  <a:solidFill>
                    <a:schemeClr val="bg1"/>
                  </a:solidFill>
                </a:endParaRPr>
              </a:p>
            </p:txBody>
          </p:sp>
        </mc:Choice>
        <mc:Fallback xmlns="">
          <p:sp>
            <p:nvSpPr>
              <p:cNvPr id="26" name="TextBox 25">
                <a:extLst>
                  <a:ext uri="{FF2B5EF4-FFF2-40B4-BE49-F238E27FC236}">
                    <a16:creationId xmlns:a16="http://schemas.microsoft.com/office/drawing/2014/main" id="{F2CEC6BC-BA1A-85E6-8298-D6BEF748BC16}"/>
                  </a:ext>
                </a:extLst>
              </p:cNvPr>
              <p:cNvSpPr txBox="1">
                <a:spLocks noRot="1" noChangeAspect="1" noMove="1" noResize="1" noEditPoints="1" noAdjustHandles="1" noChangeArrowheads="1" noChangeShapeType="1" noTextEdit="1"/>
              </p:cNvSpPr>
              <p:nvPr/>
            </p:nvSpPr>
            <p:spPr>
              <a:xfrm>
                <a:off x="2659681" y="5270041"/>
                <a:ext cx="1164813" cy="369332"/>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CC287124-153A-AB79-0EEC-9012DAF214E6}"/>
                  </a:ext>
                </a:extLst>
              </p:cNvPr>
              <p:cNvSpPr txBox="1"/>
              <p:nvPr/>
            </p:nvSpPr>
            <p:spPr>
              <a:xfrm>
                <a:off x="2616846" y="4889993"/>
                <a:ext cx="1164813" cy="369332"/>
              </a:xfrm>
              <a:prstGeom prst="rect">
                <a:avLst/>
              </a:prstGeom>
              <a:noFill/>
            </p:spPr>
            <p:txBody>
              <a:bodyPr wrap="square">
                <a:spAutoFit/>
              </a:bodyPr>
              <a:lstStyle/>
              <a:p>
                <a:pPr/>
                <a14:m>
                  <m:oMathPara xmlns:m="http://schemas.openxmlformats.org/officeDocument/2006/math">
                    <m:oMath>
                      <m:r>
                        <a:rPr lang="en-US" sz="1800" b="1" i="1" smtClean="0">
                          <a:solidFill>
                            <a:schemeClr val="bg1"/>
                          </a:solidFill>
                          <a:latin typeface="Cambria Math" panose="02040503050406030204" pitchFamily="18" charset="0"/>
                          <a:ea typeface="Cambria Math" panose="02040503050406030204" pitchFamily="18" charset="0"/>
                        </a:rPr>
                        <m:t>𝝎</m:t>
                      </m:r>
                      <m:r>
                        <a:rPr lang="en-IN" sz="1800" b="1" i="1" smtClean="0">
                          <a:solidFill>
                            <a:schemeClr val="bg1"/>
                          </a:solidFill>
                          <a:latin typeface="Cambria Math" panose="02040503050406030204" pitchFamily="18" charset="0"/>
                          <a:ea typeface="Cambria Math" panose="02040503050406030204" pitchFamily="18" charset="0"/>
                        </a:rPr>
                        <m:t>=</m:t>
                      </m:r>
                      <m:r>
                        <a:rPr lang="en-IN" sz="1800" b="1" i="1" smtClean="0">
                          <a:solidFill>
                            <a:schemeClr val="bg1"/>
                          </a:solidFill>
                          <a:latin typeface="Cambria Math" panose="02040503050406030204" pitchFamily="18" charset="0"/>
                          <a:ea typeface="Cambria Math" panose="02040503050406030204" pitchFamily="18" charset="0"/>
                        </a:rPr>
                        <m:t>𝟎</m:t>
                      </m:r>
                    </m:oMath>
                  </m:oMathPara>
                </a14:m>
                <a:endParaRPr lang="en-IN" sz="1800" dirty="0">
                  <a:solidFill>
                    <a:schemeClr val="bg1"/>
                  </a:solidFill>
                </a:endParaRPr>
              </a:p>
            </p:txBody>
          </p:sp>
        </mc:Choice>
        <mc:Fallback xmlns="">
          <p:sp>
            <p:nvSpPr>
              <p:cNvPr id="28" name="TextBox 27">
                <a:extLst>
                  <a:ext uri="{FF2B5EF4-FFF2-40B4-BE49-F238E27FC236}">
                    <a16:creationId xmlns:a16="http://schemas.microsoft.com/office/drawing/2014/main" id="{CC287124-153A-AB79-0EEC-9012DAF214E6}"/>
                  </a:ext>
                </a:extLst>
              </p:cNvPr>
              <p:cNvSpPr txBox="1">
                <a:spLocks noRot="1" noChangeAspect="1" noMove="1" noResize="1" noEditPoints="1" noAdjustHandles="1" noChangeArrowheads="1" noChangeShapeType="1" noTextEdit="1"/>
              </p:cNvSpPr>
              <p:nvPr/>
            </p:nvSpPr>
            <p:spPr>
              <a:xfrm>
                <a:off x="2616846" y="4889993"/>
                <a:ext cx="1164813" cy="36933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572F9D4A-654E-5519-FC70-30ED282CF7F5}"/>
                  </a:ext>
                </a:extLst>
              </p:cNvPr>
              <p:cNvSpPr txBox="1"/>
              <p:nvPr/>
            </p:nvSpPr>
            <p:spPr>
              <a:xfrm>
                <a:off x="4952481" y="4889993"/>
                <a:ext cx="2746778" cy="1754326"/>
              </a:xfrm>
              <a:prstGeom prst="rect">
                <a:avLst/>
              </a:prstGeom>
              <a:noFill/>
            </p:spPr>
            <p:txBody>
              <a:bodyPr wrap="none" rtlCol="0">
                <a:spAutoFit/>
              </a:bodyPr>
              <a:lstStyle/>
              <a:p>
                <a:pPr/>
                <a14:m>
                  <m:oMath xmlns:m="http://schemas.openxmlformats.org/officeDocument/2006/math">
                    <m:r>
                      <a:rPr lang="en-US" b="1" i="1" smtClean="0">
                        <a:solidFill>
                          <a:schemeClr val="bg1"/>
                        </a:solidFill>
                        <a:latin typeface="Cambria Math" panose="02040503050406030204" pitchFamily="18" charset="0"/>
                        <a:ea typeface="Cambria Math" panose="02040503050406030204" pitchFamily="18" charset="0"/>
                      </a:rPr>
                      <m:t>𝝎</m:t>
                    </m:r>
                    <m:r>
                      <a:rPr lang="en-IN" b="1" i="1">
                        <a:solidFill>
                          <a:schemeClr val="bg1"/>
                        </a:solidFill>
                        <a:latin typeface="Cambria Math" panose="02040503050406030204" pitchFamily="18" charset="0"/>
                        <a:ea typeface="Cambria Math" panose="02040503050406030204" pitchFamily="18" charset="0"/>
                      </a:rPr>
                      <m:t>=</m:t>
                    </m:r>
                    <m:r>
                      <a:rPr lang="en-IN" b="1" i="1" smtClean="0">
                        <a:solidFill>
                          <a:schemeClr val="bg1"/>
                        </a:solidFill>
                        <a:latin typeface="Cambria Math" panose="02040503050406030204" pitchFamily="18" charset="0"/>
                        <a:ea typeface="Cambria Math" panose="02040503050406030204" pitchFamily="18" charset="0"/>
                      </a:rPr>
                      <m:t>𝟏</m:t>
                    </m:r>
                  </m:oMath>
                </a14:m>
                <a:r>
                  <a:rPr lang="en-IN" dirty="0">
                    <a:solidFill>
                      <a:schemeClr val="bg1"/>
                    </a:solidFill>
                  </a:rPr>
                  <a:t> (No prior)</a:t>
                </a:r>
              </a:p>
              <a:p>
                <a:pPr>
                  <a:lnSpc>
                    <a:spcPct val="150000"/>
                  </a:lnSpc>
                </a:pPr>
                <a:r>
                  <a:rPr lang="en-IN" dirty="0">
                    <a:solidFill>
                      <a:schemeClr val="bg1"/>
                    </a:solidFill>
                  </a:rPr>
                  <a:t>Untrained Prior + </a:t>
                </a:r>
                <a14:m>
                  <m:oMath xmlns:m="http://schemas.openxmlformats.org/officeDocument/2006/math">
                    <m:r>
                      <a:rPr lang="en-US" b="1" i="1" smtClean="0">
                        <a:solidFill>
                          <a:schemeClr val="bg1"/>
                        </a:solidFill>
                        <a:latin typeface="Cambria Math" panose="02040503050406030204" pitchFamily="18" charset="0"/>
                        <a:ea typeface="Cambria Math" panose="02040503050406030204" pitchFamily="18" charset="0"/>
                      </a:rPr>
                      <m:t>𝝎</m:t>
                    </m:r>
                    <m:r>
                      <a:rPr lang="en-IN" b="1" i="1">
                        <a:solidFill>
                          <a:schemeClr val="bg1"/>
                        </a:solidFill>
                        <a:latin typeface="Cambria Math" panose="02040503050406030204" pitchFamily="18" charset="0"/>
                        <a:ea typeface="Cambria Math" panose="02040503050406030204" pitchFamily="18" charset="0"/>
                      </a:rPr>
                      <m:t>=</m:t>
                    </m:r>
                    <m:r>
                      <a:rPr lang="en-IN" b="1" i="1">
                        <a:solidFill>
                          <a:schemeClr val="bg1"/>
                        </a:solidFill>
                        <a:latin typeface="Cambria Math" panose="02040503050406030204" pitchFamily="18" charset="0"/>
                        <a:ea typeface="Cambria Math" panose="02040503050406030204" pitchFamily="18" charset="0"/>
                      </a:rPr>
                      <m:t>𝟎</m:t>
                    </m:r>
                    <m:r>
                      <a:rPr lang="en-IN" b="1" i="1" smtClean="0">
                        <a:solidFill>
                          <a:schemeClr val="bg1"/>
                        </a:solidFill>
                        <a:latin typeface="Cambria Math" panose="02040503050406030204" pitchFamily="18" charset="0"/>
                        <a:ea typeface="Cambria Math" panose="02040503050406030204" pitchFamily="18" charset="0"/>
                      </a:rPr>
                      <m:t>.</m:t>
                    </m:r>
                    <m:r>
                      <a:rPr lang="en-IN" b="1" i="1" smtClean="0">
                        <a:solidFill>
                          <a:schemeClr val="bg1"/>
                        </a:solidFill>
                        <a:latin typeface="Cambria Math" panose="02040503050406030204" pitchFamily="18" charset="0"/>
                        <a:ea typeface="Cambria Math" panose="02040503050406030204" pitchFamily="18" charset="0"/>
                      </a:rPr>
                      <m:t>𝟏</m:t>
                    </m:r>
                  </m:oMath>
                </a14:m>
                <a:endParaRPr lang="en-IN" dirty="0">
                  <a:solidFill>
                    <a:schemeClr val="bg1"/>
                  </a:solidFill>
                </a:endParaRPr>
              </a:p>
              <a:p>
                <a:pPr>
                  <a:lnSpc>
                    <a:spcPct val="150000"/>
                  </a:lnSpc>
                </a:pPr>
                <a:r>
                  <a:rPr lang="en-IN" dirty="0">
                    <a:solidFill>
                      <a:schemeClr val="bg1"/>
                    </a:solidFill>
                  </a:rPr>
                  <a:t>Untrained Prior + </a:t>
                </a:r>
                <a14:m>
                  <m:oMath xmlns:m="http://schemas.openxmlformats.org/officeDocument/2006/math">
                    <m:r>
                      <a:rPr lang="en-US" b="1" i="1" smtClean="0">
                        <a:solidFill>
                          <a:schemeClr val="bg1"/>
                        </a:solidFill>
                        <a:latin typeface="Cambria Math" panose="02040503050406030204" pitchFamily="18" charset="0"/>
                        <a:ea typeface="Cambria Math" panose="02040503050406030204" pitchFamily="18" charset="0"/>
                      </a:rPr>
                      <m:t>𝝎</m:t>
                    </m:r>
                    <m:r>
                      <a:rPr lang="en-IN" b="1" i="1" smtClean="0">
                        <a:solidFill>
                          <a:schemeClr val="bg1"/>
                        </a:solidFill>
                        <a:latin typeface="Cambria Math" panose="02040503050406030204" pitchFamily="18" charset="0"/>
                        <a:ea typeface="Cambria Math" panose="02040503050406030204" pitchFamily="18" charset="0"/>
                      </a:rPr>
                      <m:t>=</m:t>
                    </m:r>
                    <m:r>
                      <a:rPr lang="en-IN" b="1" i="1" smtClean="0">
                        <a:solidFill>
                          <a:schemeClr val="bg1"/>
                        </a:solidFill>
                        <a:latin typeface="Cambria Math" panose="02040503050406030204" pitchFamily="18" charset="0"/>
                        <a:ea typeface="Cambria Math" panose="02040503050406030204" pitchFamily="18" charset="0"/>
                      </a:rPr>
                      <m:t>𝟎</m:t>
                    </m:r>
                    <m:r>
                      <a:rPr lang="en-IN" b="1" i="1" smtClean="0">
                        <a:solidFill>
                          <a:schemeClr val="bg1"/>
                        </a:solidFill>
                        <a:latin typeface="Cambria Math" panose="02040503050406030204" pitchFamily="18" charset="0"/>
                        <a:ea typeface="Cambria Math" panose="02040503050406030204" pitchFamily="18" charset="0"/>
                      </a:rPr>
                      <m:t>.</m:t>
                    </m:r>
                    <m:r>
                      <a:rPr lang="en-IN" b="1" i="1" smtClean="0">
                        <a:solidFill>
                          <a:schemeClr val="bg1"/>
                        </a:solidFill>
                        <a:latin typeface="Cambria Math" panose="02040503050406030204" pitchFamily="18" charset="0"/>
                        <a:ea typeface="Cambria Math" panose="02040503050406030204" pitchFamily="18" charset="0"/>
                      </a:rPr>
                      <m:t>𝟓</m:t>
                    </m:r>
                  </m:oMath>
                </a14:m>
                <a:endParaRPr lang="en-IN" dirty="0">
                  <a:solidFill>
                    <a:schemeClr val="bg1"/>
                  </a:solidFill>
                </a:endParaRPr>
              </a:p>
              <a:p>
                <a:endParaRPr lang="en-IN" dirty="0">
                  <a:solidFill>
                    <a:schemeClr val="bg1"/>
                  </a:solidFill>
                </a:endParaRPr>
              </a:p>
              <a:p>
                <a:endParaRPr lang="en-IN" dirty="0">
                  <a:solidFill>
                    <a:schemeClr val="bg1"/>
                  </a:solidFill>
                </a:endParaRPr>
              </a:p>
            </p:txBody>
          </p:sp>
        </mc:Choice>
        <mc:Fallback>
          <p:sp>
            <p:nvSpPr>
              <p:cNvPr id="29" name="TextBox 28">
                <a:extLst>
                  <a:ext uri="{FF2B5EF4-FFF2-40B4-BE49-F238E27FC236}">
                    <a16:creationId xmlns:a16="http://schemas.microsoft.com/office/drawing/2014/main" id="{572F9D4A-654E-5519-FC70-30ED282CF7F5}"/>
                  </a:ext>
                </a:extLst>
              </p:cNvPr>
              <p:cNvSpPr txBox="1">
                <a:spLocks noRot="1" noChangeAspect="1" noMove="1" noResize="1" noEditPoints="1" noAdjustHandles="1" noChangeArrowheads="1" noChangeShapeType="1" noTextEdit="1"/>
              </p:cNvSpPr>
              <p:nvPr/>
            </p:nvSpPr>
            <p:spPr>
              <a:xfrm>
                <a:off x="4952481" y="4889993"/>
                <a:ext cx="2746778" cy="1754326"/>
              </a:xfrm>
              <a:prstGeom prst="rect">
                <a:avLst/>
              </a:prstGeom>
              <a:blipFill>
                <a:blip r:embed="rId10"/>
                <a:stretch>
                  <a:fillRect l="-1774" t="-1389"/>
                </a:stretch>
              </a:blipFill>
            </p:spPr>
            <p:txBody>
              <a:bodyPr/>
              <a:lstStyle/>
              <a:p>
                <a:r>
                  <a:rPr lang="en-IN">
                    <a:noFill/>
                  </a:rPr>
                  <a:t> </a:t>
                </a:r>
              </a:p>
            </p:txBody>
          </p:sp>
        </mc:Fallback>
      </mc:AlternateContent>
      <p:sp>
        <p:nvSpPr>
          <p:cNvPr id="30" name="TextBox 29">
            <a:extLst>
              <a:ext uri="{FF2B5EF4-FFF2-40B4-BE49-F238E27FC236}">
                <a16:creationId xmlns:a16="http://schemas.microsoft.com/office/drawing/2014/main" id="{11F70C91-507F-B0DE-F65B-B1A576A18F38}"/>
              </a:ext>
            </a:extLst>
          </p:cNvPr>
          <p:cNvSpPr txBox="1"/>
          <p:nvPr/>
        </p:nvSpPr>
        <p:spPr>
          <a:xfrm>
            <a:off x="8058026" y="4755990"/>
            <a:ext cx="1212190" cy="883383"/>
          </a:xfrm>
          <a:prstGeom prst="rect">
            <a:avLst/>
          </a:prstGeom>
          <a:noFill/>
        </p:spPr>
        <p:txBody>
          <a:bodyPr wrap="none" rtlCol="0">
            <a:spAutoFit/>
          </a:bodyPr>
          <a:lstStyle/>
          <a:p>
            <a:pPr>
              <a:lnSpc>
                <a:spcPct val="150000"/>
              </a:lnSpc>
            </a:pPr>
            <a:r>
              <a:rPr lang="en-IN" dirty="0">
                <a:solidFill>
                  <a:schemeClr val="bg1"/>
                </a:solidFill>
              </a:rPr>
              <a:t>MPO</a:t>
            </a:r>
          </a:p>
          <a:p>
            <a:pPr>
              <a:lnSpc>
                <a:spcPct val="150000"/>
              </a:lnSpc>
            </a:pPr>
            <a:r>
              <a:rPr lang="en-IN" dirty="0">
                <a:solidFill>
                  <a:schemeClr val="bg1"/>
                </a:solidFill>
              </a:rPr>
              <a:t>DEP+MPO</a:t>
            </a:r>
          </a:p>
        </p:txBody>
      </p:sp>
      <p:sp>
        <p:nvSpPr>
          <p:cNvPr id="4" name="TextBox 3">
            <a:extLst>
              <a:ext uri="{FF2B5EF4-FFF2-40B4-BE49-F238E27FC236}">
                <a16:creationId xmlns:a16="http://schemas.microsoft.com/office/drawing/2014/main" id="{E9CF4E26-72CA-18CC-71E7-A286EC28B90C}"/>
              </a:ext>
            </a:extLst>
          </p:cNvPr>
          <p:cNvSpPr txBox="1"/>
          <p:nvPr/>
        </p:nvSpPr>
        <p:spPr>
          <a:xfrm>
            <a:off x="4652224" y="1603713"/>
            <a:ext cx="6094070" cy="400110"/>
          </a:xfrm>
          <a:prstGeom prst="rect">
            <a:avLst/>
          </a:prstGeom>
          <a:noFill/>
        </p:spPr>
        <p:txBody>
          <a:bodyPr wrap="square">
            <a:spAutoFit/>
          </a:bodyPr>
          <a:lstStyle/>
          <a:p>
            <a:r>
              <a:rPr lang="en-IN" sz="2000" dirty="0">
                <a:solidFill>
                  <a:schemeClr val="bg1"/>
                </a:solidFill>
              </a:rPr>
              <a:t>For each muscle at time t,</a:t>
            </a:r>
          </a:p>
        </p:txBody>
      </p:sp>
      <p:sp>
        <p:nvSpPr>
          <p:cNvPr id="6" name="TextBox 5">
            <a:extLst>
              <a:ext uri="{FF2B5EF4-FFF2-40B4-BE49-F238E27FC236}">
                <a16:creationId xmlns:a16="http://schemas.microsoft.com/office/drawing/2014/main" id="{99111092-BEDC-0866-9655-9A358C64ACA1}"/>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9</a:t>
            </a:r>
          </a:p>
        </p:txBody>
      </p:sp>
    </p:spTree>
    <p:extLst>
      <p:ext uri="{BB962C8B-B14F-4D97-AF65-F5344CB8AC3E}">
        <p14:creationId xmlns:p14="http://schemas.microsoft.com/office/powerpoint/2010/main" val="4235276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878D7-E31E-E4AC-70B5-920B2D866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9F331B-0911-00C2-103A-5706E53E1141}"/>
              </a:ext>
            </a:extLst>
          </p:cNvPr>
          <p:cNvSpPr>
            <a:spLocks noGrp="1"/>
          </p:cNvSpPr>
          <p:nvPr>
            <p:ph type="ctrTitle"/>
          </p:nvPr>
        </p:nvSpPr>
        <p:spPr>
          <a:xfrm>
            <a:off x="1524000" y="1884363"/>
            <a:ext cx="9144000" cy="2387600"/>
          </a:xfrm>
        </p:spPr>
        <p:txBody>
          <a:bodyPr>
            <a:normAutofit/>
          </a:bodyPr>
          <a:lstStyle/>
          <a:p>
            <a:r>
              <a:rPr lang="en-IN" b="1" dirty="0">
                <a:solidFill>
                  <a:schemeClr val="bg1"/>
                </a:solidFill>
              </a:rPr>
              <a:t>Results</a:t>
            </a:r>
            <a:br>
              <a:rPr lang="en-IN" b="1" dirty="0">
                <a:solidFill>
                  <a:schemeClr val="bg1"/>
                </a:solidFill>
              </a:rPr>
            </a:br>
            <a:r>
              <a:rPr lang="en-IN" sz="3100" dirty="0">
                <a:solidFill>
                  <a:srgbClr val="00B0F0"/>
                </a:solidFill>
              </a:rPr>
              <a:t>Reinforcement learning performance</a:t>
            </a:r>
          </a:p>
        </p:txBody>
      </p:sp>
      <p:sp>
        <p:nvSpPr>
          <p:cNvPr id="4" name="TextBox 3">
            <a:extLst>
              <a:ext uri="{FF2B5EF4-FFF2-40B4-BE49-F238E27FC236}">
                <a16:creationId xmlns:a16="http://schemas.microsoft.com/office/drawing/2014/main" id="{D576B371-B593-0B4F-3973-7058A0793C4B}"/>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10</a:t>
            </a:r>
          </a:p>
        </p:txBody>
      </p:sp>
    </p:spTree>
    <p:extLst>
      <p:ext uri="{BB962C8B-B14F-4D97-AF65-F5344CB8AC3E}">
        <p14:creationId xmlns:p14="http://schemas.microsoft.com/office/powerpoint/2010/main" val="3429751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B3E84-CC9C-1BDF-A383-21ACF1B78779}"/>
              </a:ext>
            </a:extLst>
          </p:cNvPr>
          <p:cNvSpPr>
            <a:spLocks noGrp="1"/>
          </p:cNvSpPr>
          <p:nvPr>
            <p:ph type="title"/>
          </p:nvPr>
        </p:nvSpPr>
        <p:spPr>
          <a:xfrm>
            <a:off x="665846" y="174160"/>
            <a:ext cx="10681447" cy="1325563"/>
          </a:xfrm>
        </p:spPr>
        <p:txBody>
          <a:bodyPr/>
          <a:lstStyle/>
          <a:p>
            <a:pPr algn="ctr"/>
            <a:r>
              <a:rPr lang="en-IN" dirty="0">
                <a:solidFill>
                  <a:srgbClr val="00B0F0"/>
                </a:solidFill>
              </a:rPr>
              <a:t>Test Performance</a:t>
            </a:r>
            <a:r>
              <a:rPr lang="en-IN" b="1" dirty="0">
                <a:solidFill>
                  <a:srgbClr val="00B0F0"/>
                </a:solidFill>
              </a:rPr>
              <a:t> H0918</a:t>
            </a:r>
            <a:endParaRPr lang="en-IN" sz="2000" i="1" dirty="0">
              <a:solidFill>
                <a:srgbClr val="00B0F0"/>
              </a:solidFill>
            </a:endParaRPr>
          </a:p>
        </p:txBody>
      </p:sp>
      <p:sp>
        <p:nvSpPr>
          <p:cNvPr id="36" name="Rectangle 35">
            <a:extLst>
              <a:ext uri="{FF2B5EF4-FFF2-40B4-BE49-F238E27FC236}">
                <a16:creationId xmlns:a16="http://schemas.microsoft.com/office/drawing/2014/main" id="{84A36F88-4247-9630-D84E-FED970A05190}"/>
              </a:ext>
            </a:extLst>
          </p:cNvPr>
          <p:cNvSpPr/>
          <p:nvPr/>
        </p:nvSpPr>
        <p:spPr>
          <a:xfrm>
            <a:off x="1566798" y="1550543"/>
            <a:ext cx="5181600" cy="280289"/>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62" name="TextBox 61">
            <a:extLst>
              <a:ext uri="{FF2B5EF4-FFF2-40B4-BE49-F238E27FC236}">
                <a16:creationId xmlns:a16="http://schemas.microsoft.com/office/drawing/2014/main" id="{8E1ADA08-2225-C5A6-1E42-2395D55CB912}"/>
              </a:ext>
            </a:extLst>
          </p:cNvPr>
          <p:cNvSpPr txBox="1"/>
          <p:nvPr/>
        </p:nvSpPr>
        <p:spPr>
          <a:xfrm>
            <a:off x="11347293" y="2250909"/>
            <a:ext cx="184731" cy="369332"/>
          </a:xfrm>
          <a:prstGeom prst="rect">
            <a:avLst/>
          </a:prstGeom>
          <a:noFill/>
        </p:spPr>
        <p:txBody>
          <a:bodyPr wrap="none" rtlCol="0">
            <a:spAutoFit/>
          </a:bodyPr>
          <a:lstStyle/>
          <a:p>
            <a:endParaRPr lang="en-IN" dirty="0"/>
          </a:p>
        </p:txBody>
      </p:sp>
      <p:grpSp>
        <p:nvGrpSpPr>
          <p:cNvPr id="56" name="Group 55">
            <a:extLst>
              <a:ext uri="{FF2B5EF4-FFF2-40B4-BE49-F238E27FC236}">
                <a16:creationId xmlns:a16="http://schemas.microsoft.com/office/drawing/2014/main" id="{4924ECD3-2713-A017-2B85-A817E15EA8CA}"/>
              </a:ext>
            </a:extLst>
          </p:cNvPr>
          <p:cNvGrpSpPr/>
          <p:nvPr/>
        </p:nvGrpSpPr>
        <p:grpSpPr>
          <a:xfrm>
            <a:off x="5479346" y="3572304"/>
            <a:ext cx="3314816" cy="1416928"/>
            <a:chOff x="7918256" y="4573126"/>
            <a:chExt cx="2630229" cy="1416928"/>
          </a:xfrm>
        </p:grpSpPr>
        <p:cxnSp>
          <p:nvCxnSpPr>
            <p:cNvPr id="13" name="Straight Connector 12">
              <a:extLst>
                <a:ext uri="{FF2B5EF4-FFF2-40B4-BE49-F238E27FC236}">
                  <a16:creationId xmlns:a16="http://schemas.microsoft.com/office/drawing/2014/main" id="{1537663D-64E5-BF1D-14CB-C91C4046B341}"/>
                </a:ext>
              </a:extLst>
            </p:cNvPr>
            <p:cNvCxnSpPr/>
            <p:nvPr/>
          </p:nvCxnSpPr>
          <p:spPr>
            <a:xfrm>
              <a:off x="7918256" y="4695536"/>
              <a:ext cx="396240" cy="0"/>
            </a:xfrm>
            <a:prstGeom prst="line">
              <a:avLst/>
            </a:prstGeom>
            <a:ln>
              <a:solidFill>
                <a:srgbClr val="398BEB"/>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F99A007-AF18-C2B3-BA67-ECD3E63151FC}"/>
                </a:ext>
              </a:extLst>
            </p:cNvPr>
            <p:cNvCxnSpPr/>
            <p:nvPr/>
          </p:nvCxnSpPr>
          <p:spPr>
            <a:xfrm>
              <a:off x="7918256" y="4847936"/>
              <a:ext cx="396240" cy="0"/>
            </a:xfrm>
            <a:prstGeom prst="line">
              <a:avLst/>
            </a:prstGeom>
            <a:ln>
              <a:solidFill>
                <a:srgbClr val="DA5926"/>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E10B8967-E368-D40C-371C-9ECB4A9FEA80}"/>
                </a:ext>
              </a:extLst>
            </p:cNvPr>
            <p:cNvCxnSpPr/>
            <p:nvPr/>
          </p:nvCxnSpPr>
          <p:spPr>
            <a:xfrm>
              <a:off x="7918256" y="5008945"/>
              <a:ext cx="396240" cy="0"/>
            </a:xfrm>
            <a:prstGeom prst="line">
              <a:avLst/>
            </a:prstGeom>
            <a:ln>
              <a:solidFill>
                <a:srgbClr val="168A62"/>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6AE0D0B-3F3D-AC40-AE82-2A025BD5BC18}"/>
                </a:ext>
              </a:extLst>
            </p:cNvPr>
            <p:cNvCxnSpPr/>
            <p:nvPr/>
          </p:nvCxnSpPr>
          <p:spPr>
            <a:xfrm>
              <a:off x="7918256" y="5165145"/>
              <a:ext cx="396240" cy="0"/>
            </a:xfrm>
            <a:prstGeom prst="line">
              <a:avLst/>
            </a:prstGeom>
            <a:ln>
              <a:solidFill>
                <a:srgbClr val="CF8900"/>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AB6970B0-D0AD-6A55-EA68-88BD9F6A8DC9}"/>
                </a:ext>
              </a:extLst>
            </p:cNvPr>
            <p:cNvSpPr txBox="1"/>
            <p:nvPr/>
          </p:nvSpPr>
          <p:spPr>
            <a:xfrm>
              <a:off x="8332986" y="4573126"/>
              <a:ext cx="1881064" cy="415498"/>
            </a:xfrm>
            <a:prstGeom prst="rect">
              <a:avLst/>
            </a:prstGeom>
            <a:noFill/>
          </p:spPr>
          <p:txBody>
            <a:bodyPr wrap="square" rtlCol="0">
              <a:spAutoFit/>
            </a:bodyPr>
            <a:lstStyle/>
            <a:p>
              <a:r>
                <a:rPr lang="en-IN" sz="1050" dirty="0">
                  <a:solidFill>
                    <a:schemeClr val="bg1"/>
                  </a:solidFill>
                </a:rPr>
                <a:t>Only prior + MPO with res (w=0)</a:t>
              </a:r>
            </a:p>
          </p:txBody>
        </p:sp>
        <p:sp>
          <p:nvSpPr>
            <p:cNvPr id="21" name="TextBox 20">
              <a:extLst>
                <a:ext uri="{FF2B5EF4-FFF2-40B4-BE49-F238E27FC236}">
                  <a16:creationId xmlns:a16="http://schemas.microsoft.com/office/drawing/2014/main" id="{3599092D-C62D-F3C6-8A4E-EAF4EBBE58B5}"/>
                </a:ext>
              </a:extLst>
            </p:cNvPr>
            <p:cNvSpPr txBox="1"/>
            <p:nvPr/>
          </p:nvSpPr>
          <p:spPr>
            <a:xfrm>
              <a:off x="8341645" y="4735097"/>
              <a:ext cx="1685827" cy="253916"/>
            </a:xfrm>
            <a:prstGeom prst="rect">
              <a:avLst/>
            </a:prstGeom>
            <a:noFill/>
          </p:spPr>
          <p:txBody>
            <a:bodyPr wrap="square" rtlCol="0">
              <a:spAutoFit/>
            </a:bodyPr>
            <a:lstStyle/>
            <a:p>
              <a:r>
                <a:rPr lang="en-IN" sz="1050" dirty="0">
                  <a:solidFill>
                    <a:schemeClr val="bg1"/>
                  </a:solidFill>
                </a:rPr>
                <a:t>Prior + MPO with res (w=0.1)</a:t>
              </a:r>
            </a:p>
          </p:txBody>
        </p:sp>
        <p:sp>
          <p:nvSpPr>
            <p:cNvPr id="23" name="TextBox 22">
              <a:extLst>
                <a:ext uri="{FF2B5EF4-FFF2-40B4-BE49-F238E27FC236}">
                  <a16:creationId xmlns:a16="http://schemas.microsoft.com/office/drawing/2014/main" id="{07D4095A-0389-A4C3-D724-6A6DDDA57E97}"/>
                </a:ext>
              </a:extLst>
            </p:cNvPr>
            <p:cNvSpPr txBox="1"/>
            <p:nvPr/>
          </p:nvSpPr>
          <p:spPr>
            <a:xfrm>
              <a:off x="8341645" y="4893529"/>
              <a:ext cx="1685827" cy="253916"/>
            </a:xfrm>
            <a:prstGeom prst="rect">
              <a:avLst/>
            </a:prstGeom>
            <a:noFill/>
          </p:spPr>
          <p:txBody>
            <a:bodyPr wrap="square" rtlCol="0">
              <a:spAutoFit/>
            </a:bodyPr>
            <a:lstStyle/>
            <a:p>
              <a:r>
                <a:rPr lang="en-IN" sz="1050" dirty="0">
                  <a:solidFill>
                    <a:schemeClr val="bg1"/>
                  </a:solidFill>
                </a:rPr>
                <a:t>Prior + MPO with res (w=0.5)</a:t>
              </a:r>
            </a:p>
          </p:txBody>
        </p:sp>
        <p:sp>
          <p:nvSpPr>
            <p:cNvPr id="25" name="TextBox 24">
              <a:extLst>
                <a:ext uri="{FF2B5EF4-FFF2-40B4-BE49-F238E27FC236}">
                  <a16:creationId xmlns:a16="http://schemas.microsoft.com/office/drawing/2014/main" id="{7CBAC474-853E-67D1-2283-CF37B3C405FC}"/>
                </a:ext>
              </a:extLst>
            </p:cNvPr>
            <p:cNvSpPr txBox="1"/>
            <p:nvPr/>
          </p:nvSpPr>
          <p:spPr>
            <a:xfrm>
              <a:off x="8341644" y="5040648"/>
              <a:ext cx="1685827" cy="253916"/>
            </a:xfrm>
            <a:prstGeom prst="rect">
              <a:avLst/>
            </a:prstGeom>
            <a:noFill/>
          </p:spPr>
          <p:txBody>
            <a:bodyPr wrap="square" rtlCol="0">
              <a:spAutoFit/>
            </a:bodyPr>
            <a:lstStyle/>
            <a:p>
              <a:r>
                <a:rPr lang="en-IN" sz="1050" dirty="0">
                  <a:solidFill>
                    <a:schemeClr val="bg1"/>
                  </a:solidFill>
                </a:rPr>
                <a:t>No Prior + MPO (w=1) </a:t>
              </a:r>
            </a:p>
          </p:txBody>
        </p:sp>
        <p:cxnSp>
          <p:nvCxnSpPr>
            <p:cNvPr id="28" name="Straight Connector 27">
              <a:extLst>
                <a:ext uri="{FF2B5EF4-FFF2-40B4-BE49-F238E27FC236}">
                  <a16:creationId xmlns:a16="http://schemas.microsoft.com/office/drawing/2014/main" id="{F9587194-C07A-3F33-2BC7-06A562A3E5E4}"/>
                </a:ext>
              </a:extLst>
            </p:cNvPr>
            <p:cNvCxnSpPr/>
            <p:nvPr/>
          </p:nvCxnSpPr>
          <p:spPr>
            <a:xfrm>
              <a:off x="7918256" y="5329737"/>
              <a:ext cx="396240" cy="0"/>
            </a:xfrm>
            <a:prstGeom prst="line">
              <a:avLst/>
            </a:prstGeom>
            <a:ln>
              <a:solidFill>
                <a:srgbClr val="DB5283"/>
              </a:solidFill>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C114680A-58A4-C084-DAB7-973D94B54FB6}"/>
                </a:ext>
              </a:extLst>
            </p:cNvPr>
            <p:cNvSpPr txBox="1"/>
            <p:nvPr/>
          </p:nvSpPr>
          <p:spPr>
            <a:xfrm>
              <a:off x="8341644" y="5214321"/>
              <a:ext cx="2206841" cy="253916"/>
            </a:xfrm>
            <a:prstGeom prst="rect">
              <a:avLst/>
            </a:prstGeom>
            <a:noFill/>
          </p:spPr>
          <p:txBody>
            <a:bodyPr wrap="square" rtlCol="0">
              <a:spAutoFit/>
            </a:bodyPr>
            <a:lstStyle/>
            <a:p>
              <a:r>
                <a:rPr lang="en-IN" sz="1050" dirty="0">
                  <a:solidFill>
                    <a:schemeClr val="bg1"/>
                  </a:solidFill>
                </a:rPr>
                <a:t>Untrained prior + MPO with res (w=0.5)</a:t>
              </a:r>
            </a:p>
          </p:txBody>
        </p:sp>
        <p:cxnSp>
          <p:nvCxnSpPr>
            <p:cNvPr id="48" name="Straight Connector 47">
              <a:extLst>
                <a:ext uri="{FF2B5EF4-FFF2-40B4-BE49-F238E27FC236}">
                  <a16:creationId xmlns:a16="http://schemas.microsoft.com/office/drawing/2014/main" id="{9CBFBBE3-2088-25DB-4E7D-2B3DF36E626C}"/>
                </a:ext>
              </a:extLst>
            </p:cNvPr>
            <p:cNvCxnSpPr/>
            <p:nvPr/>
          </p:nvCxnSpPr>
          <p:spPr>
            <a:xfrm>
              <a:off x="7918256" y="5675899"/>
              <a:ext cx="39624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9F6F703-2AFB-99B4-40CF-81CA7BDE4EA7}"/>
                </a:ext>
              </a:extLst>
            </p:cNvPr>
            <p:cNvCxnSpPr/>
            <p:nvPr/>
          </p:nvCxnSpPr>
          <p:spPr>
            <a:xfrm>
              <a:off x="7918256" y="5865112"/>
              <a:ext cx="396240" cy="0"/>
            </a:xfrm>
            <a:prstGeom prst="line">
              <a:avLst/>
            </a:prstGeom>
            <a:ln>
              <a:solidFill>
                <a:srgbClr val="9488EF"/>
              </a:solidFill>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7DC18E86-C851-B834-2A3E-CB83F5A97936}"/>
                </a:ext>
              </a:extLst>
            </p:cNvPr>
            <p:cNvSpPr txBox="1"/>
            <p:nvPr/>
          </p:nvSpPr>
          <p:spPr>
            <a:xfrm>
              <a:off x="8331511" y="5736138"/>
              <a:ext cx="1685827" cy="253916"/>
            </a:xfrm>
            <a:prstGeom prst="rect">
              <a:avLst/>
            </a:prstGeom>
            <a:noFill/>
          </p:spPr>
          <p:txBody>
            <a:bodyPr wrap="square" rtlCol="0">
              <a:spAutoFit/>
            </a:bodyPr>
            <a:lstStyle/>
            <a:p>
              <a:r>
                <a:rPr lang="en-IN" sz="1050" dirty="0">
                  <a:solidFill>
                    <a:schemeClr val="bg1"/>
                  </a:solidFill>
                </a:rPr>
                <a:t>DEP + MPO</a:t>
              </a:r>
            </a:p>
          </p:txBody>
        </p:sp>
        <p:sp>
          <p:nvSpPr>
            <p:cNvPr id="53" name="TextBox 52">
              <a:extLst>
                <a:ext uri="{FF2B5EF4-FFF2-40B4-BE49-F238E27FC236}">
                  <a16:creationId xmlns:a16="http://schemas.microsoft.com/office/drawing/2014/main" id="{E1BC5442-1AF8-090E-A02C-E560E254CE4B}"/>
                </a:ext>
              </a:extLst>
            </p:cNvPr>
            <p:cNvSpPr txBox="1"/>
            <p:nvPr/>
          </p:nvSpPr>
          <p:spPr>
            <a:xfrm>
              <a:off x="8331511" y="5548941"/>
              <a:ext cx="1685827" cy="253916"/>
            </a:xfrm>
            <a:prstGeom prst="rect">
              <a:avLst/>
            </a:prstGeom>
            <a:noFill/>
          </p:spPr>
          <p:txBody>
            <a:bodyPr wrap="square" rtlCol="0">
              <a:spAutoFit/>
            </a:bodyPr>
            <a:lstStyle/>
            <a:p>
              <a:r>
                <a:rPr lang="en-IN" sz="1050" dirty="0">
                  <a:solidFill>
                    <a:schemeClr val="bg1"/>
                  </a:solidFill>
                </a:rPr>
                <a:t>MPO</a:t>
              </a:r>
              <a:endParaRPr lang="en-IN" sz="900" dirty="0">
                <a:solidFill>
                  <a:schemeClr val="bg1"/>
                </a:solidFill>
              </a:endParaRPr>
            </a:p>
          </p:txBody>
        </p:sp>
      </p:grpSp>
      <p:pic>
        <p:nvPicPr>
          <p:cNvPr id="4" name="h0918_emglap">
            <a:hlinkClick r:id="" action="ppaction://media"/>
            <a:extLst>
              <a:ext uri="{FF2B5EF4-FFF2-40B4-BE49-F238E27FC236}">
                <a16:creationId xmlns:a16="http://schemas.microsoft.com/office/drawing/2014/main" id="{761B4687-8001-2A28-B218-F6A0B08B6F9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248328" y="2109423"/>
            <a:ext cx="2590800" cy="2925763"/>
          </a:xfrm>
          <a:prstGeom prst="roundRect">
            <a:avLst>
              <a:gd name="adj" fmla="val 5299"/>
            </a:avLst>
          </a:prstGeom>
          <a:ln>
            <a:noFill/>
          </a:ln>
          <a:effectLst/>
          <a:scene3d>
            <a:camera prst="orthographicFront"/>
            <a:lightRig rig="balanced" dir="t"/>
          </a:scene3d>
          <a:sp3d prstMaterial="plastic">
            <a:bevelT/>
            <a:contourClr>
              <a:srgbClr val="FFFFFF"/>
            </a:contourClr>
          </a:sp3d>
        </p:spPr>
      </p:pic>
      <p:sp>
        <p:nvSpPr>
          <p:cNvPr id="11" name="TextBox 10">
            <a:extLst>
              <a:ext uri="{FF2B5EF4-FFF2-40B4-BE49-F238E27FC236}">
                <a16:creationId xmlns:a16="http://schemas.microsoft.com/office/drawing/2014/main" id="{88861365-AE02-30D7-FD7A-BC0B4912D52B}"/>
              </a:ext>
            </a:extLst>
          </p:cNvPr>
          <p:cNvSpPr txBox="1"/>
          <p:nvPr/>
        </p:nvSpPr>
        <p:spPr>
          <a:xfrm>
            <a:off x="3432936" y="1103859"/>
            <a:ext cx="5167054" cy="379807"/>
          </a:xfrm>
          <a:prstGeom prst="rect">
            <a:avLst/>
          </a:prstGeom>
          <a:noFill/>
        </p:spPr>
        <p:txBody>
          <a:bodyPr wrap="square" rtlCol="0">
            <a:spAutoFit/>
          </a:bodyPr>
          <a:lstStyle/>
          <a:p>
            <a:r>
              <a:rPr lang="en-IN" dirty="0">
                <a:solidFill>
                  <a:schemeClr val="bg1"/>
                </a:solidFill>
              </a:rPr>
              <a:t>Same pattern observed in more complex models.</a:t>
            </a:r>
          </a:p>
        </p:txBody>
      </p:sp>
      <p:pic>
        <p:nvPicPr>
          <p:cNvPr id="24" name="Picture 23">
            <a:extLst>
              <a:ext uri="{FF2B5EF4-FFF2-40B4-BE49-F238E27FC236}">
                <a16:creationId xmlns:a16="http://schemas.microsoft.com/office/drawing/2014/main" id="{484C3107-2136-5755-F7EF-EA897D612694}"/>
              </a:ext>
            </a:extLst>
          </p:cNvPr>
          <p:cNvPicPr>
            <a:picLocks noChangeAspect="1"/>
          </p:cNvPicPr>
          <p:nvPr/>
        </p:nvPicPr>
        <p:blipFill>
          <a:blip r:embed="rId6"/>
          <a:srcRect t="16671"/>
          <a:stretch>
            <a:fillRect/>
          </a:stretch>
        </p:blipFill>
        <p:spPr>
          <a:xfrm>
            <a:off x="664674" y="1915559"/>
            <a:ext cx="8050283" cy="3954295"/>
          </a:xfrm>
          <a:prstGeom prst="rect">
            <a:avLst/>
          </a:prstGeom>
        </p:spPr>
      </p:pic>
      <p:cxnSp>
        <p:nvCxnSpPr>
          <p:cNvPr id="26" name="Straight Connector 25">
            <a:extLst>
              <a:ext uri="{FF2B5EF4-FFF2-40B4-BE49-F238E27FC236}">
                <a16:creationId xmlns:a16="http://schemas.microsoft.com/office/drawing/2014/main" id="{B10CA9CA-DBCE-F64E-8295-1E6FA9010608}"/>
              </a:ext>
            </a:extLst>
          </p:cNvPr>
          <p:cNvCxnSpPr/>
          <p:nvPr/>
        </p:nvCxnSpPr>
        <p:spPr>
          <a:xfrm>
            <a:off x="5479346" y="4504530"/>
            <a:ext cx="499372" cy="0"/>
          </a:xfrm>
          <a:prstGeom prst="line">
            <a:avLst/>
          </a:prstGeom>
          <a:ln>
            <a:solidFill>
              <a:srgbClr val="2DB6B6"/>
            </a:solidFill>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3484ED6D-A2A1-3F4D-A5B7-38C6B27C99D1}"/>
              </a:ext>
            </a:extLst>
          </p:cNvPr>
          <p:cNvSpPr txBox="1"/>
          <p:nvPr/>
        </p:nvSpPr>
        <p:spPr>
          <a:xfrm>
            <a:off x="6000162" y="4387172"/>
            <a:ext cx="2794000" cy="253916"/>
          </a:xfrm>
          <a:prstGeom prst="rect">
            <a:avLst/>
          </a:prstGeom>
          <a:noFill/>
        </p:spPr>
        <p:txBody>
          <a:bodyPr wrap="square">
            <a:spAutoFit/>
          </a:bodyPr>
          <a:lstStyle/>
          <a:p>
            <a:r>
              <a:rPr lang="en-IN" sz="1050" dirty="0">
                <a:solidFill>
                  <a:schemeClr val="bg1"/>
                </a:solidFill>
              </a:rPr>
              <a:t>Untrained prior + MPO with res (w=0.1)</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76AFE5A-6243-B781-7736-09FD9EF5E06E}"/>
                  </a:ext>
                </a:extLst>
              </p:cNvPr>
              <p:cNvSpPr txBox="1"/>
              <p:nvPr/>
            </p:nvSpPr>
            <p:spPr>
              <a:xfrm>
                <a:off x="9852020" y="5170547"/>
                <a:ext cx="2119989" cy="369332"/>
              </a:xfrm>
              <a:prstGeom prst="rect">
                <a:avLst/>
              </a:prstGeom>
              <a:noFill/>
            </p:spPr>
            <p:txBody>
              <a:bodyPr wrap="square">
                <a:spAutoFit/>
              </a:bodyPr>
              <a:lstStyle/>
              <a:p>
                <a:r>
                  <a:rPr lang="en-IN" b="1" dirty="0">
                    <a:solidFill>
                      <a:schemeClr val="bg1"/>
                    </a:solidFill>
                  </a:rPr>
                  <a:t>Prior + </a:t>
                </a:r>
                <a14:m>
                  <m:oMath xmlns:m="http://schemas.openxmlformats.org/officeDocument/2006/math">
                    <m:r>
                      <a:rPr lang="en-IN" b="1" i="1">
                        <a:solidFill>
                          <a:schemeClr val="bg1"/>
                        </a:solidFill>
                        <a:latin typeface="Cambria Math" panose="02040503050406030204" pitchFamily="18" charset="0"/>
                        <a:ea typeface="Cambria Math" panose="02040503050406030204" pitchFamily="18" charset="0"/>
                      </a:rPr>
                      <m:t>𝝎</m:t>
                    </m:r>
                    <m:r>
                      <a:rPr lang="en-IN" b="1">
                        <a:solidFill>
                          <a:schemeClr val="bg1"/>
                        </a:solidFill>
                        <a:latin typeface="Cambria Math" panose="02040503050406030204" pitchFamily="18" charset="0"/>
                        <a:ea typeface="Cambria Math" panose="02040503050406030204" pitchFamily="18" charset="0"/>
                      </a:rPr>
                      <m:t>=0.</m:t>
                    </m:r>
                    <m:r>
                      <a:rPr lang="en-IN" b="1" i="0" smtClean="0">
                        <a:solidFill>
                          <a:schemeClr val="bg1"/>
                        </a:solidFill>
                        <a:latin typeface="Cambria Math" panose="02040503050406030204" pitchFamily="18" charset="0"/>
                        <a:ea typeface="Cambria Math" panose="02040503050406030204" pitchFamily="18" charset="0"/>
                      </a:rPr>
                      <m:t>1</m:t>
                    </m:r>
                  </m:oMath>
                </a14:m>
                <a:r>
                  <a:rPr lang="en-IN" b="1" dirty="0">
                    <a:solidFill>
                      <a:schemeClr val="bg1"/>
                    </a:solidFill>
                  </a:rPr>
                  <a:t> </a:t>
                </a:r>
                <a:endParaRPr lang="en-IN" sz="1400" dirty="0"/>
              </a:p>
            </p:txBody>
          </p:sp>
        </mc:Choice>
        <mc:Fallback xmlns="">
          <p:sp>
            <p:nvSpPr>
              <p:cNvPr id="32" name="TextBox 31">
                <a:extLst>
                  <a:ext uri="{FF2B5EF4-FFF2-40B4-BE49-F238E27FC236}">
                    <a16:creationId xmlns:a16="http://schemas.microsoft.com/office/drawing/2014/main" id="{B76AFE5A-6243-B781-7736-09FD9EF5E06E}"/>
                  </a:ext>
                </a:extLst>
              </p:cNvPr>
              <p:cNvSpPr txBox="1">
                <a:spLocks noRot="1" noChangeAspect="1" noMove="1" noResize="1" noEditPoints="1" noAdjustHandles="1" noChangeArrowheads="1" noChangeShapeType="1" noTextEdit="1"/>
              </p:cNvSpPr>
              <p:nvPr/>
            </p:nvSpPr>
            <p:spPr>
              <a:xfrm>
                <a:off x="9852020" y="5170547"/>
                <a:ext cx="2119989" cy="369332"/>
              </a:xfrm>
              <a:prstGeom prst="rect">
                <a:avLst/>
              </a:prstGeom>
              <a:blipFill>
                <a:blip r:embed="rId7"/>
                <a:stretch>
                  <a:fillRect l="-2299" t="-6557" b="-26230"/>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4B4DAE47-F330-6AB4-A17E-05396F9A2B56}"/>
              </a:ext>
            </a:extLst>
          </p:cNvPr>
          <p:cNvSpPr txBox="1"/>
          <p:nvPr/>
        </p:nvSpPr>
        <p:spPr>
          <a:xfrm>
            <a:off x="0" y="6545036"/>
            <a:ext cx="9918100" cy="538609"/>
          </a:xfrm>
          <a:prstGeom prst="rect">
            <a:avLst/>
          </a:prstGeom>
          <a:noFill/>
        </p:spPr>
        <p:txBody>
          <a:bodyPr wrap="none" rtlCol="0">
            <a:spAutoFit/>
          </a:bodyPr>
          <a:lstStyle/>
          <a:p>
            <a:r>
              <a:rPr lang="en-IN" sz="1100" dirty="0">
                <a:solidFill>
                  <a:schemeClr val="bg1"/>
                </a:solidFill>
              </a:rPr>
              <a:t>[4] </a:t>
            </a:r>
            <a:r>
              <a:rPr lang="en-IN" sz="1100" i="1" dirty="0">
                <a:solidFill>
                  <a:schemeClr val="bg1"/>
                </a:solidFill>
              </a:rPr>
              <a:t>Park, Choi, Ahn &amp; Ahn (2026), Muscle Synergy Priors Enhance Biomechanical Fidelity in Predictive  Musculoskeletal Locomotion Simulation. arXiv:2603.10474</a:t>
            </a:r>
          </a:p>
          <a:p>
            <a:endParaRPr lang="en-IN" dirty="0"/>
          </a:p>
        </p:txBody>
      </p:sp>
      <p:sp>
        <p:nvSpPr>
          <p:cNvPr id="7" name="TextBox 6">
            <a:extLst>
              <a:ext uri="{FF2B5EF4-FFF2-40B4-BE49-F238E27FC236}">
                <a16:creationId xmlns:a16="http://schemas.microsoft.com/office/drawing/2014/main" id="{88FF25AB-FE09-85EB-2669-F586B60E2048}"/>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11</a:t>
            </a:r>
          </a:p>
        </p:txBody>
      </p:sp>
    </p:spTree>
    <p:extLst>
      <p:ext uri="{BB962C8B-B14F-4D97-AF65-F5344CB8AC3E}">
        <p14:creationId xmlns:p14="http://schemas.microsoft.com/office/powerpoint/2010/main" val="2557744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91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D2370-0CD2-A371-5E72-09284CC2FEF6}"/>
              </a:ext>
            </a:extLst>
          </p:cNvPr>
          <p:cNvSpPr>
            <a:spLocks noGrp="1"/>
          </p:cNvSpPr>
          <p:nvPr>
            <p:ph type="title"/>
          </p:nvPr>
        </p:nvSpPr>
        <p:spPr/>
        <p:txBody>
          <a:bodyPr/>
          <a:lstStyle/>
          <a:p>
            <a:r>
              <a:rPr lang="en-IN" dirty="0">
                <a:solidFill>
                  <a:srgbClr val="00B0F0"/>
                </a:solidFill>
              </a:rPr>
              <a:t>Test Performance</a:t>
            </a:r>
            <a:endParaRPr lang="en-IN" dirty="0"/>
          </a:p>
        </p:txBody>
      </p:sp>
      <p:pic>
        <p:nvPicPr>
          <p:cNvPr id="4" name="h1622_emglap">
            <a:hlinkClick r:id="" action="ppaction://media"/>
            <a:extLst>
              <a:ext uri="{FF2B5EF4-FFF2-40B4-BE49-F238E27FC236}">
                <a16:creationId xmlns:a16="http://schemas.microsoft.com/office/drawing/2014/main" id="{DEA0372F-236A-8947-02A3-C42F84C01CF2}"/>
              </a:ext>
            </a:extLst>
          </p:cNvPr>
          <p:cNvPicPr>
            <a:picLocks noChangeAspect="1"/>
          </p:cNvPicPr>
          <p:nvPr>
            <a:videoFile r:link="rId2"/>
            <p:extLst>
              <p:ext uri="{DAA4B4D4-6D71-4841-9C94-3DE7FCFB9230}">
                <p14:media xmlns:p14="http://schemas.microsoft.com/office/powerpoint/2010/main" r:embed="rId1"/>
              </p:ext>
            </p:extLst>
          </p:nvPr>
        </p:nvPicPr>
        <p:blipFill>
          <a:blip r:embed="rId7"/>
          <a:srcRect r="14139"/>
          <a:stretch>
            <a:fillRect/>
          </a:stretch>
        </p:blipFill>
        <p:spPr>
          <a:xfrm>
            <a:off x="2617676" y="2139180"/>
            <a:ext cx="2966753" cy="3787255"/>
          </a:xfrm>
          <a:prstGeom prst="roundRect">
            <a:avLst>
              <a:gd name="adj" fmla="val 5299"/>
            </a:avLst>
          </a:prstGeom>
          <a:ln>
            <a:noFill/>
          </a:ln>
          <a:effectLst/>
          <a:scene3d>
            <a:camera prst="orthographicFront"/>
            <a:lightRig rig="balanced" dir="t"/>
          </a:scene3d>
          <a:sp3d prstMaterial="plastic">
            <a:bevelT/>
            <a:contourClr>
              <a:srgbClr val="FFFFFF"/>
            </a:contourClr>
          </a:sp3d>
        </p:spPr>
      </p:pic>
      <p:pic>
        <p:nvPicPr>
          <p:cNvPr id="5" name="h2190_emglap">
            <a:hlinkClick r:id="" action="ppaction://media"/>
            <a:extLst>
              <a:ext uri="{FF2B5EF4-FFF2-40B4-BE49-F238E27FC236}">
                <a16:creationId xmlns:a16="http://schemas.microsoft.com/office/drawing/2014/main" id="{F7D02A32-3B63-CA89-0FB2-81DFB135B91C}"/>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6611492" y="2139180"/>
            <a:ext cx="2966753" cy="3787256"/>
          </a:xfrm>
          <a:prstGeom prst="roundRect">
            <a:avLst>
              <a:gd name="adj" fmla="val 5299"/>
            </a:avLst>
          </a:prstGeom>
          <a:ln>
            <a:noFill/>
          </a:ln>
          <a:effectLst/>
          <a:scene3d>
            <a:camera prst="orthographicFront"/>
            <a:lightRig rig="balanced" dir="t"/>
          </a:scene3d>
          <a:sp3d prstMaterial="plastic">
            <a:bevelT/>
            <a:contourClr>
              <a:srgbClr val="FFFFFF"/>
            </a:contourClr>
          </a:sp3d>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68E831F-3D42-9C2A-A5CA-61B27C0E486A}"/>
                  </a:ext>
                </a:extLst>
              </p:cNvPr>
              <p:cNvSpPr txBox="1"/>
              <p:nvPr/>
            </p:nvSpPr>
            <p:spPr>
              <a:xfrm>
                <a:off x="5551498" y="6123543"/>
                <a:ext cx="2119989" cy="369332"/>
              </a:xfrm>
              <a:prstGeom prst="rect">
                <a:avLst/>
              </a:prstGeom>
              <a:noFill/>
            </p:spPr>
            <p:txBody>
              <a:bodyPr wrap="square">
                <a:spAutoFit/>
              </a:bodyPr>
              <a:lstStyle/>
              <a:p>
                <a:r>
                  <a:rPr lang="en-IN" b="1" dirty="0">
                    <a:solidFill>
                      <a:schemeClr val="bg1"/>
                    </a:solidFill>
                  </a:rPr>
                  <a:t>Prior + </a:t>
                </a:r>
                <a14:m>
                  <m:oMath xmlns:m="http://schemas.openxmlformats.org/officeDocument/2006/math">
                    <m:r>
                      <a:rPr lang="en-IN" b="1" i="1">
                        <a:solidFill>
                          <a:schemeClr val="bg1"/>
                        </a:solidFill>
                        <a:latin typeface="Cambria Math" panose="02040503050406030204" pitchFamily="18" charset="0"/>
                        <a:ea typeface="Cambria Math" panose="02040503050406030204" pitchFamily="18" charset="0"/>
                      </a:rPr>
                      <m:t>𝝎</m:t>
                    </m:r>
                    <m:r>
                      <a:rPr lang="en-IN" b="1">
                        <a:solidFill>
                          <a:schemeClr val="bg1"/>
                        </a:solidFill>
                        <a:latin typeface="Cambria Math" panose="02040503050406030204" pitchFamily="18" charset="0"/>
                        <a:ea typeface="Cambria Math" panose="02040503050406030204" pitchFamily="18" charset="0"/>
                      </a:rPr>
                      <m:t>=0.</m:t>
                    </m:r>
                    <m:r>
                      <a:rPr lang="en-IN" b="1" i="0" smtClean="0">
                        <a:solidFill>
                          <a:schemeClr val="bg1"/>
                        </a:solidFill>
                        <a:latin typeface="Cambria Math" panose="02040503050406030204" pitchFamily="18" charset="0"/>
                        <a:ea typeface="Cambria Math" panose="02040503050406030204" pitchFamily="18" charset="0"/>
                      </a:rPr>
                      <m:t>1</m:t>
                    </m:r>
                  </m:oMath>
                </a14:m>
                <a:r>
                  <a:rPr lang="en-IN" b="1" dirty="0">
                    <a:solidFill>
                      <a:schemeClr val="bg1"/>
                    </a:solidFill>
                  </a:rPr>
                  <a:t> </a:t>
                </a:r>
                <a:endParaRPr lang="en-IN" sz="1400" dirty="0"/>
              </a:p>
            </p:txBody>
          </p:sp>
        </mc:Choice>
        <mc:Fallback xmlns="">
          <p:sp>
            <p:nvSpPr>
              <p:cNvPr id="7" name="TextBox 6">
                <a:extLst>
                  <a:ext uri="{FF2B5EF4-FFF2-40B4-BE49-F238E27FC236}">
                    <a16:creationId xmlns:a16="http://schemas.microsoft.com/office/drawing/2014/main" id="{D68E831F-3D42-9C2A-A5CA-61B27C0E486A}"/>
                  </a:ext>
                </a:extLst>
              </p:cNvPr>
              <p:cNvSpPr txBox="1">
                <a:spLocks noRot="1" noChangeAspect="1" noMove="1" noResize="1" noEditPoints="1" noAdjustHandles="1" noChangeArrowheads="1" noChangeShapeType="1" noTextEdit="1"/>
              </p:cNvSpPr>
              <p:nvPr/>
            </p:nvSpPr>
            <p:spPr>
              <a:xfrm>
                <a:off x="5551498" y="6123543"/>
                <a:ext cx="2119989" cy="369332"/>
              </a:xfrm>
              <a:prstGeom prst="rect">
                <a:avLst/>
              </a:prstGeom>
              <a:blipFill>
                <a:blip r:embed="rId9"/>
                <a:stretch>
                  <a:fillRect l="-2594" t="-8333" b="-28333"/>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1D945CED-9837-3F29-CBEE-9C0FCFB02EED}"/>
              </a:ext>
            </a:extLst>
          </p:cNvPr>
          <p:cNvSpPr txBox="1"/>
          <p:nvPr/>
        </p:nvSpPr>
        <p:spPr>
          <a:xfrm>
            <a:off x="3341191" y="1554405"/>
            <a:ext cx="1519722" cy="584775"/>
          </a:xfrm>
          <a:prstGeom prst="rect">
            <a:avLst/>
          </a:prstGeom>
          <a:noFill/>
        </p:spPr>
        <p:txBody>
          <a:bodyPr wrap="square">
            <a:spAutoFit/>
          </a:bodyPr>
          <a:lstStyle/>
          <a:p>
            <a:r>
              <a:rPr lang="en-IN" sz="3200" b="1" dirty="0">
                <a:solidFill>
                  <a:schemeClr val="bg1"/>
                </a:solidFill>
              </a:rPr>
              <a:t>H1622</a:t>
            </a:r>
            <a:r>
              <a:rPr lang="en-IN" sz="3200" b="1" dirty="0">
                <a:solidFill>
                  <a:srgbClr val="00B0F0"/>
                </a:solidFill>
              </a:rPr>
              <a:t> </a:t>
            </a:r>
            <a:endParaRPr lang="en-IN" sz="3200" dirty="0"/>
          </a:p>
        </p:txBody>
      </p:sp>
      <p:sp>
        <p:nvSpPr>
          <p:cNvPr id="12" name="TextBox 11">
            <a:extLst>
              <a:ext uri="{FF2B5EF4-FFF2-40B4-BE49-F238E27FC236}">
                <a16:creationId xmlns:a16="http://schemas.microsoft.com/office/drawing/2014/main" id="{2F73BED7-4FC1-F32D-CA44-0926DB60486B}"/>
              </a:ext>
            </a:extLst>
          </p:cNvPr>
          <p:cNvSpPr txBox="1"/>
          <p:nvPr/>
        </p:nvSpPr>
        <p:spPr>
          <a:xfrm>
            <a:off x="7335007" y="1554405"/>
            <a:ext cx="1519722" cy="584775"/>
          </a:xfrm>
          <a:prstGeom prst="rect">
            <a:avLst/>
          </a:prstGeom>
          <a:noFill/>
        </p:spPr>
        <p:txBody>
          <a:bodyPr wrap="square">
            <a:spAutoFit/>
          </a:bodyPr>
          <a:lstStyle/>
          <a:p>
            <a:r>
              <a:rPr lang="en-IN" sz="3200" b="1" dirty="0">
                <a:solidFill>
                  <a:schemeClr val="bg1"/>
                </a:solidFill>
              </a:rPr>
              <a:t>H2190</a:t>
            </a:r>
            <a:endParaRPr lang="en-IN" sz="3200" dirty="0">
              <a:solidFill>
                <a:schemeClr val="bg1"/>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6B18964-9CFD-D38B-FEFD-00E5E5EA9744}"/>
                  </a:ext>
                </a:extLst>
              </p:cNvPr>
              <p:cNvSpPr txBox="1"/>
              <p:nvPr/>
            </p:nvSpPr>
            <p:spPr>
              <a:xfrm>
                <a:off x="838200" y="3429000"/>
                <a:ext cx="1967696" cy="954107"/>
              </a:xfrm>
              <a:prstGeom prst="rect">
                <a:avLst/>
              </a:prstGeom>
              <a:noFill/>
            </p:spPr>
            <p:txBody>
              <a:bodyPr wrap="square" rtlCol="0">
                <a:spAutoFit/>
              </a:bodyPr>
              <a:lstStyle/>
              <a:p>
                <a:r>
                  <a:rPr lang="en-IN" sz="1400" b="1" dirty="0">
                    <a:solidFill>
                      <a:schemeClr val="bg1"/>
                    </a:solidFill>
                  </a:rPr>
                  <a:t>Prior + </a:t>
                </a:r>
                <a14:m>
                  <m:oMath xmlns:m="http://schemas.openxmlformats.org/officeDocument/2006/math">
                    <m:r>
                      <a:rPr lang="en-IN" sz="1400" b="1" i="1">
                        <a:solidFill>
                          <a:schemeClr val="bg1"/>
                        </a:solidFill>
                        <a:latin typeface="Cambria Math" panose="02040503050406030204" pitchFamily="18" charset="0"/>
                        <a:ea typeface="Cambria Math" panose="02040503050406030204" pitchFamily="18" charset="0"/>
                      </a:rPr>
                      <m:t>𝝎</m:t>
                    </m:r>
                    <m:r>
                      <a:rPr lang="en-IN" sz="1400" b="1">
                        <a:solidFill>
                          <a:schemeClr val="bg1"/>
                        </a:solidFill>
                        <a:latin typeface="Cambria Math" panose="02040503050406030204" pitchFamily="18" charset="0"/>
                        <a:ea typeface="Cambria Math" panose="02040503050406030204" pitchFamily="18" charset="0"/>
                      </a:rPr>
                      <m:t>=0</m:t>
                    </m:r>
                  </m:oMath>
                </a14:m>
                <a:r>
                  <a:rPr lang="en-IN" sz="1400" dirty="0">
                    <a:solidFill>
                      <a:schemeClr val="bg1"/>
                    </a:solidFill>
                  </a:rPr>
                  <a:t> condition exhibited degenerate gait behaviours</a:t>
                </a:r>
              </a:p>
            </p:txBody>
          </p:sp>
        </mc:Choice>
        <mc:Fallback xmlns="">
          <p:sp>
            <p:nvSpPr>
              <p:cNvPr id="13" name="TextBox 12">
                <a:extLst>
                  <a:ext uri="{FF2B5EF4-FFF2-40B4-BE49-F238E27FC236}">
                    <a16:creationId xmlns:a16="http://schemas.microsoft.com/office/drawing/2014/main" id="{46B18964-9CFD-D38B-FEFD-00E5E5EA9744}"/>
                  </a:ext>
                </a:extLst>
              </p:cNvPr>
              <p:cNvSpPr txBox="1">
                <a:spLocks noRot="1" noChangeAspect="1" noMove="1" noResize="1" noEditPoints="1" noAdjustHandles="1" noChangeArrowheads="1" noChangeShapeType="1" noTextEdit="1"/>
              </p:cNvSpPr>
              <p:nvPr/>
            </p:nvSpPr>
            <p:spPr>
              <a:xfrm>
                <a:off x="838200" y="3429000"/>
                <a:ext cx="1967696" cy="954107"/>
              </a:xfrm>
              <a:prstGeom prst="rect">
                <a:avLst/>
              </a:prstGeom>
              <a:blipFill>
                <a:blip r:embed="rId10"/>
                <a:stretch>
                  <a:fillRect l="-932" t="-1282" b="-5769"/>
                </a:stretch>
              </a:blipFill>
            </p:spPr>
            <p:txBody>
              <a:bodyPr/>
              <a:lstStyle/>
              <a:p>
                <a:r>
                  <a:rPr lang="en-IN">
                    <a:noFill/>
                  </a:rPr>
                  <a:t> </a:t>
                </a:r>
              </a:p>
            </p:txBody>
          </p:sp>
        </mc:Fallback>
      </mc:AlternateContent>
      <p:sp>
        <p:nvSpPr>
          <p:cNvPr id="17" name="TextBox 16">
            <a:extLst>
              <a:ext uri="{FF2B5EF4-FFF2-40B4-BE49-F238E27FC236}">
                <a16:creationId xmlns:a16="http://schemas.microsoft.com/office/drawing/2014/main" id="{606FD580-1C61-E2DF-76D1-E5B488BF51C3}"/>
              </a:ext>
            </a:extLst>
          </p:cNvPr>
          <p:cNvSpPr txBox="1"/>
          <p:nvPr/>
        </p:nvSpPr>
        <p:spPr>
          <a:xfrm>
            <a:off x="9901178" y="3536721"/>
            <a:ext cx="1967696" cy="738664"/>
          </a:xfrm>
          <a:prstGeom prst="rect">
            <a:avLst/>
          </a:prstGeom>
          <a:noFill/>
        </p:spPr>
        <p:txBody>
          <a:bodyPr wrap="square" rtlCol="0">
            <a:spAutoFit/>
          </a:bodyPr>
          <a:lstStyle/>
          <a:p>
            <a:r>
              <a:rPr lang="en-IN" sz="1400" dirty="0">
                <a:solidFill>
                  <a:schemeClr val="bg1"/>
                </a:solidFill>
              </a:rPr>
              <a:t>High fall rate and unconverging test performance!</a:t>
            </a:r>
          </a:p>
        </p:txBody>
      </p:sp>
      <p:sp>
        <p:nvSpPr>
          <p:cNvPr id="19" name="TextBox 18">
            <a:extLst>
              <a:ext uri="{FF2B5EF4-FFF2-40B4-BE49-F238E27FC236}">
                <a16:creationId xmlns:a16="http://schemas.microsoft.com/office/drawing/2014/main" id="{421632E1-5330-4B2C-4971-B664768F31BB}"/>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12</a:t>
            </a:r>
          </a:p>
        </p:txBody>
      </p:sp>
    </p:spTree>
    <p:extLst>
      <p:ext uri="{BB962C8B-B14F-4D97-AF65-F5344CB8AC3E}">
        <p14:creationId xmlns:p14="http://schemas.microsoft.com/office/powerpoint/2010/main" val="1469772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589" fill="hold"/>
                                        <p:tgtEl>
                                          <p:spTgt spid="4"/>
                                        </p:tgtEl>
                                      </p:cBhvr>
                                    </p:cmd>
                                  </p:childTnLst>
                                </p:cTn>
                              </p:par>
                            </p:childTnLst>
                          </p:cTn>
                        </p:par>
                        <p:par>
                          <p:cTn id="7" fill="hold">
                            <p:stCondLst>
                              <p:cond delay="21589"/>
                            </p:stCondLst>
                            <p:childTnLst>
                              <p:par>
                                <p:cTn id="8" presetID="1" presetClass="mediacall" presetSubtype="0" fill="hold" nodeType="afterEffect">
                                  <p:stCondLst>
                                    <p:cond delay="0"/>
                                  </p:stCondLst>
                                  <p:childTnLst>
                                    <p:cmd type="call" cmd="playFrom(0.0)">
                                      <p:cBhvr>
                                        <p:cTn id="9" dur="31999"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0" restart="whenNotActive" fill="hold" evtFilter="cancelBubble" nodeType="interactiveSeq">
                <p:stCondLst>
                  <p:cond evt="onClick" delay="0">
                    <p:tgtEl>
                      <p:spTgt spid="4"/>
                    </p:tgtEl>
                  </p:cond>
                </p:stCondLst>
                <p:endSync evt="end" delay="0">
                  <p:rtn val="all"/>
                </p:endSync>
                <p:childTnLst>
                  <p:par>
                    <p:cTn id="11" fill="hold">
                      <p:stCondLst>
                        <p:cond delay="0"/>
                      </p:stCondLst>
                      <p:childTnLst>
                        <p:par>
                          <p:cTn id="12" fill="hold">
                            <p:stCondLst>
                              <p:cond delay="0"/>
                            </p:stCondLst>
                            <p:childTnLst>
                              <p:par>
                                <p:cTn id="13" presetID="2" presetClass="mediacall" presetSubtype="0" fill="hold" nodeType="clickEffect">
                                  <p:stCondLst>
                                    <p:cond delay="0"/>
                                  </p:stCondLst>
                                  <p:childTnLst>
                                    <p:cmd type="call" cmd="togglePause">
                                      <p:cBhvr>
                                        <p:cTn id="14" dur="1" fill="hold"/>
                                        <p:tgtEl>
                                          <p:spTgt spid="4"/>
                                        </p:tgtEl>
                                      </p:cBhvr>
                                    </p:cmd>
                                  </p:childTnLst>
                                </p:cTn>
                              </p:par>
                            </p:childTnLst>
                          </p:cTn>
                        </p:par>
                      </p:childTnLst>
                    </p:cTn>
                  </p:par>
                </p:childTnLst>
              </p:cTn>
              <p:nextCondLst>
                <p:cond evt="onClick" delay="0">
                  <p:tgtEl>
                    <p:spTgt spid="4"/>
                  </p:tgtEl>
                </p:cond>
              </p:nextCondLst>
            </p:seq>
            <p:video>
              <p:cMediaNode vol="80000">
                <p:cTn id="15" repeatCount="indefinite" fill="remove" display="0">
                  <p:stCondLst>
                    <p:cond delay="indefinite"/>
                  </p:stCondLst>
                </p:cTn>
                <p:tgtEl>
                  <p:spTgt spid="4"/>
                </p:tgtEl>
              </p:cMediaNode>
            </p:video>
            <p:seq concurrent="1" nextAc="seek">
              <p:cTn id="16" restart="whenNotActive" fill="hold" evtFilter="cancelBubble" nodeType="interactiveSeq">
                <p:stCondLst>
                  <p:cond evt="onClick" delay="0">
                    <p:tgtEl>
                      <p:spTgt spid="5"/>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5"/>
                                        </p:tgtEl>
                                      </p:cBhvr>
                                    </p:cmd>
                                  </p:childTnLst>
                                </p:cTn>
                              </p:par>
                            </p:childTnLst>
                          </p:cTn>
                        </p:par>
                      </p:childTnLst>
                    </p:cTn>
                  </p:par>
                </p:childTnLst>
              </p:cTn>
              <p:nextCondLst>
                <p:cond evt="onClick" delay="0">
                  <p:tgtEl>
                    <p:spTgt spid="5"/>
                  </p:tgtEl>
                </p:cond>
              </p:nextCondLst>
            </p:seq>
            <p:video>
              <p:cMediaNode vol="80000">
                <p:cTn id="21" repeatCount="indefinite" fill="remove" display="0">
                  <p:stCondLst>
                    <p:cond delay="indefinite"/>
                  </p:stCondLst>
                </p:cTn>
                <p:tgtEl>
                  <p:spTgt spid="5"/>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AD9B2-8B85-FADC-441C-A08377436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513222-30B3-FEDF-D259-2DC8029DC327}"/>
              </a:ext>
            </a:extLst>
          </p:cNvPr>
          <p:cNvSpPr>
            <a:spLocks noGrp="1"/>
          </p:cNvSpPr>
          <p:nvPr>
            <p:ph type="ctrTitle"/>
          </p:nvPr>
        </p:nvSpPr>
        <p:spPr>
          <a:xfrm>
            <a:off x="1524000" y="1884363"/>
            <a:ext cx="9144000" cy="2387600"/>
          </a:xfrm>
        </p:spPr>
        <p:txBody>
          <a:bodyPr>
            <a:normAutofit/>
          </a:bodyPr>
          <a:lstStyle/>
          <a:p>
            <a:r>
              <a:rPr lang="en-IN" b="1" dirty="0">
                <a:solidFill>
                  <a:schemeClr val="bg1"/>
                </a:solidFill>
              </a:rPr>
              <a:t>Results</a:t>
            </a:r>
            <a:br>
              <a:rPr lang="en-IN" b="1" dirty="0">
                <a:solidFill>
                  <a:schemeClr val="bg1"/>
                </a:solidFill>
              </a:rPr>
            </a:br>
            <a:r>
              <a:rPr lang="en-IN" sz="3100" dirty="0">
                <a:solidFill>
                  <a:srgbClr val="00B0F0"/>
                </a:solidFill>
              </a:rPr>
              <a:t>Biomechanical Fidelity</a:t>
            </a:r>
          </a:p>
        </p:txBody>
      </p:sp>
      <p:sp>
        <p:nvSpPr>
          <p:cNvPr id="4" name="TextBox 3">
            <a:extLst>
              <a:ext uri="{FF2B5EF4-FFF2-40B4-BE49-F238E27FC236}">
                <a16:creationId xmlns:a16="http://schemas.microsoft.com/office/drawing/2014/main" id="{21D6EA78-DBC6-7C35-FB96-55A59CB8F72C}"/>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13</a:t>
            </a:r>
          </a:p>
        </p:txBody>
      </p:sp>
    </p:spTree>
    <p:extLst>
      <p:ext uri="{BB962C8B-B14F-4D97-AF65-F5344CB8AC3E}">
        <p14:creationId xmlns:p14="http://schemas.microsoft.com/office/powerpoint/2010/main" val="3061194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DFE3C63A-1435-CF45-5767-B1C5817D5507}"/>
                  </a:ext>
                </a:extLst>
              </p:cNvPr>
              <p:cNvSpPr>
                <a:spLocks noGrp="1"/>
              </p:cNvSpPr>
              <p:nvPr>
                <p:ph type="title"/>
              </p:nvPr>
            </p:nvSpPr>
            <p:spPr>
              <a:xfrm>
                <a:off x="838200" y="164750"/>
                <a:ext cx="10515600" cy="1325563"/>
              </a:xfrm>
            </p:spPr>
            <p:txBody>
              <a:bodyPr>
                <a:normAutofit/>
              </a:bodyPr>
              <a:lstStyle/>
              <a:p>
                <a:r>
                  <a:rPr lang="en-IN" b="1" dirty="0">
                    <a:solidFill>
                      <a:srgbClr val="00B0F0"/>
                    </a:solidFill>
                  </a:rPr>
                  <a:t>Kinematics – H0918</a:t>
                </a:r>
                <a:br>
                  <a:rPr lang="en-IN" b="1" dirty="0">
                    <a:solidFill>
                      <a:srgbClr val="00B0F0"/>
                    </a:solidFill>
                  </a:rPr>
                </a:br>
                <a:r>
                  <a:rPr lang="en-IN" sz="2000" b="1" dirty="0">
                    <a:solidFill>
                      <a:schemeClr val="bg1"/>
                    </a:solidFill>
                  </a:rPr>
                  <a:t>Prior + </a:t>
                </a:r>
                <a14:m>
                  <m:oMath xmlns:m="http://schemas.openxmlformats.org/officeDocument/2006/math">
                    <m:r>
                      <a:rPr lang="en-IN" sz="2000" b="1" i="1" smtClean="0">
                        <a:solidFill>
                          <a:schemeClr val="bg1"/>
                        </a:solidFill>
                        <a:latin typeface="Cambria Math" panose="02040503050406030204" pitchFamily="18" charset="0"/>
                        <a:ea typeface="Cambria Math" panose="02040503050406030204" pitchFamily="18" charset="0"/>
                      </a:rPr>
                      <m:t>𝝎</m:t>
                    </m:r>
                    <m:r>
                      <a:rPr lang="en-IN" sz="2000" b="1" i="0" smtClean="0">
                        <a:solidFill>
                          <a:schemeClr val="bg1"/>
                        </a:solidFill>
                        <a:latin typeface="Cambria Math" panose="02040503050406030204" pitchFamily="18" charset="0"/>
                        <a:ea typeface="Cambria Math" panose="02040503050406030204" pitchFamily="18" charset="0"/>
                      </a:rPr>
                      <m:t>=0.5</m:t>
                    </m:r>
                  </m:oMath>
                </a14:m>
                <a:r>
                  <a:rPr lang="en-IN" sz="2000" b="1" dirty="0">
                    <a:solidFill>
                      <a:schemeClr val="bg1"/>
                    </a:solidFill>
                  </a:rPr>
                  <a:t> significantly improves hip and ankle kinematics</a:t>
                </a:r>
                <a:endParaRPr lang="en-IN" sz="2700" dirty="0">
                  <a:solidFill>
                    <a:schemeClr val="bg1"/>
                  </a:solidFill>
                </a:endParaRPr>
              </a:p>
            </p:txBody>
          </p:sp>
        </mc:Choice>
        <mc:Fallback>
          <p:sp>
            <p:nvSpPr>
              <p:cNvPr id="2" name="Title 1">
                <a:extLst>
                  <a:ext uri="{FF2B5EF4-FFF2-40B4-BE49-F238E27FC236}">
                    <a16:creationId xmlns:a16="http://schemas.microsoft.com/office/drawing/2014/main" id="{DFE3C63A-1435-CF45-5767-B1C5817D5507}"/>
                  </a:ext>
                </a:extLst>
              </p:cNvPr>
              <p:cNvSpPr>
                <a:spLocks noGrp="1" noRot="1" noChangeAspect="1" noMove="1" noResize="1" noEditPoints="1" noAdjustHandles="1" noChangeArrowheads="1" noChangeShapeType="1" noTextEdit="1"/>
              </p:cNvSpPr>
              <p:nvPr>
                <p:ph type="title"/>
              </p:nvPr>
            </p:nvSpPr>
            <p:spPr>
              <a:xfrm>
                <a:off x="838200" y="164750"/>
                <a:ext cx="10515600" cy="1325563"/>
              </a:xfrm>
              <a:blipFill>
                <a:blip r:embed="rId7"/>
                <a:stretch>
                  <a:fillRect l="-2377" t="-461"/>
                </a:stretch>
              </a:blipFill>
            </p:spPr>
            <p:txBody>
              <a:bodyPr/>
              <a:lstStyle/>
              <a:p>
                <a:r>
                  <a:rPr lang="en-IN">
                    <a:noFill/>
                  </a:rPr>
                  <a:t> </a:t>
                </a:r>
              </a:p>
            </p:txBody>
          </p:sp>
        </mc:Fallback>
      </mc:AlternateContent>
      <p:sp>
        <p:nvSpPr>
          <p:cNvPr id="28" name="TextBox 27">
            <a:extLst>
              <a:ext uri="{FF2B5EF4-FFF2-40B4-BE49-F238E27FC236}">
                <a16:creationId xmlns:a16="http://schemas.microsoft.com/office/drawing/2014/main" id="{12E85EC1-A38F-A086-8BAB-9646E5EB90EF}"/>
              </a:ext>
            </a:extLst>
          </p:cNvPr>
          <p:cNvSpPr txBox="1"/>
          <p:nvPr/>
        </p:nvSpPr>
        <p:spPr>
          <a:xfrm>
            <a:off x="3037026" y="3304971"/>
            <a:ext cx="6283960" cy="646331"/>
          </a:xfrm>
          <a:prstGeom prst="rect">
            <a:avLst/>
          </a:prstGeom>
          <a:noFill/>
        </p:spPr>
        <p:txBody>
          <a:bodyPr wrap="square">
            <a:spAutoFit/>
          </a:bodyPr>
          <a:lstStyle/>
          <a:p>
            <a:r>
              <a:rPr lang="en-IN" dirty="0"/>
              <a:t>fraction of the predicted joint-angle (or GRF) waveform that</a:t>
            </a:r>
          </a:p>
          <a:p>
            <a:r>
              <a:rPr lang="en-IN" dirty="0"/>
              <a:t>  falls within ±1SD of the human reference band</a:t>
            </a:r>
          </a:p>
        </p:txBody>
      </p:sp>
      <p:pic>
        <p:nvPicPr>
          <p:cNvPr id="30" name="Picture 29">
            <a:extLst>
              <a:ext uri="{FF2B5EF4-FFF2-40B4-BE49-F238E27FC236}">
                <a16:creationId xmlns:a16="http://schemas.microsoft.com/office/drawing/2014/main" id="{362E3697-E96D-D3A5-9081-1F0F8AB9F7CF}"/>
              </a:ext>
            </a:extLst>
          </p:cNvPr>
          <p:cNvPicPr>
            <a:picLocks noChangeAspect="1"/>
          </p:cNvPicPr>
          <p:nvPr/>
        </p:nvPicPr>
        <p:blipFill>
          <a:blip r:embed="rId8"/>
          <a:srcRect t="8532" b="57098"/>
          <a:stretch>
            <a:fillRect/>
          </a:stretch>
        </p:blipFill>
        <p:spPr>
          <a:xfrm>
            <a:off x="625990" y="2137385"/>
            <a:ext cx="7758308" cy="2583229"/>
          </a:xfrm>
          <a:prstGeom prst="rect">
            <a:avLst/>
          </a:prstGeom>
        </p:spPr>
      </p:pic>
      <p:pic>
        <p:nvPicPr>
          <p:cNvPr id="32" name="Picture 31">
            <a:extLst>
              <a:ext uri="{FF2B5EF4-FFF2-40B4-BE49-F238E27FC236}">
                <a16:creationId xmlns:a16="http://schemas.microsoft.com/office/drawing/2014/main" id="{AEAC2E77-72FB-B9BE-5D94-D754E21C75BF}"/>
              </a:ext>
            </a:extLst>
          </p:cNvPr>
          <p:cNvPicPr>
            <a:picLocks noChangeAspect="1"/>
          </p:cNvPicPr>
          <p:nvPr/>
        </p:nvPicPr>
        <p:blipFill>
          <a:blip r:embed="rId8"/>
          <a:srcRect t="78005"/>
          <a:stretch>
            <a:fillRect/>
          </a:stretch>
        </p:blipFill>
        <p:spPr>
          <a:xfrm>
            <a:off x="625990" y="4755061"/>
            <a:ext cx="7758309" cy="1653073"/>
          </a:xfrm>
          <a:prstGeom prst="rect">
            <a:avLst/>
          </a:prstGeom>
        </p:spPr>
      </p:pic>
      <p:sp>
        <p:nvSpPr>
          <p:cNvPr id="34" name="Rectangle 33">
            <a:extLst>
              <a:ext uri="{FF2B5EF4-FFF2-40B4-BE49-F238E27FC236}">
                <a16:creationId xmlns:a16="http://schemas.microsoft.com/office/drawing/2014/main" id="{C2F53D2A-E23F-74B4-4BB5-E2DD6879BC62}"/>
              </a:ext>
            </a:extLst>
          </p:cNvPr>
          <p:cNvSpPr/>
          <p:nvPr/>
        </p:nvSpPr>
        <p:spPr>
          <a:xfrm>
            <a:off x="1055743" y="1755466"/>
            <a:ext cx="1249680" cy="347472"/>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latin typeface="Candara" panose="020E0502030303020204" pitchFamily="34" charset="0"/>
              </a:rPr>
              <a:t>Hip </a:t>
            </a:r>
            <a:r>
              <a:rPr lang="en-IN" sz="1200" dirty="0">
                <a:latin typeface="Candara" panose="020E0502030303020204" pitchFamily="34" charset="0"/>
              </a:rPr>
              <a:t>(+flexion)</a:t>
            </a:r>
            <a:endParaRPr lang="en-IN" dirty="0">
              <a:latin typeface="Candara" panose="020E0502030303020204" pitchFamily="34" charset="0"/>
            </a:endParaRPr>
          </a:p>
        </p:txBody>
      </p:sp>
      <p:sp>
        <p:nvSpPr>
          <p:cNvPr id="36" name="Rectangle 35">
            <a:extLst>
              <a:ext uri="{FF2B5EF4-FFF2-40B4-BE49-F238E27FC236}">
                <a16:creationId xmlns:a16="http://schemas.microsoft.com/office/drawing/2014/main" id="{BE4A9CD9-BA66-17DD-DABA-E38E7FEDD540}"/>
              </a:ext>
            </a:extLst>
          </p:cNvPr>
          <p:cNvSpPr/>
          <p:nvPr/>
        </p:nvSpPr>
        <p:spPr>
          <a:xfrm>
            <a:off x="2712839" y="1786744"/>
            <a:ext cx="1656081" cy="263951"/>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latin typeface="Candara" panose="020E0502030303020204" pitchFamily="34" charset="0"/>
              </a:rPr>
              <a:t>Knee </a:t>
            </a:r>
            <a:r>
              <a:rPr lang="en-IN" sz="1200" dirty="0">
                <a:latin typeface="Candara" panose="020E0502030303020204" pitchFamily="34" charset="0"/>
              </a:rPr>
              <a:t>(+ extension)</a:t>
            </a:r>
          </a:p>
        </p:txBody>
      </p:sp>
      <p:sp>
        <p:nvSpPr>
          <p:cNvPr id="38" name="Rectangle 37">
            <a:extLst>
              <a:ext uri="{FF2B5EF4-FFF2-40B4-BE49-F238E27FC236}">
                <a16:creationId xmlns:a16="http://schemas.microsoft.com/office/drawing/2014/main" id="{642F1593-E618-579F-2266-432AE3BE41D0}"/>
              </a:ext>
            </a:extLst>
          </p:cNvPr>
          <p:cNvSpPr/>
          <p:nvPr/>
        </p:nvSpPr>
        <p:spPr>
          <a:xfrm>
            <a:off x="4368920" y="1803918"/>
            <a:ext cx="2078738" cy="263951"/>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latin typeface="Candara" panose="020E0502030303020204" pitchFamily="34" charset="0"/>
              </a:rPr>
              <a:t>Ankle </a:t>
            </a:r>
            <a:r>
              <a:rPr lang="en-IN" sz="1200" dirty="0">
                <a:latin typeface="Candara" panose="020E0502030303020204" pitchFamily="34" charset="0"/>
              </a:rPr>
              <a:t>(+ dorsiflexion)</a:t>
            </a:r>
            <a:endParaRPr lang="en-IN" dirty="0">
              <a:latin typeface="Candara" panose="020E0502030303020204" pitchFamily="34" charset="0"/>
            </a:endParaRPr>
          </a:p>
        </p:txBody>
      </p:sp>
      <p:sp>
        <p:nvSpPr>
          <p:cNvPr id="40" name="Rectangle 39">
            <a:extLst>
              <a:ext uri="{FF2B5EF4-FFF2-40B4-BE49-F238E27FC236}">
                <a16:creationId xmlns:a16="http://schemas.microsoft.com/office/drawing/2014/main" id="{1D8DEE83-CC0E-5ECF-EC48-0C7F85E27999}"/>
              </a:ext>
            </a:extLst>
          </p:cNvPr>
          <p:cNvSpPr/>
          <p:nvPr/>
        </p:nvSpPr>
        <p:spPr>
          <a:xfrm>
            <a:off x="6474352" y="1803918"/>
            <a:ext cx="2078738" cy="263951"/>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latin typeface="Candara" panose="020E0502030303020204" pitchFamily="34" charset="0"/>
              </a:rPr>
              <a:t>Vertical GRF </a:t>
            </a:r>
            <a:r>
              <a:rPr lang="en-IN" sz="1200" dirty="0">
                <a:latin typeface="Candara" panose="020E0502030303020204" pitchFamily="34" charset="0"/>
              </a:rPr>
              <a:t>[BW]</a:t>
            </a:r>
            <a:endParaRPr lang="en-IN" dirty="0">
              <a:latin typeface="Candara" panose="020E0502030303020204" pitchFamily="34" charset="0"/>
            </a:endParaRPr>
          </a:p>
        </p:txBody>
      </p:sp>
      <p:pic>
        <p:nvPicPr>
          <p:cNvPr id="4" name="ourkinematics">
            <a:hlinkClick r:id="" action="ppaction://media"/>
            <a:extLst>
              <a:ext uri="{FF2B5EF4-FFF2-40B4-BE49-F238E27FC236}">
                <a16:creationId xmlns:a16="http://schemas.microsoft.com/office/drawing/2014/main" id="{45F0155A-612A-01E2-8E30-6D4B0D1E224F}"/>
              </a:ext>
            </a:extLst>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8726865" y="4121036"/>
            <a:ext cx="1816903" cy="2397899"/>
          </a:xfrm>
          <a:prstGeom prst="roundRect">
            <a:avLst>
              <a:gd name="adj" fmla="val 5439"/>
            </a:avLst>
          </a:prstGeom>
          <a:ln>
            <a:noFill/>
          </a:ln>
          <a:effectLst>
            <a:innerShdw blurRad="114300" dist="50800">
              <a:srgbClr val="000000">
                <a:alpha val="0"/>
              </a:srgbClr>
            </a:innerShdw>
          </a:effectLst>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A31D9D5-92AA-1395-C477-0086A9A90B9D}"/>
                  </a:ext>
                </a:extLst>
              </p:cNvPr>
              <p:cNvSpPr txBox="1"/>
              <p:nvPr/>
            </p:nvSpPr>
            <p:spPr>
              <a:xfrm>
                <a:off x="10704150" y="4796766"/>
                <a:ext cx="1047410" cy="523220"/>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p>
                <a:pPr algn="ctr"/>
                <a:r>
                  <a:rPr lang="en-IN" sz="1400" b="1" dirty="0">
                    <a:solidFill>
                      <a:schemeClr val="bg1"/>
                    </a:solidFill>
                  </a:rPr>
                  <a:t>Prior +</a:t>
                </a:r>
              </a:p>
              <a:p>
                <a:pPr algn="ctr"/>
                <a:r>
                  <a:rPr lang="en-IN" sz="1400" b="1" dirty="0">
                    <a:solidFill>
                      <a:schemeClr val="bg1"/>
                    </a:solidFill>
                  </a:rPr>
                  <a:t> </a:t>
                </a:r>
                <a14:m>
                  <m:oMath xmlns:m="http://schemas.openxmlformats.org/officeDocument/2006/math">
                    <m:r>
                      <a:rPr lang="en-IN" sz="1400" b="1" i="1">
                        <a:solidFill>
                          <a:schemeClr val="bg1"/>
                        </a:solidFill>
                        <a:latin typeface="Cambria Math" panose="02040503050406030204" pitchFamily="18" charset="0"/>
                        <a:ea typeface="Cambria Math" panose="02040503050406030204" pitchFamily="18" charset="0"/>
                      </a:rPr>
                      <m:t>𝝎</m:t>
                    </m:r>
                    <m:r>
                      <a:rPr lang="en-IN" sz="1400" b="1">
                        <a:solidFill>
                          <a:schemeClr val="bg1"/>
                        </a:solidFill>
                        <a:latin typeface="Cambria Math" panose="02040503050406030204" pitchFamily="18" charset="0"/>
                        <a:ea typeface="Cambria Math" panose="02040503050406030204" pitchFamily="18" charset="0"/>
                      </a:rPr>
                      <m:t>=0.5</m:t>
                    </m:r>
                  </m:oMath>
                </a14:m>
                <a:r>
                  <a:rPr lang="en-IN" sz="1400" b="1" dirty="0">
                    <a:solidFill>
                      <a:schemeClr val="bg1"/>
                    </a:solidFill>
                  </a:rPr>
                  <a:t> </a:t>
                </a:r>
                <a:endParaRPr lang="en-IN" sz="1100" dirty="0"/>
              </a:p>
            </p:txBody>
          </p:sp>
        </mc:Choice>
        <mc:Fallback xmlns="">
          <p:sp>
            <p:nvSpPr>
              <p:cNvPr id="6" name="TextBox 5">
                <a:extLst>
                  <a:ext uri="{FF2B5EF4-FFF2-40B4-BE49-F238E27FC236}">
                    <a16:creationId xmlns:a16="http://schemas.microsoft.com/office/drawing/2014/main" id="{CA31D9D5-92AA-1395-C477-0086A9A90B9D}"/>
                  </a:ext>
                </a:extLst>
              </p:cNvPr>
              <p:cNvSpPr txBox="1">
                <a:spLocks noRot="1" noChangeAspect="1" noMove="1" noResize="1" noEditPoints="1" noAdjustHandles="1" noChangeArrowheads="1" noChangeShapeType="1" noTextEdit="1"/>
              </p:cNvSpPr>
              <p:nvPr/>
            </p:nvSpPr>
            <p:spPr>
              <a:xfrm>
                <a:off x="10704150" y="4796766"/>
                <a:ext cx="1047410" cy="523220"/>
              </a:xfrm>
              <a:prstGeom prst="rect">
                <a:avLst/>
              </a:prstGeom>
              <a:blipFill>
                <a:blip r:embed="rId10"/>
                <a:stretch>
                  <a:fillRect t="-1136"/>
                </a:stretch>
              </a:blipFill>
            </p:spPr>
            <p:txBody>
              <a:bodyPr/>
              <a:lstStyle/>
              <a:p>
                <a:r>
                  <a:rPr lang="en-IN">
                    <a:noFill/>
                  </a:rPr>
                  <a:t> </a:t>
                </a:r>
              </a:p>
            </p:txBody>
          </p:sp>
        </mc:Fallback>
      </mc:AlternateContent>
      <p:sp>
        <p:nvSpPr>
          <p:cNvPr id="43" name="TextBox 42">
            <a:extLst>
              <a:ext uri="{FF2B5EF4-FFF2-40B4-BE49-F238E27FC236}">
                <a16:creationId xmlns:a16="http://schemas.microsoft.com/office/drawing/2014/main" id="{6EAC5789-DD11-B6A7-79BA-5BCDD18F7210}"/>
              </a:ext>
            </a:extLst>
          </p:cNvPr>
          <p:cNvSpPr txBox="1"/>
          <p:nvPr/>
        </p:nvSpPr>
        <p:spPr>
          <a:xfrm>
            <a:off x="10866158" y="2282418"/>
            <a:ext cx="723395" cy="369332"/>
          </a:xfrm>
          <a:prstGeom prst="rect">
            <a:avLst/>
          </a:prstGeom>
        </p:spPr>
        <p:style>
          <a:lnRef idx="1">
            <a:schemeClr val="accent4"/>
          </a:lnRef>
          <a:fillRef idx="3">
            <a:schemeClr val="accent4"/>
          </a:fillRef>
          <a:effectRef idx="2">
            <a:schemeClr val="accent4"/>
          </a:effectRef>
          <a:fontRef idx="minor">
            <a:schemeClr val="lt1"/>
          </a:fontRef>
        </p:style>
        <p:txBody>
          <a:bodyPr wrap="square">
            <a:spAutoFit/>
          </a:bodyPr>
          <a:lstStyle/>
          <a:p>
            <a:r>
              <a:rPr lang="en-IN" b="1" dirty="0">
                <a:solidFill>
                  <a:schemeClr val="bg1"/>
                </a:solidFill>
              </a:rPr>
              <a:t>MPO</a:t>
            </a:r>
            <a:endParaRPr lang="en-IN" sz="1400" dirty="0"/>
          </a:p>
        </p:txBody>
      </p:sp>
      <p:pic>
        <p:nvPicPr>
          <p:cNvPr id="8" name="mpokinematics">
            <a:hlinkClick r:id="" action="ppaction://media"/>
            <a:extLst>
              <a:ext uri="{FF2B5EF4-FFF2-40B4-BE49-F238E27FC236}">
                <a16:creationId xmlns:a16="http://schemas.microsoft.com/office/drawing/2014/main" id="{B2A7BA22-6F37-D997-2012-65AB2D5F314B}"/>
              </a:ext>
            </a:extLst>
          </p:cNvPr>
          <p:cNvPicPr>
            <a:picLocks noChangeAspect="1"/>
          </p:cNvPicPr>
          <p:nvPr>
            <a:videoFile r:link="rId4"/>
            <p:extLst>
              <p:ext uri="{DAA4B4D4-6D71-4841-9C94-3DE7FCFB9230}">
                <p14:media xmlns:p14="http://schemas.microsoft.com/office/powerpoint/2010/main" r:embed="rId3"/>
              </p:ext>
            </p:extLst>
          </p:nvPr>
        </p:nvPicPr>
        <p:blipFill>
          <a:blip r:embed="rId11"/>
          <a:stretch>
            <a:fillRect/>
          </a:stretch>
        </p:blipFill>
        <p:spPr>
          <a:xfrm>
            <a:off x="8715935" y="1352198"/>
            <a:ext cx="1795042" cy="2599104"/>
          </a:xfrm>
          <a:prstGeom prst="roundRect">
            <a:avLst>
              <a:gd name="adj" fmla="val 5439"/>
            </a:avLst>
          </a:prstGeom>
          <a:ln>
            <a:noFill/>
          </a:ln>
          <a:effectLst>
            <a:innerShdw blurRad="114300" dist="50800">
              <a:srgbClr val="000000">
                <a:alpha val="0"/>
              </a:srgbClr>
            </a:innerShdw>
          </a:effectLst>
        </p:spPr>
      </p:pic>
      <p:sp>
        <p:nvSpPr>
          <p:cNvPr id="10" name="Oval 9">
            <a:extLst>
              <a:ext uri="{FF2B5EF4-FFF2-40B4-BE49-F238E27FC236}">
                <a16:creationId xmlns:a16="http://schemas.microsoft.com/office/drawing/2014/main" id="{843C04A7-0B98-0432-EEC4-BBA45F24C316}"/>
              </a:ext>
            </a:extLst>
          </p:cNvPr>
          <p:cNvSpPr/>
          <p:nvPr/>
        </p:nvSpPr>
        <p:spPr>
          <a:xfrm>
            <a:off x="2153920" y="2067869"/>
            <a:ext cx="506684" cy="300222"/>
          </a:xfrm>
          <a:prstGeom prst="ellipse">
            <a:avLst/>
          </a:prstGeom>
          <a:noFill/>
          <a:ln w="19050" cap="flat" cmpd="sng" algn="ctr">
            <a:solidFill>
              <a:srgbClr val="BD994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C9E616DA-0DDB-6DAC-41C4-A7F2CD1CA0DC}"/>
              </a:ext>
            </a:extLst>
          </p:cNvPr>
          <p:cNvCxnSpPr>
            <a:stCxn id="10" idx="0"/>
          </p:cNvCxnSpPr>
          <p:nvPr/>
        </p:nvCxnSpPr>
        <p:spPr>
          <a:xfrm flipV="1">
            <a:off x="2407262" y="1490313"/>
            <a:ext cx="658" cy="577556"/>
          </a:xfrm>
          <a:prstGeom prst="line">
            <a:avLst/>
          </a:prstGeom>
          <a:ln>
            <a:solidFill>
              <a:srgbClr val="BD9943"/>
            </a:solidFill>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0DD1B05-332B-E982-A23F-A05CB6ED4DC7}"/>
              </a:ext>
            </a:extLst>
          </p:cNvPr>
          <p:cNvCxnSpPr/>
          <p:nvPr/>
        </p:nvCxnSpPr>
        <p:spPr>
          <a:xfrm>
            <a:off x="2407262" y="1490313"/>
            <a:ext cx="854098" cy="0"/>
          </a:xfrm>
          <a:prstGeom prst="straightConnector1">
            <a:avLst/>
          </a:prstGeom>
          <a:ln>
            <a:solidFill>
              <a:srgbClr val="BD9943"/>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FC5D8BA6-8F87-0490-6712-8C9CE53A1EFE}"/>
              </a:ext>
            </a:extLst>
          </p:cNvPr>
          <p:cNvSpPr txBox="1"/>
          <p:nvPr/>
        </p:nvSpPr>
        <p:spPr>
          <a:xfrm>
            <a:off x="3224329" y="1323950"/>
            <a:ext cx="7641829" cy="523220"/>
          </a:xfrm>
          <a:prstGeom prst="rect">
            <a:avLst/>
          </a:prstGeom>
          <a:noFill/>
        </p:spPr>
        <p:txBody>
          <a:bodyPr wrap="square">
            <a:spAutoFit/>
          </a:bodyPr>
          <a:lstStyle/>
          <a:p>
            <a:r>
              <a:rPr lang="en-IN" sz="1400" dirty="0">
                <a:solidFill>
                  <a:srgbClr val="BD9943"/>
                </a:solidFill>
              </a:rPr>
              <a:t>fraction of the gait cycle where the model's joint angle </a:t>
            </a:r>
          </a:p>
          <a:p>
            <a:r>
              <a:rPr lang="en-IN" sz="1400" dirty="0">
                <a:solidFill>
                  <a:srgbClr val="BD9943"/>
                </a:solidFill>
              </a:rPr>
              <a:t>  lies within ±1 SD of the human reference.</a:t>
            </a:r>
          </a:p>
        </p:txBody>
      </p:sp>
      <p:sp>
        <p:nvSpPr>
          <p:cNvPr id="18" name="TextBox 17">
            <a:extLst>
              <a:ext uri="{FF2B5EF4-FFF2-40B4-BE49-F238E27FC236}">
                <a16:creationId xmlns:a16="http://schemas.microsoft.com/office/drawing/2014/main" id="{25C54D2A-7DDE-21B5-556A-6A9D0D52A73D}"/>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14</a:t>
            </a:r>
          </a:p>
        </p:txBody>
      </p:sp>
      <p:sp>
        <p:nvSpPr>
          <p:cNvPr id="19" name="Rectangle 18">
            <a:extLst>
              <a:ext uri="{FF2B5EF4-FFF2-40B4-BE49-F238E27FC236}">
                <a16:creationId xmlns:a16="http://schemas.microsoft.com/office/drawing/2014/main" id="{5520402E-DB26-CCD2-3BE3-D41A82692514}"/>
              </a:ext>
            </a:extLst>
          </p:cNvPr>
          <p:cNvSpPr/>
          <p:nvPr/>
        </p:nvSpPr>
        <p:spPr>
          <a:xfrm>
            <a:off x="625990" y="4765402"/>
            <a:ext cx="7927100" cy="1677179"/>
          </a:xfrm>
          <a:prstGeom prst="rect">
            <a:avLst/>
          </a:prstGeom>
          <a:noFill/>
          <a:ln w="28575">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59541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6181" fill="hold"/>
                                        <p:tgtEl>
                                          <p:spTgt spid="8"/>
                                        </p:tgtEl>
                                      </p:cBhvr>
                                    </p:cmd>
                                  </p:childTnLst>
                                </p:cTn>
                              </p:par>
                            </p:childTnLst>
                          </p:cTn>
                        </p:par>
                        <p:par>
                          <p:cTn id="7" fill="hold">
                            <p:stCondLst>
                              <p:cond delay="36181"/>
                            </p:stCondLst>
                            <p:childTnLst>
                              <p:par>
                                <p:cTn id="8" presetID="1" presetClass="mediacall" presetSubtype="0" fill="hold" nodeType="afterEffect">
                                  <p:stCondLst>
                                    <p:cond delay="0"/>
                                  </p:stCondLst>
                                  <p:childTnLst>
                                    <p:cmd type="call" cmd="playFrom(0.0)">
                                      <p:cBhvr>
                                        <p:cTn id="9" dur="2380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repeatCount="indefinite" fill="remove" display="0">
                  <p:stCondLst>
                    <p:cond delay="indefinite"/>
                  </p:stCondLst>
                </p:cTn>
                <p:tgtEl>
                  <p:spTgt spid="8"/>
                </p:tgtEl>
              </p:cMediaNode>
            </p:video>
            <p:seq concurrent="1" nextAc="seek">
              <p:cTn id="11" restart="whenNotActive" fill="hold" evtFilter="cancelBubble" nodeType="interactiveSeq">
                <p:stCondLst>
                  <p:cond evt="onClick" delay="0">
                    <p:tgtEl>
                      <p:spTgt spid="8"/>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8"/>
                                        </p:tgtEl>
                                      </p:cBhvr>
                                    </p:cmd>
                                  </p:childTnLst>
                                </p:cTn>
                              </p:par>
                            </p:childTnLst>
                          </p:cTn>
                        </p:par>
                      </p:childTnLst>
                    </p:cTn>
                  </p:par>
                </p:childTnLst>
              </p:cTn>
              <p:nextCondLst>
                <p:cond evt="onClick" delay="0">
                  <p:tgtEl>
                    <p:spTgt spid="8"/>
                  </p:tgtEl>
                </p:cond>
              </p:nextCondLst>
            </p:seq>
            <p:video>
              <p:cMediaNode vol="80000">
                <p:cTn id="16" repeatCount="indefinite" fill="remove" display="0">
                  <p:stCondLst>
                    <p:cond delay="indefinite"/>
                  </p:stCondLst>
                </p:cTn>
                <p:tgtEl>
                  <p:spTgt spid="4"/>
                </p:tgtEl>
              </p:cMediaNode>
            </p:video>
            <p:seq concurrent="1" nextAc="seek">
              <p:cTn id="17" restart="whenNotActive" fill="hold" evtFilter="cancelBubble" nodeType="interactiveSeq">
                <p:stCondLst>
                  <p:cond evt="onClick" delay="0">
                    <p:tgtEl>
                      <p:spTgt spid="4"/>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966E654-99B6-8057-6FC1-4D2B700A4E95}"/>
                  </a:ext>
                </a:extLst>
              </p:cNvPr>
              <p:cNvSpPr>
                <a:spLocks noGrp="1"/>
              </p:cNvSpPr>
              <p:nvPr>
                <p:ph type="title"/>
              </p:nvPr>
            </p:nvSpPr>
            <p:spPr/>
            <p:txBody>
              <a:bodyPr>
                <a:normAutofit/>
              </a:bodyPr>
              <a:lstStyle/>
              <a:p>
                <a:r>
                  <a:rPr lang="en-IN" b="1" dirty="0">
                    <a:solidFill>
                      <a:srgbClr val="00B0F0"/>
                    </a:solidFill>
                  </a:rPr>
                  <a:t>Kinematics – H1622, H2190</a:t>
                </a:r>
                <a:br>
                  <a:rPr lang="en-IN" b="1" dirty="0">
                    <a:solidFill>
                      <a:srgbClr val="00B0F0"/>
                    </a:solidFill>
                  </a:rPr>
                </a:br>
                <a:r>
                  <a:rPr lang="en-IN" sz="2200" b="1" dirty="0">
                    <a:solidFill>
                      <a:schemeClr val="bg1"/>
                    </a:solidFill>
                  </a:rPr>
                  <a:t>Prior + </a:t>
                </a:r>
                <a14:m>
                  <m:oMath xmlns:m="http://schemas.openxmlformats.org/officeDocument/2006/math">
                    <m:r>
                      <a:rPr lang="en-IN" sz="2200" b="1" i="1">
                        <a:solidFill>
                          <a:schemeClr val="bg1"/>
                        </a:solidFill>
                        <a:latin typeface="Cambria Math" panose="02040503050406030204" pitchFamily="18" charset="0"/>
                        <a:ea typeface="Cambria Math" panose="02040503050406030204" pitchFamily="18" charset="0"/>
                      </a:rPr>
                      <m:t>𝝎</m:t>
                    </m:r>
                    <m:r>
                      <a:rPr lang="en-IN" sz="2200" b="1">
                        <a:solidFill>
                          <a:schemeClr val="bg1"/>
                        </a:solidFill>
                        <a:latin typeface="Cambria Math" panose="02040503050406030204" pitchFamily="18" charset="0"/>
                        <a:ea typeface="Cambria Math" panose="02040503050406030204" pitchFamily="18" charset="0"/>
                      </a:rPr>
                      <m:t>=0.5</m:t>
                    </m:r>
                  </m:oMath>
                </a14:m>
                <a:r>
                  <a:rPr lang="en-IN" sz="2200" b="1" dirty="0">
                    <a:solidFill>
                      <a:schemeClr val="bg1"/>
                    </a:solidFill>
                  </a:rPr>
                  <a:t> for overall win; Prior + </a:t>
                </a:r>
                <a14:m>
                  <m:oMath xmlns:m="http://schemas.openxmlformats.org/officeDocument/2006/math">
                    <m:r>
                      <a:rPr lang="en-IN" sz="2200" b="1" i="1">
                        <a:solidFill>
                          <a:schemeClr val="bg1"/>
                        </a:solidFill>
                        <a:latin typeface="Cambria Math" panose="02040503050406030204" pitchFamily="18" charset="0"/>
                        <a:ea typeface="Cambria Math" panose="02040503050406030204" pitchFamily="18" charset="0"/>
                      </a:rPr>
                      <m:t>𝝎</m:t>
                    </m:r>
                    <m:r>
                      <a:rPr lang="en-IN" sz="2200" b="1">
                        <a:solidFill>
                          <a:schemeClr val="bg1"/>
                        </a:solidFill>
                        <a:latin typeface="Cambria Math" panose="02040503050406030204" pitchFamily="18" charset="0"/>
                        <a:ea typeface="Cambria Math" panose="02040503050406030204" pitchFamily="18" charset="0"/>
                      </a:rPr>
                      <m:t>=0.</m:t>
                    </m:r>
                    <m:r>
                      <a:rPr lang="en-IN" sz="2200" b="1" i="1" smtClean="0">
                        <a:solidFill>
                          <a:schemeClr val="bg1"/>
                        </a:solidFill>
                        <a:latin typeface="Cambria Math" panose="02040503050406030204" pitchFamily="18" charset="0"/>
                        <a:ea typeface="Cambria Math" panose="02040503050406030204" pitchFamily="18" charset="0"/>
                      </a:rPr>
                      <m:t>1</m:t>
                    </m:r>
                    <m:r>
                      <a:rPr lang="en-IN" sz="2200" b="1" i="1">
                        <a:solidFill>
                          <a:schemeClr val="bg1"/>
                        </a:solidFill>
                        <a:latin typeface="Cambria Math" panose="02040503050406030204" pitchFamily="18" charset="0"/>
                        <a:ea typeface="Cambria Math" panose="02040503050406030204" pitchFamily="18" charset="0"/>
                      </a:rPr>
                      <m:t> </m:t>
                    </m:r>
                  </m:oMath>
                </a14:m>
                <a:r>
                  <a:rPr lang="en-IN" sz="2200" b="1" dirty="0">
                    <a:solidFill>
                      <a:schemeClr val="bg1"/>
                    </a:solidFill>
                  </a:rPr>
                  <a:t>improves ankle kinematics here</a:t>
                </a:r>
                <a:endParaRPr lang="en-IN" sz="2200" dirty="0"/>
              </a:p>
            </p:txBody>
          </p:sp>
        </mc:Choice>
        <mc:Fallback xmlns="">
          <p:sp>
            <p:nvSpPr>
              <p:cNvPr id="2" name="Title 1">
                <a:extLst>
                  <a:ext uri="{FF2B5EF4-FFF2-40B4-BE49-F238E27FC236}">
                    <a16:creationId xmlns:a16="http://schemas.microsoft.com/office/drawing/2014/main" id="{0966E654-99B6-8057-6FC1-4D2B700A4E95}"/>
                  </a:ext>
                </a:extLst>
              </p:cNvPr>
              <p:cNvSpPr>
                <a:spLocks noGrp="1" noRot="1" noChangeAspect="1" noMove="1" noResize="1" noEditPoints="1" noAdjustHandles="1" noChangeArrowheads="1" noChangeShapeType="1" noTextEdit="1"/>
              </p:cNvSpPr>
              <p:nvPr>
                <p:ph type="title"/>
              </p:nvPr>
            </p:nvSpPr>
            <p:spPr>
              <a:blipFill>
                <a:blip r:embed="rId7"/>
                <a:stretch>
                  <a:fillRect l="-2377" t="-1843"/>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graphicFrame>
            <p:nvGraphicFramePr>
              <p:cNvPr id="11" name="Table 10">
                <a:extLst>
                  <a:ext uri="{FF2B5EF4-FFF2-40B4-BE49-F238E27FC236}">
                    <a16:creationId xmlns:a16="http://schemas.microsoft.com/office/drawing/2014/main" id="{D7BF5092-A66C-7CEC-AF65-CCC69277336B}"/>
                  </a:ext>
                </a:extLst>
              </p:cNvPr>
              <p:cNvGraphicFramePr>
                <a:graphicFrameLocks noGrp="1"/>
              </p:cNvGraphicFramePr>
              <p:nvPr>
                <p:extLst>
                  <p:ext uri="{D42A27DB-BD31-4B8C-83A1-F6EECF244321}">
                    <p14:modId xmlns:p14="http://schemas.microsoft.com/office/powerpoint/2010/main" val="1976043281"/>
                  </p:ext>
                </p:extLst>
              </p:nvPr>
            </p:nvGraphicFramePr>
            <p:xfrm>
              <a:off x="2250842" y="1690688"/>
              <a:ext cx="4591515" cy="2117831"/>
            </p:xfrm>
            <a:graphic>
              <a:graphicData uri="http://schemas.openxmlformats.org/drawingml/2006/table">
                <a:tbl>
                  <a:tblPr firstRow="1" bandRow="1">
                    <a:tableStyleId>{3C2FFA5D-87B4-456A-9821-1D502468CF0F}</a:tableStyleId>
                  </a:tblPr>
                  <a:tblGrid>
                    <a:gridCol w="1541013">
                      <a:extLst>
                        <a:ext uri="{9D8B030D-6E8A-4147-A177-3AD203B41FA5}">
                          <a16:colId xmlns:a16="http://schemas.microsoft.com/office/drawing/2014/main" val="2127410405"/>
                        </a:ext>
                      </a:extLst>
                    </a:gridCol>
                    <a:gridCol w="591607">
                      <a:extLst>
                        <a:ext uri="{9D8B030D-6E8A-4147-A177-3AD203B41FA5}">
                          <a16:colId xmlns:a16="http://schemas.microsoft.com/office/drawing/2014/main" val="2299462815"/>
                        </a:ext>
                      </a:extLst>
                    </a:gridCol>
                    <a:gridCol w="747839">
                      <a:extLst>
                        <a:ext uri="{9D8B030D-6E8A-4147-A177-3AD203B41FA5}">
                          <a16:colId xmlns:a16="http://schemas.microsoft.com/office/drawing/2014/main" val="3095309156"/>
                        </a:ext>
                      </a:extLst>
                    </a:gridCol>
                    <a:gridCol w="935236">
                      <a:extLst>
                        <a:ext uri="{9D8B030D-6E8A-4147-A177-3AD203B41FA5}">
                          <a16:colId xmlns:a16="http://schemas.microsoft.com/office/drawing/2014/main" val="1737797987"/>
                        </a:ext>
                      </a:extLst>
                    </a:gridCol>
                    <a:gridCol w="775820">
                      <a:extLst>
                        <a:ext uri="{9D8B030D-6E8A-4147-A177-3AD203B41FA5}">
                          <a16:colId xmlns:a16="http://schemas.microsoft.com/office/drawing/2014/main" val="2147715828"/>
                        </a:ext>
                      </a:extLst>
                    </a:gridCol>
                  </a:tblGrid>
                  <a:tr h="327061">
                    <a:tc>
                      <a:txBody>
                        <a:bodyPr/>
                        <a:lstStyle/>
                        <a:p>
                          <a:r>
                            <a:rPr lang="en-IN" sz="1600" dirty="0"/>
                            <a:t>Condition</a:t>
                          </a:r>
                        </a:p>
                      </a:txBody>
                      <a:tcPr marL="80645" marR="80645" marT="40322" marB="40322"/>
                    </a:tc>
                    <a:tc>
                      <a:txBody>
                        <a:bodyPr/>
                        <a:lstStyle/>
                        <a:p>
                          <a:r>
                            <a:rPr lang="en-IN" sz="1600" dirty="0"/>
                            <a:t>Hip</a:t>
                          </a:r>
                        </a:p>
                      </a:txBody>
                      <a:tcPr marL="80645" marR="80645" marT="40322" marB="40322"/>
                    </a:tc>
                    <a:tc>
                      <a:txBody>
                        <a:bodyPr/>
                        <a:lstStyle/>
                        <a:p>
                          <a:r>
                            <a:rPr lang="en-IN" sz="1600" dirty="0"/>
                            <a:t>Knee</a:t>
                          </a:r>
                        </a:p>
                      </a:txBody>
                      <a:tcPr marL="80645" marR="80645" marT="40322" marB="40322"/>
                    </a:tc>
                    <a:tc>
                      <a:txBody>
                        <a:bodyPr/>
                        <a:lstStyle/>
                        <a:p>
                          <a:r>
                            <a:rPr lang="en-IN" sz="1600" dirty="0"/>
                            <a:t>Ankle</a:t>
                          </a:r>
                        </a:p>
                      </a:txBody>
                      <a:tcPr marL="80645" marR="80645" marT="40322" marB="40322"/>
                    </a:tc>
                    <a:tc>
                      <a:txBody>
                        <a:bodyPr/>
                        <a:lstStyle/>
                        <a:p>
                          <a:r>
                            <a:rPr lang="en-IN" sz="1600" dirty="0"/>
                            <a:t>GRF</a:t>
                          </a:r>
                        </a:p>
                      </a:txBody>
                      <a:tcPr marL="80645" marR="80645" marT="40322" marB="40322"/>
                    </a:tc>
                    <a:extLst>
                      <a:ext uri="{0D108BD9-81ED-4DB2-BD59-A6C34878D82A}">
                        <a16:rowId xmlns:a16="http://schemas.microsoft.com/office/drawing/2014/main" val="1803787240"/>
                      </a:ext>
                    </a:extLst>
                  </a:tr>
                  <a:tr h="327061">
                    <a:tc>
                      <a:txBody>
                        <a:bodyPr/>
                        <a:lstStyle/>
                        <a:p>
                          <a:r>
                            <a:rPr lang="en-IN" sz="1600" dirty="0"/>
                            <a:t>MPO</a:t>
                          </a:r>
                        </a:p>
                      </a:txBody>
                      <a:tcPr marL="80645" marR="80645" marT="40322" marB="40322"/>
                    </a:tc>
                    <a:tc>
                      <a:txBody>
                        <a:bodyPr/>
                        <a:lstStyle/>
                        <a:p>
                          <a:r>
                            <a:rPr lang="en-IN" sz="1600" b="1" dirty="0">
                              <a:solidFill>
                                <a:schemeClr val="tx1"/>
                              </a:solidFill>
                            </a:rPr>
                            <a:t>0.50</a:t>
                          </a:r>
                        </a:p>
                      </a:txBody>
                      <a:tcPr marL="80645" marR="80645" marT="40322" marB="40322"/>
                    </a:tc>
                    <a:tc>
                      <a:txBody>
                        <a:bodyPr/>
                        <a:lstStyle/>
                        <a:p>
                          <a:r>
                            <a:rPr lang="en-IN" sz="1600" dirty="0"/>
                            <a:t>0.29</a:t>
                          </a:r>
                        </a:p>
                      </a:txBody>
                      <a:tcPr marL="80645" marR="80645" marT="40322" marB="40322"/>
                    </a:tc>
                    <a:tc>
                      <a:txBody>
                        <a:bodyPr/>
                        <a:lstStyle/>
                        <a:p>
                          <a:r>
                            <a:rPr lang="en-IN" sz="1600" dirty="0"/>
                            <a:t>0.17</a:t>
                          </a:r>
                        </a:p>
                      </a:txBody>
                      <a:tcPr marL="80645" marR="80645" marT="40322" marB="40322"/>
                    </a:tc>
                    <a:tc>
                      <a:txBody>
                        <a:bodyPr/>
                        <a:lstStyle/>
                        <a:p>
                          <a:r>
                            <a:rPr lang="en-IN" sz="1600" dirty="0"/>
                            <a:t>0.16</a:t>
                          </a:r>
                        </a:p>
                      </a:txBody>
                      <a:tcPr marL="80645" marR="80645" marT="40322" marB="40322"/>
                    </a:tc>
                    <a:extLst>
                      <a:ext uri="{0D108BD9-81ED-4DB2-BD59-A6C34878D82A}">
                        <a16:rowId xmlns:a16="http://schemas.microsoft.com/office/drawing/2014/main" val="325083919"/>
                      </a:ext>
                    </a:extLst>
                  </a:tr>
                  <a:tr h="327061">
                    <a:tc>
                      <a:txBody>
                        <a:bodyPr/>
                        <a:lstStyle/>
                        <a:p>
                          <a:r>
                            <a:rPr lang="en-IN" sz="1600" dirty="0"/>
                            <a:t>DEP+MPO</a:t>
                          </a:r>
                        </a:p>
                      </a:txBody>
                      <a:tcPr marL="80645" marR="80645" marT="40322" marB="40322"/>
                    </a:tc>
                    <a:tc>
                      <a:txBody>
                        <a:bodyPr/>
                        <a:lstStyle/>
                        <a:p>
                          <a:r>
                            <a:rPr lang="en-IN" sz="1600" dirty="0"/>
                            <a:t>0.27</a:t>
                          </a:r>
                        </a:p>
                      </a:txBody>
                      <a:tcPr marL="80645" marR="80645" marT="40322" marB="40322"/>
                    </a:tc>
                    <a:tc>
                      <a:txBody>
                        <a:bodyPr/>
                        <a:lstStyle/>
                        <a:p>
                          <a:r>
                            <a:rPr lang="en-IN" sz="1600" dirty="0"/>
                            <a:t>0.28</a:t>
                          </a:r>
                        </a:p>
                      </a:txBody>
                      <a:tcPr marL="80645" marR="80645" marT="40322" marB="40322"/>
                    </a:tc>
                    <a:tc>
                      <a:txBody>
                        <a:bodyPr/>
                        <a:lstStyle/>
                        <a:p>
                          <a:r>
                            <a:rPr lang="en-IN" sz="1600" dirty="0"/>
                            <a:t>0.15</a:t>
                          </a:r>
                        </a:p>
                      </a:txBody>
                      <a:tcPr marL="80645" marR="80645" marT="40322" marB="40322"/>
                    </a:tc>
                    <a:tc>
                      <a:txBody>
                        <a:bodyPr/>
                        <a:lstStyle/>
                        <a:p>
                          <a:r>
                            <a:rPr lang="en-IN" sz="1600" b="1" dirty="0"/>
                            <a:t>0.25</a:t>
                          </a:r>
                        </a:p>
                      </a:txBody>
                      <a:tcPr marL="80645" marR="80645" marT="40322" marB="40322"/>
                    </a:tc>
                    <a:extLst>
                      <a:ext uri="{0D108BD9-81ED-4DB2-BD59-A6C34878D82A}">
                        <a16:rowId xmlns:a16="http://schemas.microsoft.com/office/drawing/2014/main" val="2097684449"/>
                      </a:ext>
                    </a:extLst>
                  </a:tr>
                  <a:tr h="564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solidFill>
                                <a:schemeClr val="tx1"/>
                              </a:solidFill>
                            </a:rPr>
                            <a:t>Prior </a:t>
                          </a:r>
                          <a:r>
                            <a:rPr lang="en-IN" sz="1600" b="1" dirty="0">
                              <a:solidFill>
                                <a:schemeClr val="tx1"/>
                              </a:solidFill>
                            </a:rPr>
                            <a:t>+ </a:t>
                          </a:r>
                          <a14:m>
                            <m:oMath xmlns:m="http://schemas.openxmlformats.org/officeDocument/2006/math">
                              <m:r>
                                <a:rPr lang="en-IN" sz="1600" b="1" smtClean="0">
                                  <a:solidFill>
                                    <a:schemeClr val="tx1"/>
                                  </a:solidFill>
                                  <a:latin typeface="Cambria Math" panose="02040503050406030204" pitchFamily="18" charset="0"/>
                                </a:rPr>
                                <m:t>𝝎</m:t>
                              </m:r>
                              <m:r>
                                <a:rPr lang="en-IN" sz="1600" b="1" smtClean="0">
                                  <a:solidFill>
                                    <a:schemeClr val="tx1"/>
                                  </a:solidFill>
                                  <a:latin typeface="Cambria Math" panose="02040503050406030204" pitchFamily="18" charset="0"/>
                                </a:rPr>
                                <m:t>=0.1</m:t>
                              </m:r>
                            </m:oMath>
                          </a14:m>
                          <a:r>
                            <a:rPr lang="en-IN" sz="1600" dirty="0">
                              <a:solidFill>
                                <a:schemeClr val="tx1"/>
                              </a:solidFill>
                            </a:rPr>
                            <a:t> </a:t>
                          </a:r>
                        </a:p>
                        <a:p>
                          <a:endParaRPr lang="en-IN" sz="1600" dirty="0">
                            <a:solidFill>
                              <a:schemeClr val="tx1"/>
                            </a:solidFill>
                          </a:endParaRPr>
                        </a:p>
                      </a:txBody>
                      <a:tcPr marL="80645" marR="80645" marT="40322" marB="40322"/>
                    </a:tc>
                    <a:tc>
                      <a:txBody>
                        <a:bodyPr/>
                        <a:lstStyle/>
                        <a:p>
                          <a:r>
                            <a:rPr lang="en-IN" sz="1600" dirty="0"/>
                            <a:t>0.46</a:t>
                          </a:r>
                        </a:p>
                      </a:txBody>
                      <a:tcPr marL="80645" marR="80645" marT="40322" marB="40322"/>
                    </a:tc>
                    <a:tc>
                      <a:txBody>
                        <a:bodyPr/>
                        <a:lstStyle/>
                        <a:p>
                          <a:r>
                            <a:rPr lang="en-IN" sz="1600" dirty="0"/>
                            <a:t>0.28</a:t>
                          </a:r>
                        </a:p>
                      </a:txBody>
                      <a:tcPr marL="80645" marR="80645" marT="40322" marB="40322"/>
                    </a:tc>
                    <a:tc>
                      <a:txBody>
                        <a:bodyPr/>
                        <a:lstStyle/>
                        <a:p>
                          <a:r>
                            <a:rPr lang="en-IN" sz="1600" b="1" dirty="0">
                              <a:solidFill>
                                <a:schemeClr val="tx1"/>
                              </a:solidFill>
                            </a:rPr>
                            <a:t>0.57</a:t>
                          </a:r>
                        </a:p>
                      </a:txBody>
                      <a:tcPr marL="80645" marR="80645" marT="40322" marB="40322"/>
                    </a:tc>
                    <a:tc>
                      <a:txBody>
                        <a:bodyPr/>
                        <a:lstStyle/>
                        <a:p>
                          <a:r>
                            <a:rPr lang="en-IN" sz="1600" dirty="0"/>
                            <a:t>0.14</a:t>
                          </a:r>
                        </a:p>
                      </a:txBody>
                      <a:tcPr marL="80645" marR="80645" marT="40322" marB="40322"/>
                    </a:tc>
                    <a:extLst>
                      <a:ext uri="{0D108BD9-81ED-4DB2-BD59-A6C34878D82A}">
                        <a16:rowId xmlns:a16="http://schemas.microsoft.com/office/drawing/2014/main" val="57690313"/>
                      </a:ext>
                    </a:extLst>
                  </a:tr>
                  <a:tr h="564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solidFill>
                                <a:schemeClr val="tx1"/>
                              </a:solidFill>
                            </a:rPr>
                            <a:t>Prior </a:t>
                          </a:r>
                          <a:r>
                            <a:rPr lang="en-IN" sz="1600" b="1" dirty="0">
                              <a:solidFill>
                                <a:schemeClr val="tx1"/>
                              </a:solidFill>
                            </a:rPr>
                            <a:t>+ </a:t>
                          </a:r>
                          <a14:m>
                            <m:oMath xmlns:m="http://schemas.openxmlformats.org/officeDocument/2006/math">
                              <m:r>
                                <a:rPr lang="en-IN" sz="1600" b="1" smtClean="0">
                                  <a:solidFill>
                                    <a:schemeClr val="tx1"/>
                                  </a:solidFill>
                                  <a:latin typeface="Cambria Math" panose="02040503050406030204" pitchFamily="18" charset="0"/>
                                </a:rPr>
                                <m:t>𝝎</m:t>
                              </m:r>
                              <m:r>
                                <a:rPr lang="en-IN" sz="1600" b="1" smtClean="0">
                                  <a:solidFill>
                                    <a:schemeClr val="tx1"/>
                                  </a:solidFill>
                                  <a:latin typeface="Cambria Math" panose="02040503050406030204" pitchFamily="18" charset="0"/>
                                </a:rPr>
                                <m:t>=0.5</m:t>
                              </m:r>
                            </m:oMath>
                          </a14:m>
                          <a:r>
                            <a:rPr lang="en-IN" sz="1600" dirty="0">
                              <a:solidFill>
                                <a:schemeClr val="tx1"/>
                              </a:solidFill>
                            </a:rPr>
                            <a:t> </a:t>
                          </a:r>
                        </a:p>
                        <a:p>
                          <a:endParaRPr lang="en-IN" sz="1600" dirty="0">
                            <a:solidFill>
                              <a:schemeClr val="tx1"/>
                            </a:solidFill>
                          </a:endParaRPr>
                        </a:p>
                      </a:txBody>
                      <a:tcPr marL="80645" marR="80645" marT="40322" marB="40322"/>
                    </a:tc>
                    <a:tc>
                      <a:txBody>
                        <a:bodyPr/>
                        <a:lstStyle/>
                        <a:p>
                          <a:r>
                            <a:rPr lang="en-IN" sz="1600" dirty="0"/>
                            <a:t>0.45</a:t>
                          </a:r>
                        </a:p>
                      </a:txBody>
                      <a:tcPr marL="80645" marR="80645" marT="40322" marB="40322"/>
                    </a:tc>
                    <a:tc>
                      <a:txBody>
                        <a:bodyPr/>
                        <a:lstStyle/>
                        <a:p>
                          <a:r>
                            <a:rPr lang="en-IN" sz="1600" b="1" dirty="0">
                              <a:solidFill>
                                <a:schemeClr val="tx1"/>
                              </a:solidFill>
                            </a:rPr>
                            <a:t>0.40</a:t>
                          </a:r>
                        </a:p>
                      </a:txBody>
                      <a:tcPr marL="80645" marR="80645" marT="40322" marB="40322"/>
                    </a:tc>
                    <a:tc>
                      <a:txBody>
                        <a:bodyPr/>
                        <a:lstStyle/>
                        <a:p>
                          <a:r>
                            <a:rPr lang="en-IN" sz="1600" dirty="0"/>
                            <a:t>0.23</a:t>
                          </a:r>
                        </a:p>
                      </a:txBody>
                      <a:tcPr marL="80645" marR="80645" marT="40322" marB="40322"/>
                    </a:tc>
                    <a:tc>
                      <a:txBody>
                        <a:bodyPr/>
                        <a:lstStyle/>
                        <a:p>
                          <a:r>
                            <a:rPr lang="en-IN" sz="1600" b="0" dirty="0"/>
                            <a:t>0.17</a:t>
                          </a:r>
                        </a:p>
                      </a:txBody>
                      <a:tcPr marL="80645" marR="80645" marT="40322" marB="40322"/>
                    </a:tc>
                    <a:extLst>
                      <a:ext uri="{0D108BD9-81ED-4DB2-BD59-A6C34878D82A}">
                        <a16:rowId xmlns:a16="http://schemas.microsoft.com/office/drawing/2014/main" val="346943386"/>
                      </a:ext>
                    </a:extLst>
                  </a:tr>
                </a:tbl>
              </a:graphicData>
            </a:graphic>
          </p:graphicFrame>
        </mc:Choice>
        <mc:Fallback>
          <p:graphicFrame>
            <p:nvGraphicFramePr>
              <p:cNvPr id="11" name="Table 10">
                <a:extLst>
                  <a:ext uri="{FF2B5EF4-FFF2-40B4-BE49-F238E27FC236}">
                    <a16:creationId xmlns:a16="http://schemas.microsoft.com/office/drawing/2014/main" id="{D7BF5092-A66C-7CEC-AF65-CCC69277336B}"/>
                  </a:ext>
                </a:extLst>
              </p:cNvPr>
              <p:cNvGraphicFramePr>
                <a:graphicFrameLocks noGrp="1"/>
              </p:cNvGraphicFramePr>
              <p:nvPr>
                <p:extLst>
                  <p:ext uri="{D42A27DB-BD31-4B8C-83A1-F6EECF244321}">
                    <p14:modId xmlns:p14="http://schemas.microsoft.com/office/powerpoint/2010/main" val="1976043281"/>
                  </p:ext>
                </p:extLst>
              </p:nvPr>
            </p:nvGraphicFramePr>
            <p:xfrm>
              <a:off x="2250842" y="1690688"/>
              <a:ext cx="4591515" cy="2117831"/>
            </p:xfrm>
            <a:graphic>
              <a:graphicData uri="http://schemas.openxmlformats.org/drawingml/2006/table">
                <a:tbl>
                  <a:tblPr firstRow="1" bandRow="1">
                    <a:tableStyleId>{3C2FFA5D-87B4-456A-9821-1D502468CF0F}</a:tableStyleId>
                  </a:tblPr>
                  <a:tblGrid>
                    <a:gridCol w="1541013">
                      <a:extLst>
                        <a:ext uri="{9D8B030D-6E8A-4147-A177-3AD203B41FA5}">
                          <a16:colId xmlns:a16="http://schemas.microsoft.com/office/drawing/2014/main" val="2127410405"/>
                        </a:ext>
                      </a:extLst>
                    </a:gridCol>
                    <a:gridCol w="591607">
                      <a:extLst>
                        <a:ext uri="{9D8B030D-6E8A-4147-A177-3AD203B41FA5}">
                          <a16:colId xmlns:a16="http://schemas.microsoft.com/office/drawing/2014/main" val="2299462815"/>
                        </a:ext>
                      </a:extLst>
                    </a:gridCol>
                    <a:gridCol w="747839">
                      <a:extLst>
                        <a:ext uri="{9D8B030D-6E8A-4147-A177-3AD203B41FA5}">
                          <a16:colId xmlns:a16="http://schemas.microsoft.com/office/drawing/2014/main" val="3095309156"/>
                        </a:ext>
                      </a:extLst>
                    </a:gridCol>
                    <a:gridCol w="935236">
                      <a:extLst>
                        <a:ext uri="{9D8B030D-6E8A-4147-A177-3AD203B41FA5}">
                          <a16:colId xmlns:a16="http://schemas.microsoft.com/office/drawing/2014/main" val="1737797987"/>
                        </a:ext>
                      </a:extLst>
                    </a:gridCol>
                    <a:gridCol w="775820">
                      <a:extLst>
                        <a:ext uri="{9D8B030D-6E8A-4147-A177-3AD203B41FA5}">
                          <a16:colId xmlns:a16="http://schemas.microsoft.com/office/drawing/2014/main" val="2147715828"/>
                        </a:ext>
                      </a:extLst>
                    </a:gridCol>
                  </a:tblGrid>
                  <a:tr h="327061">
                    <a:tc>
                      <a:txBody>
                        <a:bodyPr/>
                        <a:lstStyle/>
                        <a:p>
                          <a:r>
                            <a:rPr lang="en-IN" sz="1600" dirty="0"/>
                            <a:t>Condition</a:t>
                          </a:r>
                        </a:p>
                      </a:txBody>
                      <a:tcPr marL="80645" marR="80645" marT="40322" marB="40322"/>
                    </a:tc>
                    <a:tc>
                      <a:txBody>
                        <a:bodyPr/>
                        <a:lstStyle/>
                        <a:p>
                          <a:r>
                            <a:rPr lang="en-IN" sz="1600" dirty="0"/>
                            <a:t>Hip</a:t>
                          </a:r>
                        </a:p>
                      </a:txBody>
                      <a:tcPr marL="80645" marR="80645" marT="40322" marB="40322"/>
                    </a:tc>
                    <a:tc>
                      <a:txBody>
                        <a:bodyPr/>
                        <a:lstStyle/>
                        <a:p>
                          <a:r>
                            <a:rPr lang="en-IN" sz="1600" dirty="0"/>
                            <a:t>Knee</a:t>
                          </a:r>
                        </a:p>
                      </a:txBody>
                      <a:tcPr marL="80645" marR="80645" marT="40322" marB="40322"/>
                    </a:tc>
                    <a:tc>
                      <a:txBody>
                        <a:bodyPr/>
                        <a:lstStyle/>
                        <a:p>
                          <a:r>
                            <a:rPr lang="en-IN" sz="1600" dirty="0"/>
                            <a:t>Ankle</a:t>
                          </a:r>
                        </a:p>
                      </a:txBody>
                      <a:tcPr marL="80645" marR="80645" marT="40322" marB="40322"/>
                    </a:tc>
                    <a:tc>
                      <a:txBody>
                        <a:bodyPr/>
                        <a:lstStyle/>
                        <a:p>
                          <a:r>
                            <a:rPr lang="en-IN" sz="1600" dirty="0"/>
                            <a:t>GRF</a:t>
                          </a:r>
                        </a:p>
                      </a:txBody>
                      <a:tcPr marL="80645" marR="80645" marT="40322" marB="40322"/>
                    </a:tc>
                    <a:extLst>
                      <a:ext uri="{0D108BD9-81ED-4DB2-BD59-A6C34878D82A}">
                        <a16:rowId xmlns:a16="http://schemas.microsoft.com/office/drawing/2014/main" val="1803787240"/>
                      </a:ext>
                    </a:extLst>
                  </a:tr>
                  <a:tr h="327061">
                    <a:tc>
                      <a:txBody>
                        <a:bodyPr/>
                        <a:lstStyle/>
                        <a:p>
                          <a:r>
                            <a:rPr lang="en-IN" sz="1600" dirty="0"/>
                            <a:t>MPO</a:t>
                          </a:r>
                        </a:p>
                      </a:txBody>
                      <a:tcPr marL="80645" marR="80645" marT="40322" marB="40322"/>
                    </a:tc>
                    <a:tc>
                      <a:txBody>
                        <a:bodyPr/>
                        <a:lstStyle/>
                        <a:p>
                          <a:r>
                            <a:rPr lang="en-IN" sz="1600" b="1" dirty="0">
                              <a:solidFill>
                                <a:schemeClr val="tx1"/>
                              </a:solidFill>
                            </a:rPr>
                            <a:t>0.50</a:t>
                          </a:r>
                        </a:p>
                      </a:txBody>
                      <a:tcPr marL="80645" marR="80645" marT="40322" marB="40322"/>
                    </a:tc>
                    <a:tc>
                      <a:txBody>
                        <a:bodyPr/>
                        <a:lstStyle/>
                        <a:p>
                          <a:r>
                            <a:rPr lang="en-IN" sz="1600" dirty="0"/>
                            <a:t>0.29</a:t>
                          </a:r>
                        </a:p>
                      </a:txBody>
                      <a:tcPr marL="80645" marR="80645" marT="40322" marB="40322"/>
                    </a:tc>
                    <a:tc>
                      <a:txBody>
                        <a:bodyPr/>
                        <a:lstStyle/>
                        <a:p>
                          <a:r>
                            <a:rPr lang="en-IN" sz="1600" dirty="0"/>
                            <a:t>0.17</a:t>
                          </a:r>
                        </a:p>
                      </a:txBody>
                      <a:tcPr marL="80645" marR="80645" marT="40322" marB="40322"/>
                    </a:tc>
                    <a:tc>
                      <a:txBody>
                        <a:bodyPr/>
                        <a:lstStyle/>
                        <a:p>
                          <a:r>
                            <a:rPr lang="en-IN" sz="1600" dirty="0"/>
                            <a:t>0.16</a:t>
                          </a:r>
                        </a:p>
                      </a:txBody>
                      <a:tcPr marL="80645" marR="80645" marT="40322" marB="40322"/>
                    </a:tc>
                    <a:extLst>
                      <a:ext uri="{0D108BD9-81ED-4DB2-BD59-A6C34878D82A}">
                        <a16:rowId xmlns:a16="http://schemas.microsoft.com/office/drawing/2014/main" val="325083919"/>
                      </a:ext>
                    </a:extLst>
                  </a:tr>
                  <a:tr h="327061">
                    <a:tc>
                      <a:txBody>
                        <a:bodyPr/>
                        <a:lstStyle/>
                        <a:p>
                          <a:r>
                            <a:rPr lang="en-IN" sz="1600" dirty="0"/>
                            <a:t>DEP+MPO</a:t>
                          </a:r>
                        </a:p>
                      </a:txBody>
                      <a:tcPr marL="80645" marR="80645" marT="40322" marB="40322"/>
                    </a:tc>
                    <a:tc>
                      <a:txBody>
                        <a:bodyPr/>
                        <a:lstStyle/>
                        <a:p>
                          <a:r>
                            <a:rPr lang="en-IN" sz="1600" dirty="0"/>
                            <a:t>0.27</a:t>
                          </a:r>
                        </a:p>
                      </a:txBody>
                      <a:tcPr marL="80645" marR="80645" marT="40322" marB="40322"/>
                    </a:tc>
                    <a:tc>
                      <a:txBody>
                        <a:bodyPr/>
                        <a:lstStyle/>
                        <a:p>
                          <a:r>
                            <a:rPr lang="en-IN" sz="1600" dirty="0"/>
                            <a:t>0.28</a:t>
                          </a:r>
                        </a:p>
                      </a:txBody>
                      <a:tcPr marL="80645" marR="80645" marT="40322" marB="40322"/>
                    </a:tc>
                    <a:tc>
                      <a:txBody>
                        <a:bodyPr/>
                        <a:lstStyle/>
                        <a:p>
                          <a:r>
                            <a:rPr lang="en-IN" sz="1600" dirty="0"/>
                            <a:t>0.15</a:t>
                          </a:r>
                        </a:p>
                      </a:txBody>
                      <a:tcPr marL="80645" marR="80645" marT="40322" marB="40322"/>
                    </a:tc>
                    <a:tc>
                      <a:txBody>
                        <a:bodyPr/>
                        <a:lstStyle/>
                        <a:p>
                          <a:r>
                            <a:rPr lang="en-IN" sz="1600" b="1" dirty="0"/>
                            <a:t>0.25</a:t>
                          </a:r>
                        </a:p>
                      </a:txBody>
                      <a:tcPr marL="80645" marR="80645" marT="40322" marB="40322"/>
                    </a:tc>
                    <a:extLst>
                      <a:ext uri="{0D108BD9-81ED-4DB2-BD59-A6C34878D82A}">
                        <a16:rowId xmlns:a16="http://schemas.microsoft.com/office/drawing/2014/main" val="2097684449"/>
                      </a:ext>
                    </a:extLst>
                  </a:tr>
                  <a:tr h="568324">
                    <a:tc>
                      <a:txBody>
                        <a:bodyPr/>
                        <a:lstStyle/>
                        <a:p>
                          <a:endParaRPr lang="en-US"/>
                        </a:p>
                      </a:txBody>
                      <a:tcPr marL="80645" marR="80645" marT="40322" marB="40322">
                        <a:blipFill>
                          <a:blip r:embed="rId8"/>
                          <a:stretch>
                            <a:fillRect l="-395" t="-175532" r="-199209" b="-101064"/>
                          </a:stretch>
                        </a:blipFill>
                      </a:tcPr>
                    </a:tc>
                    <a:tc>
                      <a:txBody>
                        <a:bodyPr/>
                        <a:lstStyle/>
                        <a:p>
                          <a:r>
                            <a:rPr lang="en-IN" sz="1600" dirty="0"/>
                            <a:t>0.46</a:t>
                          </a:r>
                        </a:p>
                      </a:txBody>
                      <a:tcPr marL="80645" marR="80645" marT="40322" marB="40322"/>
                    </a:tc>
                    <a:tc>
                      <a:txBody>
                        <a:bodyPr/>
                        <a:lstStyle/>
                        <a:p>
                          <a:r>
                            <a:rPr lang="en-IN" sz="1600" dirty="0"/>
                            <a:t>0.28</a:t>
                          </a:r>
                        </a:p>
                      </a:txBody>
                      <a:tcPr marL="80645" marR="80645" marT="40322" marB="40322"/>
                    </a:tc>
                    <a:tc>
                      <a:txBody>
                        <a:bodyPr/>
                        <a:lstStyle/>
                        <a:p>
                          <a:r>
                            <a:rPr lang="en-IN" sz="1600" b="1" dirty="0">
                              <a:solidFill>
                                <a:schemeClr val="tx1"/>
                              </a:solidFill>
                            </a:rPr>
                            <a:t>0.57</a:t>
                          </a:r>
                        </a:p>
                      </a:txBody>
                      <a:tcPr marL="80645" marR="80645" marT="40322" marB="40322"/>
                    </a:tc>
                    <a:tc>
                      <a:txBody>
                        <a:bodyPr/>
                        <a:lstStyle/>
                        <a:p>
                          <a:r>
                            <a:rPr lang="en-IN" sz="1600" dirty="0"/>
                            <a:t>0.14</a:t>
                          </a:r>
                        </a:p>
                      </a:txBody>
                      <a:tcPr marL="80645" marR="80645" marT="40322" marB="40322"/>
                    </a:tc>
                    <a:extLst>
                      <a:ext uri="{0D108BD9-81ED-4DB2-BD59-A6C34878D82A}">
                        <a16:rowId xmlns:a16="http://schemas.microsoft.com/office/drawing/2014/main" val="57690313"/>
                      </a:ext>
                    </a:extLst>
                  </a:tr>
                  <a:tr h="568324">
                    <a:tc>
                      <a:txBody>
                        <a:bodyPr/>
                        <a:lstStyle/>
                        <a:p>
                          <a:endParaRPr lang="en-US"/>
                        </a:p>
                      </a:txBody>
                      <a:tcPr marL="80645" marR="80645" marT="40322" marB="40322">
                        <a:blipFill>
                          <a:blip r:embed="rId8"/>
                          <a:stretch>
                            <a:fillRect l="-395" t="-278495" r="-199209" b="-2151"/>
                          </a:stretch>
                        </a:blipFill>
                      </a:tcPr>
                    </a:tc>
                    <a:tc>
                      <a:txBody>
                        <a:bodyPr/>
                        <a:lstStyle/>
                        <a:p>
                          <a:r>
                            <a:rPr lang="en-IN" sz="1600" dirty="0"/>
                            <a:t>0.45</a:t>
                          </a:r>
                        </a:p>
                      </a:txBody>
                      <a:tcPr marL="80645" marR="80645" marT="40322" marB="40322"/>
                    </a:tc>
                    <a:tc>
                      <a:txBody>
                        <a:bodyPr/>
                        <a:lstStyle/>
                        <a:p>
                          <a:r>
                            <a:rPr lang="en-IN" sz="1600" b="1" dirty="0">
                              <a:solidFill>
                                <a:schemeClr val="tx1"/>
                              </a:solidFill>
                            </a:rPr>
                            <a:t>0.40</a:t>
                          </a:r>
                        </a:p>
                      </a:txBody>
                      <a:tcPr marL="80645" marR="80645" marT="40322" marB="40322"/>
                    </a:tc>
                    <a:tc>
                      <a:txBody>
                        <a:bodyPr/>
                        <a:lstStyle/>
                        <a:p>
                          <a:r>
                            <a:rPr lang="en-IN" sz="1600" dirty="0"/>
                            <a:t>0.23</a:t>
                          </a:r>
                        </a:p>
                      </a:txBody>
                      <a:tcPr marL="80645" marR="80645" marT="40322" marB="40322"/>
                    </a:tc>
                    <a:tc>
                      <a:txBody>
                        <a:bodyPr/>
                        <a:lstStyle/>
                        <a:p>
                          <a:r>
                            <a:rPr lang="en-IN" sz="1600" b="0" dirty="0"/>
                            <a:t>0.17</a:t>
                          </a:r>
                        </a:p>
                      </a:txBody>
                      <a:tcPr marL="80645" marR="80645" marT="40322" marB="40322"/>
                    </a:tc>
                    <a:extLst>
                      <a:ext uri="{0D108BD9-81ED-4DB2-BD59-A6C34878D82A}">
                        <a16:rowId xmlns:a16="http://schemas.microsoft.com/office/drawing/2014/main" val="34694338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5E0205EF-A58A-10A2-C87C-6ED78CD7326D}"/>
                  </a:ext>
                </a:extLst>
              </p:cNvPr>
              <p:cNvGraphicFramePr>
                <a:graphicFrameLocks noGrp="1"/>
              </p:cNvGraphicFramePr>
              <p:nvPr>
                <p:extLst>
                  <p:ext uri="{D42A27DB-BD31-4B8C-83A1-F6EECF244321}">
                    <p14:modId xmlns:p14="http://schemas.microsoft.com/office/powerpoint/2010/main" val="2689209199"/>
                  </p:ext>
                </p:extLst>
              </p:nvPr>
            </p:nvGraphicFramePr>
            <p:xfrm>
              <a:off x="2222980" y="4261941"/>
              <a:ext cx="4580214" cy="2444890"/>
            </p:xfrm>
            <a:graphic>
              <a:graphicData uri="http://schemas.openxmlformats.org/drawingml/2006/table">
                <a:tbl>
                  <a:tblPr firstRow="1" bandRow="1">
                    <a:tableStyleId>{3C2FFA5D-87B4-456A-9821-1D502468CF0F}</a:tableStyleId>
                  </a:tblPr>
                  <a:tblGrid>
                    <a:gridCol w="1537220">
                      <a:extLst>
                        <a:ext uri="{9D8B030D-6E8A-4147-A177-3AD203B41FA5}">
                          <a16:colId xmlns:a16="http://schemas.microsoft.com/office/drawing/2014/main" val="2127410405"/>
                        </a:ext>
                      </a:extLst>
                    </a:gridCol>
                    <a:gridCol w="590151">
                      <a:extLst>
                        <a:ext uri="{9D8B030D-6E8A-4147-A177-3AD203B41FA5}">
                          <a16:colId xmlns:a16="http://schemas.microsoft.com/office/drawing/2014/main" val="2299462815"/>
                        </a:ext>
                      </a:extLst>
                    </a:gridCol>
                    <a:gridCol w="745998">
                      <a:extLst>
                        <a:ext uri="{9D8B030D-6E8A-4147-A177-3AD203B41FA5}">
                          <a16:colId xmlns:a16="http://schemas.microsoft.com/office/drawing/2014/main" val="3095309156"/>
                        </a:ext>
                      </a:extLst>
                    </a:gridCol>
                    <a:gridCol w="932933">
                      <a:extLst>
                        <a:ext uri="{9D8B030D-6E8A-4147-A177-3AD203B41FA5}">
                          <a16:colId xmlns:a16="http://schemas.microsoft.com/office/drawing/2014/main" val="1737797987"/>
                        </a:ext>
                      </a:extLst>
                    </a:gridCol>
                    <a:gridCol w="773912">
                      <a:extLst>
                        <a:ext uri="{9D8B030D-6E8A-4147-A177-3AD203B41FA5}">
                          <a16:colId xmlns:a16="http://schemas.microsoft.com/office/drawing/2014/main" val="2147715828"/>
                        </a:ext>
                      </a:extLst>
                    </a:gridCol>
                  </a:tblGrid>
                  <a:tr h="326256">
                    <a:tc>
                      <a:txBody>
                        <a:bodyPr/>
                        <a:lstStyle/>
                        <a:p>
                          <a:r>
                            <a:rPr lang="en-IN" sz="1600" dirty="0"/>
                            <a:t>Condition</a:t>
                          </a:r>
                        </a:p>
                      </a:txBody>
                      <a:tcPr marL="80447" marR="80447" marT="40223" marB="40223"/>
                    </a:tc>
                    <a:tc>
                      <a:txBody>
                        <a:bodyPr/>
                        <a:lstStyle/>
                        <a:p>
                          <a:r>
                            <a:rPr lang="en-IN" sz="1600" dirty="0"/>
                            <a:t>Hip</a:t>
                          </a:r>
                        </a:p>
                      </a:txBody>
                      <a:tcPr marL="80447" marR="80447" marT="40223" marB="40223"/>
                    </a:tc>
                    <a:tc>
                      <a:txBody>
                        <a:bodyPr/>
                        <a:lstStyle/>
                        <a:p>
                          <a:r>
                            <a:rPr lang="en-IN" sz="1600" dirty="0"/>
                            <a:t>Knee</a:t>
                          </a:r>
                        </a:p>
                      </a:txBody>
                      <a:tcPr marL="80447" marR="80447" marT="40223" marB="40223"/>
                    </a:tc>
                    <a:tc>
                      <a:txBody>
                        <a:bodyPr/>
                        <a:lstStyle/>
                        <a:p>
                          <a:r>
                            <a:rPr lang="en-IN" sz="1600" dirty="0"/>
                            <a:t>Ankle</a:t>
                          </a:r>
                        </a:p>
                      </a:txBody>
                      <a:tcPr marL="80447" marR="80447" marT="40223" marB="40223"/>
                    </a:tc>
                    <a:tc>
                      <a:txBody>
                        <a:bodyPr/>
                        <a:lstStyle/>
                        <a:p>
                          <a:r>
                            <a:rPr lang="en-IN" sz="1600" dirty="0"/>
                            <a:t>GRF</a:t>
                          </a:r>
                        </a:p>
                      </a:txBody>
                      <a:tcPr marL="80447" marR="80447" marT="40223" marB="40223"/>
                    </a:tc>
                    <a:extLst>
                      <a:ext uri="{0D108BD9-81ED-4DB2-BD59-A6C34878D82A}">
                        <a16:rowId xmlns:a16="http://schemas.microsoft.com/office/drawing/2014/main" val="1803787240"/>
                      </a:ext>
                    </a:extLst>
                  </a:tr>
                  <a:tr h="326256">
                    <a:tc>
                      <a:txBody>
                        <a:bodyPr/>
                        <a:lstStyle/>
                        <a:p>
                          <a:r>
                            <a:rPr lang="en-IN" sz="1600" dirty="0"/>
                            <a:t>MPO</a:t>
                          </a:r>
                        </a:p>
                      </a:txBody>
                      <a:tcPr marL="80447" marR="80447" marT="40223" marB="40223"/>
                    </a:tc>
                    <a:tc>
                      <a:txBody>
                        <a:bodyPr/>
                        <a:lstStyle/>
                        <a:p>
                          <a:r>
                            <a:rPr lang="en-IN" sz="1600" dirty="0"/>
                            <a:t>0.28</a:t>
                          </a:r>
                        </a:p>
                      </a:txBody>
                      <a:tcPr marL="80447" marR="80447" marT="40223" marB="40223"/>
                    </a:tc>
                    <a:tc>
                      <a:txBody>
                        <a:bodyPr/>
                        <a:lstStyle/>
                        <a:p>
                          <a:r>
                            <a:rPr lang="en-IN" sz="1600" dirty="0"/>
                            <a:t>0.39</a:t>
                          </a:r>
                        </a:p>
                      </a:txBody>
                      <a:tcPr marL="80447" marR="80447" marT="40223" marB="40223"/>
                    </a:tc>
                    <a:tc>
                      <a:txBody>
                        <a:bodyPr/>
                        <a:lstStyle/>
                        <a:p>
                          <a:r>
                            <a:rPr lang="en-IN" sz="1600" dirty="0"/>
                            <a:t>0.21</a:t>
                          </a:r>
                        </a:p>
                      </a:txBody>
                      <a:tcPr marL="80447" marR="80447" marT="40223" marB="40223"/>
                    </a:tc>
                    <a:tc>
                      <a:txBody>
                        <a:bodyPr/>
                        <a:lstStyle/>
                        <a:p>
                          <a:r>
                            <a:rPr lang="en-IN" sz="1600" dirty="0"/>
                            <a:t>0.11</a:t>
                          </a:r>
                        </a:p>
                      </a:txBody>
                      <a:tcPr marL="80447" marR="80447" marT="40223" marB="40223"/>
                    </a:tc>
                    <a:extLst>
                      <a:ext uri="{0D108BD9-81ED-4DB2-BD59-A6C34878D82A}">
                        <a16:rowId xmlns:a16="http://schemas.microsoft.com/office/drawing/2014/main" val="325083919"/>
                      </a:ext>
                    </a:extLst>
                  </a:tr>
                  <a:tr h="326256">
                    <a:tc>
                      <a:txBody>
                        <a:bodyPr/>
                        <a:lstStyle/>
                        <a:p>
                          <a:r>
                            <a:rPr lang="en-IN" sz="1600" dirty="0"/>
                            <a:t>DEP+MPO</a:t>
                          </a:r>
                        </a:p>
                      </a:txBody>
                      <a:tcPr marL="80447" marR="80447" marT="40223" marB="40223"/>
                    </a:tc>
                    <a:tc>
                      <a:txBody>
                        <a:bodyPr/>
                        <a:lstStyle/>
                        <a:p>
                          <a:r>
                            <a:rPr lang="en-IN" sz="1600" dirty="0"/>
                            <a:t>0.31</a:t>
                          </a:r>
                        </a:p>
                      </a:txBody>
                      <a:tcPr marL="80447" marR="80447" marT="40223" marB="40223"/>
                    </a:tc>
                    <a:tc>
                      <a:txBody>
                        <a:bodyPr/>
                        <a:lstStyle/>
                        <a:p>
                          <a:r>
                            <a:rPr lang="en-IN" sz="1600" dirty="0"/>
                            <a:t>0.43</a:t>
                          </a:r>
                        </a:p>
                      </a:txBody>
                      <a:tcPr marL="80447" marR="80447" marT="40223" marB="40223"/>
                    </a:tc>
                    <a:tc>
                      <a:txBody>
                        <a:bodyPr/>
                        <a:lstStyle/>
                        <a:p>
                          <a:r>
                            <a:rPr lang="en-IN" sz="1600" dirty="0"/>
                            <a:t>0.11</a:t>
                          </a:r>
                        </a:p>
                      </a:txBody>
                      <a:tcPr marL="80447" marR="80447" marT="40223" marB="40223"/>
                    </a:tc>
                    <a:tc>
                      <a:txBody>
                        <a:bodyPr/>
                        <a:lstStyle/>
                        <a:p>
                          <a:r>
                            <a:rPr lang="en-IN" sz="1600" b="1" dirty="0"/>
                            <a:t>0.28</a:t>
                          </a:r>
                        </a:p>
                      </a:txBody>
                      <a:tcPr marL="80447" marR="80447" marT="40223" marB="40223"/>
                    </a:tc>
                    <a:extLst>
                      <a:ext uri="{0D108BD9-81ED-4DB2-BD59-A6C34878D82A}">
                        <a16:rowId xmlns:a16="http://schemas.microsoft.com/office/drawing/2014/main" val="2097684449"/>
                      </a:ext>
                    </a:extLst>
                  </a:tr>
                  <a:tr h="326256">
                    <a:tc>
                      <a:txBody>
                        <a:bodyPr/>
                        <a:lstStyle/>
                        <a:p>
                          <a:r>
                            <a:rPr lang="en-IN" sz="1600" dirty="0">
                              <a:solidFill>
                                <a:schemeClr val="tx1"/>
                              </a:solidFill>
                            </a:rPr>
                            <a:t>Prior </a:t>
                          </a:r>
                          <a:r>
                            <a:rPr lang="en-IN" sz="1600" b="1" dirty="0">
                              <a:solidFill>
                                <a:schemeClr val="tx1"/>
                              </a:solidFill>
                            </a:rPr>
                            <a:t>+ </a:t>
                          </a:r>
                          <a14:m>
                            <m:oMath xmlns:m="http://schemas.openxmlformats.org/officeDocument/2006/math">
                              <m:r>
                                <a:rPr lang="en-IN" sz="1600" b="1" smtClean="0">
                                  <a:solidFill>
                                    <a:schemeClr val="tx1"/>
                                  </a:solidFill>
                                  <a:latin typeface="Cambria Math" panose="02040503050406030204" pitchFamily="18" charset="0"/>
                                </a:rPr>
                                <m:t>𝝎</m:t>
                              </m:r>
                              <m:r>
                                <a:rPr lang="en-IN" sz="1600" b="1" smtClean="0">
                                  <a:solidFill>
                                    <a:schemeClr val="tx1"/>
                                  </a:solidFill>
                                  <a:latin typeface="Cambria Math" panose="02040503050406030204" pitchFamily="18" charset="0"/>
                                </a:rPr>
                                <m:t>=0</m:t>
                              </m:r>
                            </m:oMath>
                          </a14:m>
                          <a:r>
                            <a:rPr lang="en-IN" sz="1600" dirty="0">
                              <a:solidFill>
                                <a:schemeClr val="tx1"/>
                              </a:solidFill>
                            </a:rPr>
                            <a:t> </a:t>
                          </a:r>
                        </a:p>
                      </a:txBody>
                      <a:tcPr marL="80447" marR="80447" marT="40223" marB="40223"/>
                    </a:tc>
                    <a:tc>
                      <a:txBody>
                        <a:bodyPr/>
                        <a:lstStyle/>
                        <a:p>
                          <a:r>
                            <a:rPr lang="en-IN" sz="1600" dirty="0"/>
                            <a:t>0.36</a:t>
                          </a:r>
                        </a:p>
                      </a:txBody>
                      <a:tcPr marL="80447" marR="80447" marT="40223" marB="40223"/>
                    </a:tc>
                    <a:tc>
                      <a:txBody>
                        <a:bodyPr/>
                        <a:lstStyle/>
                        <a:p>
                          <a:r>
                            <a:rPr lang="en-IN" sz="1600" dirty="0"/>
                            <a:t>0.30</a:t>
                          </a:r>
                        </a:p>
                      </a:txBody>
                      <a:tcPr marL="80447" marR="80447" marT="40223" marB="40223"/>
                    </a:tc>
                    <a:tc>
                      <a:txBody>
                        <a:bodyPr/>
                        <a:lstStyle/>
                        <a:p>
                          <a:r>
                            <a:rPr lang="en-IN" sz="1600" dirty="0"/>
                            <a:t>0.44</a:t>
                          </a:r>
                        </a:p>
                      </a:txBody>
                      <a:tcPr marL="80447" marR="80447" marT="40223" marB="40223"/>
                    </a:tc>
                    <a:tc>
                      <a:txBody>
                        <a:bodyPr/>
                        <a:lstStyle/>
                        <a:p>
                          <a:r>
                            <a:rPr lang="en-IN" sz="1600" dirty="0"/>
                            <a:t>0.13</a:t>
                          </a:r>
                        </a:p>
                      </a:txBody>
                      <a:tcPr marL="80447" marR="80447" marT="40223" marB="40223"/>
                    </a:tc>
                    <a:extLst>
                      <a:ext uri="{0D108BD9-81ED-4DB2-BD59-A6C34878D82A}">
                        <a16:rowId xmlns:a16="http://schemas.microsoft.com/office/drawing/2014/main" val="2002679815"/>
                      </a:ext>
                    </a:extLst>
                  </a:tr>
                  <a:tr h="5699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solidFill>
                                <a:schemeClr val="tx1"/>
                              </a:solidFill>
                            </a:rPr>
                            <a:t>Prior </a:t>
                          </a:r>
                          <a:r>
                            <a:rPr lang="en-IN" sz="1600" b="1" dirty="0">
                              <a:solidFill>
                                <a:schemeClr val="tx1"/>
                              </a:solidFill>
                            </a:rPr>
                            <a:t>+ </a:t>
                          </a:r>
                          <a14:m>
                            <m:oMath xmlns:m="http://schemas.openxmlformats.org/officeDocument/2006/math">
                              <m:r>
                                <a:rPr lang="en-IN" sz="1600" b="1" smtClean="0">
                                  <a:solidFill>
                                    <a:schemeClr val="tx1"/>
                                  </a:solidFill>
                                  <a:latin typeface="Cambria Math" panose="02040503050406030204" pitchFamily="18" charset="0"/>
                                </a:rPr>
                                <m:t>𝝎</m:t>
                              </m:r>
                              <m:r>
                                <a:rPr lang="en-IN" sz="1600" b="1" smtClean="0">
                                  <a:solidFill>
                                    <a:schemeClr val="tx1"/>
                                  </a:solidFill>
                                  <a:latin typeface="Cambria Math" panose="02040503050406030204" pitchFamily="18" charset="0"/>
                                </a:rPr>
                                <m:t>=0.1</m:t>
                              </m:r>
                            </m:oMath>
                          </a14:m>
                          <a:r>
                            <a:rPr lang="en-IN" sz="1600" dirty="0">
                              <a:solidFill>
                                <a:schemeClr val="tx1"/>
                              </a:solidFill>
                            </a:rPr>
                            <a:t> </a:t>
                          </a:r>
                        </a:p>
                        <a:p>
                          <a:endParaRPr lang="en-IN" sz="1600" dirty="0">
                            <a:solidFill>
                              <a:schemeClr val="tx1"/>
                            </a:solidFill>
                          </a:endParaRPr>
                        </a:p>
                      </a:txBody>
                      <a:tcPr marL="80447" marR="80447" marT="40223" marB="40223"/>
                    </a:tc>
                    <a:tc>
                      <a:txBody>
                        <a:bodyPr/>
                        <a:lstStyle/>
                        <a:p>
                          <a:r>
                            <a:rPr lang="en-IN" sz="1600" b="1" dirty="0">
                              <a:solidFill>
                                <a:schemeClr val="tx1"/>
                              </a:solidFill>
                            </a:rPr>
                            <a:t>0.38</a:t>
                          </a:r>
                        </a:p>
                      </a:txBody>
                      <a:tcPr marL="80447" marR="80447" marT="40223" marB="40223"/>
                    </a:tc>
                    <a:tc>
                      <a:txBody>
                        <a:bodyPr/>
                        <a:lstStyle/>
                        <a:p>
                          <a:r>
                            <a:rPr lang="en-IN" sz="1600" dirty="0"/>
                            <a:t>0.29</a:t>
                          </a:r>
                        </a:p>
                      </a:txBody>
                      <a:tcPr marL="80447" marR="80447" marT="40223" marB="40223"/>
                    </a:tc>
                    <a:tc>
                      <a:txBody>
                        <a:bodyPr/>
                        <a:lstStyle/>
                        <a:p>
                          <a:r>
                            <a:rPr lang="en-IN" sz="1600" b="1" dirty="0">
                              <a:solidFill>
                                <a:schemeClr val="tx1"/>
                              </a:solidFill>
                            </a:rPr>
                            <a:t>0.68</a:t>
                          </a:r>
                        </a:p>
                      </a:txBody>
                      <a:tcPr marL="80447" marR="80447" marT="40223" marB="40223"/>
                    </a:tc>
                    <a:tc>
                      <a:txBody>
                        <a:bodyPr/>
                        <a:lstStyle/>
                        <a:p>
                          <a:r>
                            <a:rPr lang="en-IN" sz="1600" dirty="0"/>
                            <a:t>0.09</a:t>
                          </a:r>
                        </a:p>
                      </a:txBody>
                      <a:tcPr marL="80447" marR="80447" marT="40223" marB="40223"/>
                    </a:tc>
                    <a:extLst>
                      <a:ext uri="{0D108BD9-81ED-4DB2-BD59-A6C34878D82A}">
                        <a16:rowId xmlns:a16="http://schemas.microsoft.com/office/drawing/2014/main" val="57690313"/>
                      </a:ext>
                    </a:extLst>
                  </a:tr>
                  <a:tr h="5699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solidFill>
                                <a:schemeClr val="tx1"/>
                              </a:solidFill>
                            </a:rPr>
                            <a:t>Prior </a:t>
                          </a:r>
                          <a:r>
                            <a:rPr lang="en-IN" sz="1600" b="1" dirty="0">
                              <a:solidFill>
                                <a:schemeClr val="tx1"/>
                              </a:solidFill>
                            </a:rPr>
                            <a:t>+ </a:t>
                          </a:r>
                          <a14:m>
                            <m:oMath xmlns:m="http://schemas.openxmlformats.org/officeDocument/2006/math">
                              <m:r>
                                <a:rPr lang="en-IN" sz="1600" b="1" smtClean="0">
                                  <a:solidFill>
                                    <a:schemeClr val="tx1"/>
                                  </a:solidFill>
                                  <a:latin typeface="Cambria Math" panose="02040503050406030204" pitchFamily="18" charset="0"/>
                                </a:rPr>
                                <m:t>𝝎</m:t>
                              </m:r>
                              <m:r>
                                <a:rPr lang="en-IN" sz="1600" b="1" smtClean="0">
                                  <a:solidFill>
                                    <a:schemeClr val="tx1"/>
                                  </a:solidFill>
                                  <a:latin typeface="Cambria Math" panose="02040503050406030204" pitchFamily="18" charset="0"/>
                                </a:rPr>
                                <m:t>=0.5</m:t>
                              </m:r>
                            </m:oMath>
                          </a14:m>
                          <a:r>
                            <a:rPr lang="en-IN" sz="1600" dirty="0">
                              <a:solidFill>
                                <a:schemeClr val="tx1"/>
                              </a:solidFill>
                            </a:rPr>
                            <a:t> </a:t>
                          </a:r>
                        </a:p>
                        <a:p>
                          <a:endParaRPr lang="en-IN" sz="1600" dirty="0">
                            <a:solidFill>
                              <a:schemeClr val="tx1"/>
                            </a:solidFill>
                          </a:endParaRPr>
                        </a:p>
                      </a:txBody>
                      <a:tcPr marL="80447" marR="80447" marT="40223" marB="40223"/>
                    </a:tc>
                    <a:tc>
                      <a:txBody>
                        <a:bodyPr/>
                        <a:lstStyle/>
                        <a:p>
                          <a:r>
                            <a:rPr lang="en-IN" sz="1600" dirty="0"/>
                            <a:t>0.29</a:t>
                          </a:r>
                        </a:p>
                      </a:txBody>
                      <a:tcPr marL="80447" marR="80447" marT="40223" marB="40223"/>
                    </a:tc>
                    <a:tc>
                      <a:txBody>
                        <a:bodyPr/>
                        <a:lstStyle/>
                        <a:p>
                          <a:r>
                            <a:rPr lang="en-IN" sz="1600" b="1" dirty="0">
                              <a:solidFill>
                                <a:schemeClr val="tx1"/>
                              </a:solidFill>
                            </a:rPr>
                            <a:t>0.42</a:t>
                          </a:r>
                        </a:p>
                      </a:txBody>
                      <a:tcPr marL="80447" marR="80447" marT="40223" marB="40223"/>
                    </a:tc>
                    <a:tc>
                      <a:txBody>
                        <a:bodyPr/>
                        <a:lstStyle/>
                        <a:p>
                          <a:r>
                            <a:rPr lang="en-IN" sz="1600" dirty="0"/>
                            <a:t>0.29</a:t>
                          </a:r>
                        </a:p>
                      </a:txBody>
                      <a:tcPr marL="80447" marR="80447" marT="40223" marB="40223"/>
                    </a:tc>
                    <a:tc>
                      <a:txBody>
                        <a:bodyPr/>
                        <a:lstStyle/>
                        <a:p>
                          <a:r>
                            <a:rPr lang="en-IN" sz="1600" dirty="0"/>
                            <a:t>0.14</a:t>
                          </a:r>
                        </a:p>
                      </a:txBody>
                      <a:tcPr marL="80447" marR="80447" marT="40223" marB="40223"/>
                    </a:tc>
                    <a:extLst>
                      <a:ext uri="{0D108BD9-81ED-4DB2-BD59-A6C34878D82A}">
                        <a16:rowId xmlns:a16="http://schemas.microsoft.com/office/drawing/2014/main" val="346943386"/>
                      </a:ext>
                    </a:extLst>
                  </a:tr>
                </a:tbl>
              </a:graphicData>
            </a:graphic>
          </p:graphicFrame>
        </mc:Choice>
        <mc:Fallback xmlns="">
          <p:graphicFrame>
            <p:nvGraphicFramePr>
              <p:cNvPr id="13" name="Table 12">
                <a:extLst>
                  <a:ext uri="{FF2B5EF4-FFF2-40B4-BE49-F238E27FC236}">
                    <a16:creationId xmlns:a16="http://schemas.microsoft.com/office/drawing/2014/main" id="{5E0205EF-A58A-10A2-C87C-6ED78CD7326D}"/>
                  </a:ext>
                </a:extLst>
              </p:cNvPr>
              <p:cNvGraphicFramePr>
                <a:graphicFrameLocks noGrp="1"/>
              </p:cNvGraphicFramePr>
              <p:nvPr>
                <p:extLst>
                  <p:ext uri="{D42A27DB-BD31-4B8C-83A1-F6EECF244321}">
                    <p14:modId xmlns:p14="http://schemas.microsoft.com/office/powerpoint/2010/main" val="2689209199"/>
                  </p:ext>
                </p:extLst>
              </p:nvPr>
            </p:nvGraphicFramePr>
            <p:xfrm>
              <a:off x="2222980" y="4261941"/>
              <a:ext cx="4580214" cy="2444890"/>
            </p:xfrm>
            <a:graphic>
              <a:graphicData uri="http://schemas.openxmlformats.org/drawingml/2006/table">
                <a:tbl>
                  <a:tblPr firstRow="1" bandRow="1">
                    <a:tableStyleId>{3C2FFA5D-87B4-456A-9821-1D502468CF0F}</a:tableStyleId>
                  </a:tblPr>
                  <a:tblGrid>
                    <a:gridCol w="1537220">
                      <a:extLst>
                        <a:ext uri="{9D8B030D-6E8A-4147-A177-3AD203B41FA5}">
                          <a16:colId xmlns:a16="http://schemas.microsoft.com/office/drawing/2014/main" val="2127410405"/>
                        </a:ext>
                      </a:extLst>
                    </a:gridCol>
                    <a:gridCol w="590151">
                      <a:extLst>
                        <a:ext uri="{9D8B030D-6E8A-4147-A177-3AD203B41FA5}">
                          <a16:colId xmlns:a16="http://schemas.microsoft.com/office/drawing/2014/main" val="2299462815"/>
                        </a:ext>
                      </a:extLst>
                    </a:gridCol>
                    <a:gridCol w="745998">
                      <a:extLst>
                        <a:ext uri="{9D8B030D-6E8A-4147-A177-3AD203B41FA5}">
                          <a16:colId xmlns:a16="http://schemas.microsoft.com/office/drawing/2014/main" val="3095309156"/>
                        </a:ext>
                      </a:extLst>
                    </a:gridCol>
                    <a:gridCol w="932933">
                      <a:extLst>
                        <a:ext uri="{9D8B030D-6E8A-4147-A177-3AD203B41FA5}">
                          <a16:colId xmlns:a16="http://schemas.microsoft.com/office/drawing/2014/main" val="1737797987"/>
                        </a:ext>
                      </a:extLst>
                    </a:gridCol>
                    <a:gridCol w="773912">
                      <a:extLst>
                        <a:ext uri="{9D8B030D-6E8A-4147-A177-3AD203B41FA5}">
                          <a16:colId xmlns:a16="http://schemas.microsoft.com/office/drawing/2014/main" val="2147715828"/>
                        </a:ext>
                      </a:extLst>
                    </a:gridCol>
                  </a:tblGrid>
                  <a:tr h="326256">
                    <a:tc>
                      <a:txBody>
                        <a:bodyPr/>
                        <a:lstStyle/>
                        <a:p>
                          <a:r>
                            <a:rPr lang="en-IN" sz="1600" dirty="0"/>
                            <a:t>Condition</a:t>
                          </a:r>
                        </a:p>
                      </a:txBody>
                      <a:tcPr marL="80447" marR="80447" marT="40223" marB="40223"/>
                    </a:tc>
                    <a:tc>
                      <a:txBody>
                        <a:bodyPr/>
                        <a:lstStyle/>
                        <a:p>
                          <a:r>
                            <a:rPr lang="en-IN" sz="1600" dirty="0"/>
                            <a:t>Hip</a:t>
                          </a:r>
                        </a:p>
                      </a:txBody>
                      <a:tcPr marL="80447" marR="80447" marT="40223" marB="40223"/>
                    </a:tc>
                    <a:tc>
                      <a:txBody>
                        <a:bodyPr/>
                        <a:lstStyle/>
                        <a:p>
                          <a:r>
                            <a:rPr lang="en-IN" sz="1600" dirty="0"/>
                            <a:t>Knee</a:t>
                          </a:r>
                        </a:p>
                      </a:txBody>
                      <a:tcPr marL="80447" marR="80447" marT="40223" marB="40223"/>
                    </a:tc>
                    <a:tc>
                      <a:txBody>
                        <a:bodyPr/>
                        <a:lstStyle/>
                        <a:p>
                          <a:r>
                            <a:rPr lang="en-IN" sz="1600" dirty="0"/>
                            <a:t>Ankle</a:t>
                          </a:r>
                        </a:p>
                      </a:txBody>
                      <a:tcPr marL="80447" marR="80447" marT="40223" marB="40223"/>
                    </a:tc>
                    <a:tc>
                      <a:txBody>
                        <a:bodyPr/>
                        <a:lstStyle/>
                        <a:p>
                          <a:r>
                            <a:rPr lang="en-IN" sz="1600" dirty="0"/>
                            <a:t>GRF</a:t>
                          </a:r>
                        </a:p>
                      </a:txBody>
                      <a:tcPr marL="80447" marR="80447" marT="40223" marB="40223"/>
                    </a:tc>
                    <a:extLst>
                      <a:ext uri="{0D108BD9-81ED-4DB2-BD59-A6C34878D82A}">
                        <a16:rowId xmlns:a16="http://schemas.microsoft.com/office/drawing/2014/main" val="1803787240"/>
                      </a:ext>
                    </a:extLst>
                  </a:tr>
                  <a:tr h="326256">
                    <a:tc>
                      <a:txBody>
                        <a:bodyPr/>
                        <a:lstStyle/>
                        <a:p>
                          <a:r>
                            <a:rPr lang="en-IN" sz="1600" dirty="0"/>
                            <a:t>MPO</a:t>
                          </a:r>
                        </a:p>
                      </a:txBody>
                      <a:tcPr marL="80447" marR="80447" marT="40223" marB="40223"/>
                    </a:tc>
                    <a:tc>
                      <a:txBody>
                        <a:bodyPr/>
                        <a:lstStyle/>
                        <a:p>
                          <a:r>
                            <a:rPr lang="en-IN" sz="1600" dirty="0"/>
                            <a:t>0.28</a:t>
                          </a:r>
                        </a:p>
                      </a:txBody>
                      <a:tcPr marL="80447" marR="80447" marT="40223" marB="40223"/>
                    </a:tc>
                    <a:tc>
                      <a:txBody>
                        <a:bodyPr/>
                        <a:lstStyle/>
                        <a:p>
                          <a:r>
                            <a:rPr lang="en-IN" sz="1600" dirty="0"/>
                            <a:t>0.39</a:t>
                          </a:r>
                        </a:p>
                      </a:txBody>
                      <a:tcPr marL="80447" marR="80447" marT="40223" marB="40223"/>
                    </a:tc>
                    <a:tc>
                      <a:txBody>
                        <a:bodyPr/>
                        <a:lstStyle/>
                        <a:p>
                          <a:r>
                            <a:rPr lang="en-IN" sz="1600" dirty="0"/>
                            <a:t>0.21</a:t>
                          </a:r>
                        </a:p>
                      </a:txBody>
                      <a:tcPr marL="80447" marR="80447" marT="40223" marB="40223"/>
                    </a:tc>
                    <a:tc>
                      <a:txBody>
                        <a:bodyPr/>
                        <a:lstStyle/>
                        <a:p>
                          <a:r>
                            <a:rPr lang="en-IN" sz="1600" dirty="0"/>
                            <a:t>0.11</a:t>
                          </a:r>
                        </a:p>
                      </a:txBody>
                      <a:tcPr marL="80447" marR="80447" marT="40223" marB="40223"/>
                    </a:tc>
                    <a:extLst>
                      <a:ext uri="{0D108BD9-81ED-4DB2-BD59-A6C34878D82A}">
                        <a16:rowId xmlns:a16="http://schemas.microsoft.com/office/drawing/2014/main" val="325083919"/>
                      </a:ext>
                    </a:extLst>
                  </a:tr>
                  <a:tr h="326256">
                    <a:tc>
                      <a:txBody>
                        <a:bodyPr/>
                        <a:lstStyle/>
                        <a:p>
                          <a:r>
                            <a:rPr lang="en-IN" sz="1600" dirty="0"/>
                            <a:t>DEP+MPO</a:t>
                          </a:r>
                        </a:p>
                      </a:txBody>
                      <a:tcPr marL="80447" marR="80447" marT="40223" marB="40223"/>
                    </a:tc>
                    <a:tc>
                      <a:txBody>
                        <a:bodyPr/>
                        <a:lstStyle/>
                        <a:p>
                          <a:r>
                            <a:rPr lang="en-IN" sz="1600" dirty="0"/>
                            <a:t>0.31</a:t>
                          </a:r>
                        </a:p>
                      </a:txBody>
                      <a:tcPr marL="80447" marR="80447" marT="40223" marB="40223"/>
                    </a:tc>
                    <a:tc>
                      <a:txBody>
                        <a:bodyPr/>
                        <a:lstStyle/>
                        <a:p>
                          <a:r>
                            <a:rPr lang="en-IN" sz="1600" dirty="0"/>
                            <a:t>0.43</a:t>
                          </a:r>
                        </a:p>
                      </a:txBody>
                      <a:tcPr marL="80447" marR="80447" marT="40223" marB="40223"/>
                    </a:tc>
                    <a:tc>
                      <a:txBody>
                        <a:bodyPr/>
                        <a:lstStyle/>
                        <a:p>
                          <a:r>
                            <a:rPr lang="en-IN" sz="1600" dirty="0"/>
                            <a:t>0.11</a:t>
                          </a:r>
                        </a:p>
                      </a:txBody>
                      <a:tcPr marL="80447" marR="80447" marT="40223" marB="40223"/>
                    </a:tc>
                    <a:tc>
                      <a:txBody>
                        <a:bodyPr/>
                        <a:lstStyle/>
                        <a:p>
                          <a:r>
                            <a:rPr lang="en-IN" sz="1600" b="1" dirty="0"/>
                            <a:t>0.28</a:t>
                          </a:r>
                        </a:p>
                      </a:txBody>
                      <a:tcPr marL="80447" marR="80447" marT="40223" marB="40223"/>
                    </a:tc>
                    <a:extLst>
                      <a:ext uri="{0D108BD9-81ED-4DB2-BD59-A6C34878D82A}">
                        <a16:rowId xmlns:a16="http://schemas.microsoft.com/office/drawing/2014/main" val="2097684449"/>
                      </a:ext>
                    </a:extLst>
                  </a:tr>
                  <a:tr h="326256">
                    <a:tc>
                      <a:txBody>
                        <a:bodyPr/>
                        <a:lstStyle/>
                        <a:p>
                          <a:endParaRPr lang="en-US"/>
                        </a:p>
                      </a:txBody>
                      <a:tcPr marL="80447" marR="80447" marT="40223" marB="40223">
                        <a:blipFill>
                          <a:blip r:embed="rId9"/>
                          <a:stretch>
                            <a:fillRect l="-395" t="-305556" r="-198419" b="-350000"/>
                          </a:stretch>
                        </a:blipFill>
                      </a:tcPr>
                    </a:tc>
                    <a:tc>
                      <a:txBody>
                        <a:bodyPr/>
                        <a:lstStyle/>
                        <a:p>
                          <a:r>
                            <a:rPr lang="en-IN" sz="1600" dirty="0"/>
                            <a:t>0.36</a:t>
                          </a:r>
                        </a:p>
                      </a:txBody>
                      <a:tcPr marL="80447" marR="80447" marT="40223" marB="40223"/>
                    </a:tc>
                    <a:tc>
                      <a:txBody>
                        <a:bodyPr/>
                        <a:lstStyle/>
                        <a:p>
                          <a:r>
                            <a:rPr lang="en-IN" sz="1600" dirty="0"/>
                            <a:t>0.30</a:t>
                          </a:r>
                        </a:p>
                      </a:txBody>
                      <a:tcPr marL="80447" marR="80447" marT="40223" marB="40223"/>
                    </a:tc>
                    <a:tc>
                      <a:txBody>
                        <a:bodyPr/>
                        <a:lstStyle/>
                        <a:p>
                          <a:r>
                            <a:rPr lang="en-IN" sz="1600" dirty="0"/>
                            <a:t>0.44</a:t>
                          </a:r>
                        </a:p>
                      </a:txBody>
                      <a:tcPr marL="80447" marR="80447" marT="40223" marB="40223"/>
                    </a:tc>
                    <a:tc>
                      <a:txBody>
                        <a:bodyPr/>
                        <a:lstStyle/>
                        <a:p>
                          <a:r>
                            <a:rPr lang="en-IN" sz="1600" dirty="0"/>
                            <a:t>0.13</a:t>
                          </a:r>
                        </a:p>
                      </a:txBody>
                      <a:tcPr marL="80447" marR="80447" marT="40223" marB="40223"/>
                    </a:tc>
                    <a:extLst>
                      <a:ext uri="{0D108BD9-81ED-4DB2-BD59-A6C34878D82A}">
                        <a16:rowId xmlns:a16="http://schemas.microsoft.com/office/drawing/2014/main" val="2002679815"/>
                      </a:ext>
                    </a:extLst>
                  </a:tr>
                  <a:tr h="569933">
                    <a:tc>
                      <a:txBody>
                        <a:bodyPr/>
                        <a:lstStyle/>
                        <a:p>
                          <a:endParaRPr lang="en-US"/>
                        </a:p>
                      </a:txBody>
                      <a:tcPr marL="80447" marR="80447" marT="40223" marB="40223">
                        <a:blipFill>
                          <a:blip r:embed="rId9"/>
                          <a:stretch>
                            <a:fillRect l="-395" t="-235484" r="-198419" b="-103226"/>
                          </a:stretch>
                        </a:blipFill>
                      </a:tcPr>
                    </a:tc>
                    <a:tc>
                      <a:txBody>
                        <a:bodyPr/>
                        <a:lstStyle/>
                        <a:p>
                          <a:r>
                            <a:rPr lang="en-IN" sz="1600" b="1" dirty="0">
                              <a:solidFill>
                                <a:schemeClr val="tx1"/>
                              </a:solidFill>
                            </a:rPr>
                            <a:t>0.38</a:t>
                          </a:r>
                        </a:p>
                      </a:txBody>
                      <a:tcPr marL="80447" marR="80447" marT="40223" marB="40223"/>
                    </a:tc>
                    <a:tc>
                      <a:txBody>
                        <a:bodyPr/>
                        <a:lstStyle/>
                        <a:p>
                          <a:r>
                            <a:rPr lang="en-IN" sz="1600" dirty="0"/>
                            <a:t>0.29</a:t>
                          </a:r>
                        </a:p>
                      </a:txBody>
                      <a:tcPr marL="80447" marR="80447" marT="40223" marB="40223"/>
                    </a:tc>
                    <a:tc>
                      <a:txBody>
                        <a:bodyPr/>
                        <a:lstStyle/>
                        <a:p>
                          <a:r>
                            <a:rPr lang="en-IN" sz="1600" b="1" dirty="0">
                              <a:solidFill>
                                <a:schemeClr val="tx1"/>
                              </a:solidFill>
                            </a:rPr>
                            <a:t>0.68</a:t>
                          </a:r>
                        </a:p>
                      </a:txBody>
                      <a:tcPr marL="80447" marR="80447" marT="40223" marB="40223"/>
                    </a:tc>
                    <a:tc>
                      <a:txBody>
                        <a:bodyPr/>
                        <a:lstStyle/>
                        <a:p>
                          <a:r>
                            <a:rPr lang="en-IN" sz="1600" dirty="0"/>
                            <a:t>0.09</a:t>
                          </a:r>
                        </a:p>
                      </a:txBody>
                      <a:tcPr marL="80447" marR="80447" marT="40223" marB="40223"/>
                    </a:tc>
                    <a:extLst>
                      <a:ext uri="{0D108BD9-81ED-4DB2-BD59-A6C34878D82A}">
                        <a16:rowId xmlns:a16="http://schemas.microsoft.com/office/drawing/2014/main" val="57690313"/>
                      </a:ext>
                    </a:extLst>
                  </a:tr>
                  <a:tr h="569933">
                    <a:tc>
                      <a:txBody>
                        <a:bodyPr/>
                        <a:lstStyle/>
                        <a:p>
                          <a:endParaRPr lang="en-US"/>
                        </a:p>
                      </a:txBody>
                      <a:tcPr marL="80447" marR="80447" marT="40223" marB="40223">
                        <a:blipFill>
                          <a:blip r:embed="rId9"/>
                          <a:stretch>
                            <a:fillRect l="-395" t="-331915" r="-198419" b="-2128"/>
                          </a:stretch>
                        </a:blipFill>
                      </a:tcPr>
                    </a:tc>
                    <a:tc>
                      <a:txBody>
                        <a:bodyPr/>
                        <a:lstStyle/>
                        <a:p>
                          <a:r>
                            <a:rPr lang="en-IN" sz="1600" dirty="0"/>
                            <a:t>0.29</a:t>
                          </a:r>
                        </a:p>
                      </a:txBody>
                      <a:tcPr marL="80447" marR="80447" marT="40223" marB="40223"/>
                    </a:tc>
                    <a:tc>
                      <a:txBody>
                        <a:bodyPr/>
                        <a:lstStyle/>
                        <a:p>
                          <a:r>
                            <a:rPr lang="en-IN" sz="1600" b="1" dirty="0">
                              <a:solidFill>
                                <a:schemeClr val="tx1"/>
                              </a:solidFill>
                            </a:rPr>
                            <a:t>0.42</a:t>
                          </a:r>
                        </a:p>
                      </a:txBody>
                      <a:tcPr marL="80447" marR="80447" marT="40223" marB="40223"/>
                    </a:tc>
                    <a:tc>
                      <a:txBody>
                        <a:bodyPr/>
                        <a:lstStyle/>
                        <a:p>
                          <a:r>
                            <a:rPr lang="en-IN" sz="1600" dirty="0"/>
                            <a:t>0.29</a:t>
                          </a:r>
                        </a:p>
                      </a:txBody>
                      <a:tcPr marL="80447" marR="80447" marT="40223" marB="40223"/>
                    </a:tc>
                    <a:tc>
                      <a:txBody>
                        <a:bodyPr/>
                        <a:lstStyle/>
                        <a:p>
                          <a:r>
                            <a:rPr lang="en-IN" sz="1600" dirty="0"/>
                            <a:t>0.14</a:t>
                          </a:r>
                        </a:p>
                      </a:txBody>
                      <a:tcPr marL="80447" marR="80447" marT="40223" marB="40223"/>
                    </a:tc>
                    <a:extLst>
                      <a:ext uri="{0D108BD9-81ED-4DB2-BD59-A6C34878D82A}">
                        <a16:rowId xmlns:a16="http://schemas.microsoft.com/office/drawing/2014/main" val="346943386"/>
                      </a:ext>
                    </a:extLst>
                  </a:tr>
                </a:tbl>
              </a:graphicData>
            </a:graphic>
          </p:graphicFrame>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57309DB-F2D5-AD6F-36EA-4711B3CFC981}"/>
                  </a:ext>
                </a:extLst>
              </p:cNvPr>
              <p:cNvSpPr txBox="1"/>
              <p:nvPr/>
            </p:nvSpPr>
            <p:spPr>
              <a:xfrm>
                <a:off x="10345939" y="4901215"/>
                <a:ext cx="1053189" cy="646331"/>
              </a:xfrm>
              <a:prstGeom prst="rect">
                <a:avLst/>
              </a:prstGeom>
              <a:noFill/>
            </p:spPr>
            <p:txBody>
              <a:bodyPr wrap="square">
                <a:spAutoFit/>
              </a:bodyPr>
              <a:lstStyle/>
              <a:p>
                <a:r>
                  <a:rPr lang="en-IN" b="1" dirty="0">
                    <a:solidFill>
                      <a:schemeClr val="bg1"/>
                    </a:solidFill>
                  </a:rPr>
                  <a:t>Prior + </a:t>
                </a:r>
              </a:p>
              <a:p>
                <a14:m>
                  <m:oMath xmlns:m="http://schemas.openxmlformats.org/officeDocument/2006/math">
                    <m:r>
                      <a:rPr lang="en-IN" b="1" i="1">
                        <a:solidFill>
                          <a:schemeClr val="bg1"/>
                        </a:solidFill>
                        <a:latin typeface="Cambria Math" panose="02040503050406030204" pitchFamily="18" charset="0"/>
                        <a:ea typeface="Cambria Math" panose="02040503050406030204" pitchFamily="18" charset="0"/>
                      </a:rPr>
                      <m:t>𝝎</m:t>
                    </m:r>
                    <m:r>
                      <a:rPr lang="en-IN" b="1">
                        <a:solidFill>
                          <a:schemeClr val="bg1"/>
                        </a:solidFill>
                        <a:latin typeface="Cambria Math" panose="02040503050406030204" pitchFamily="18" charset="0"/>
                        <a:ea typeface="Cambria Math" panose="02040503050406030204" pitchFamily="18" charset="0"/>
                      </a:rPr>
                      <m:t>=0.5</m:t>
                    </m:r>
                  </m:oMath>
                </a14:m>
                <a:r>
                  <a:rPr lang="en-IN" b="1" dirty="0">
                    <a:solidFill>
                      <a:schemeClr val="bg1"/>
                    </a:solidFill>
                  </a:rPr>
                  <a:t> </a:t>
                </a:r>
                <a:endParaRPr lang="en-IN" sz="1400" dirty="0"/>
              </a:p>
            </p:txBody>
          </p:sp>
        </mc:Choice>
        <mc:Fallback xmlns="">
          <p:sp>
            <p:nvSpPr>
              <p:cNvPr id="25" name="TextBox 24">
                <a:extLst>
                  <a:ext uri="{FF2B5EF4-FFF2-40B4-BE49-F238E27FC236}">
                    <a16:creationId xmlns:a16="http://schemas.microsoft.com/office/drawing/2014/main" id="{C57309DB-F2D5-AD6F-36EA-4711B3CFC981}"/>
                  </a:ext>
                </a:extLst>
              </p:cNvPr>
              <p:cNvSpPr txBox="1">
                <a:spLocks noRot="1" noChangeAspect="1" noMove="1" noResize="1" noEditPoints="1" noAdjustHandles="1" noChangeArrowheads="1" noChangeShapeType="1" noTextEdit="1"/>
              </p:cNvSpPr>
              <p:nvPr/>
            </p:nvSpPr>
            <p:spPr>
              <a:xfrm>
                <a:off x="10345939" y="4901215"/>
                <a:ext cx="1053189" cy="646331"/>
              </a:xfrm>
              <a:prstGeom prst="rect">
                <a:avLst/>
              </a:prstGeom>
              <a:blipFill>
                <a:blip r:embed="rId10"/>
                <a:stretch>
                  <a:fillRect l="-4624" t="-3774"/>
                </a:stretch>
              </a:blipFill>
            </p:spPr>
            <p:txBody>
              <a:bodyPr/>
              <a:lstStyle/>
              <a:p>
                <a:r>
                  <a:rPr lang="en-IN">
                    <a:noFill/>
                  </a:rPr>
                  <a:t> </a:t>
                </a:r>
              </a:p>
            </p:txBody>
          </p:sp>
        </mc:Fallback>
      </mc:AlternateContent>
      <p:sp>
        <p:nvSpPr>
          <p:cNvPr id="26" name="Rectangle 25">
            <a:extLst>
              <a:ext uri="{FF2B5EF4-FFF2-40B4-BE49-F238E27FC236}">
                <a16:creationId xmlns:a16="http://schemas.microsoft.com/office/drawing/2014/main" id="{1A70513C-8A70-5DCE-6035-CF47646F451E}"/>
              </a:ext>
            </a:extLst>
          </p:cNvPr>
          <p:cNvSpPr/>
          <p:nvPr/>
        </p:nvSpPr>
        <p:spPr>
          <a:xfrm rot="16200000">
            <a:off x="423193" y="2681783"/>
            <a:ext cx="2242659" cy="33496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b="1" dirty="0"/>
              <a:t>H1622</a:t>
            </a:r>
          </a:p>
        </p:txBody>
      </p:sp>
      <p:sp>
        <p:nvSpPr>
          <p:cNvPr id="28" name="Rectangle 27">
            <a:extLst>
              <a:ext uri="{FF2B5EF4-FFF2-40B4-BE49-F238E27FC236}">
                <a16:creationId xmlns:a16="http://schemas.microsoft.com/office/drawing/2014/main" id="{1CD1FB65-EF23-E800-EE62-5ADA89EF6461}"/>
              </a:ext>
            </a:extLst>
          </p:cNvPr>
          <p:cNvSpPr/>
          <p:nvPr/>
        </p:nvSpPr>
        <p:spPr>
          <a:xfrm rot="16200000">
            <a:off x="423192" y="5215788"/>
            <a:ext cx="2242659" cy="33496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b="1" dirty="0"/>
              <a:t>H2190</a:t>
            </a:r>
          </a:p>
        </p:txBody>
      </p:sp>
      <mc:AlternateContent xmlns:mc="http://schemas.openxmlformats.org/markup-compatibility/2006" xmlns:p14="http://schemas.microsoft.com/office/powerpoint/2010/main">
        <mc:Choice Requires="p14">
          <p:contentPart p14:bwMode="auto" r:id="rId11">
            <p14:nvContentPartPr>
              <p14:cNvPr id="29" name="Ink 28">
                <a:extLst>
                  <a:ext uri="{FF2B5EF4-FFF2-40B4-BE49-F238E27FC236}">
                    <a16:creationId xmlns:a16="http://schemas.microsoft.com/office/drawing/2014/main" id="{F555561C-BC58-3251-42D6-24BEEAA5725B}"/>
                  </a:ext>
                </a:extLst>
              </p14:cNvPr>
              <p14:cNvContentPartPr/>
              <p14:nvPr/>
            </p14:nvContentPartPr>
            <p14:xfrm>
              <a:off x="3898820" y="2171440"/>
              <a:ext cx="342000" cy="13680"/>
            </p14:xfrm>
          </p:contentPart>
        </mc:Choice>
        <mc:Fallback xmlns="">
          <p:pic>
            <p:nvPicPr>
              <p:cNvPr id="29" name="Ink 28">
                <a:extLst>
                  <a:ext uri="{FF2B5EF4-FFF2-40B4-BE49-F238E27FC236}">
                    <a16:creationId xmlns:a16="http://schemas.microsoft.com/office/drawing/2014/main" id="{F555561C-BC58-3251-42D6-24BEEAA5725B}"/>
                  </a:ext>
                </a:extLst>
              </p:cNvPr>
              <p:cNvPicPr/>
              <p:nvPr/>
            </p:nvPicPr>
            <p:blipFill>
              <a:blip r:embed="rId13"/>
              <a:stretch>
                <a:fillRect/>
              </a:stretch>
            </p:blipFill>
            <p:spPr>
              <a:xfrm>
                <a:off x="3862820" y="2099800"/>
                <a:ext cx="41364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0" name="Ink 29">
                <a:extLst>
                  <a:ext uri="{FF2B5EF4-FFF2-40B4-BE49-F238E27FC236}">
                    <a16:creationId xmlns:a16="http://schemas.microsoft.com/office/drawing/2014/main" id="{4C365455-2A2C-266C-0C3A-613819DE9F9D}"/>
                  </a:ext>
                </a:extLst>
              </p14:cNvPr>
              <p14:cNvContentPartPr/>
              <p14:nvPr/>
            </p14:nvContentPartPr>
            <p14:xfrm>
              <a:off x="6159260" y="2488960"/>
              <a:ext cx="380160" cy="13320"/>
            </p14:xfrm>
          </p:contentPart>
        </mc:Choice>
        <mc:Fallback xmlns="">
          <p:pic>
            <p:nvPicPr>
              <p:cNvPr id="30" name="Ink 29">
                <a:extLst>
                  <a:ext uri="{FF2B5EF4-FFF2-40B4-BE49-F238E27FC236}">
                    <a16:creationId xmlns:a16="http://schemas.microsoft.com/office/drawing/2014/main" id="{4C365455-2A2C-266C-0C3A-613819DE9F9D}"/>
                  </a:ext>
                </a:extLst>
              </p:cNvPr>
              <p:cNvPicPr/>
              <p:nvPr/>
            </p:nvPicPr>
            <p:blipFill>
              <a:blip r:embed="rId15"/>
              <a:stretch>
                <a:fillRect/>
              </a:stretch>
            </p:blipFill>
            <p:spPr>
              <a:xfrm>
                <a:off x="6123620" y="2417320"/>
                <a:ext cx="45180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1" name="Ink 30">
                <a:extLst>
                  <a:ext uri="{FF2B5EF4-FFF2-40B4-BE49-F238E27FC236}">
                    <a16:creationId xmlns:a16="http://schemas.microsoft.com/office/drawing/2014/main" id="{E8A99406-A574-0B6B-51FF-904CE418C38F}"/>
                  </a:ext>
                </a:extLst>
              </p14:cNvPr>
              <p14:cNvContentPartPr/>
              <p14:nvPr/>
            </p14:nvContentPartPr>
            <p14:xfrm>
              <a:off x="5206700" y="2851665"/>
              <a:ext cx="494280" cy="13320"/>
            </p14:xfrm>
          </p:contentPart>
        </mc:Choice>
        <mc:Fallback>
          <p:pic>
            <p:nvPicPr>
              <p:cNvPr id="31" name="Ink 30">
                <a:extLst>
                  <a:ext uri="{FF2B5EF4-FFF2-40B4-BE49-F238E27FC236}">
                    <a16:creationId xmlns:a16="http://schemas.microsoft.com/office/drawing/2014/main" id="{E8A99406-A574-0B6B-51FF-904CE418C38F}"/>
                  </a:ext>
                </a:extLst>
              </p:cNvPr>
              <p:cNvPicPr/>
              <p:nvPr/>
            </p:nvPicPr>
            <p:blipFill>
              <a:blip r:embed="rId17"/>
              <a:stretch>
                <a:fillRect/>
              </a:stretch>
            </p:blipFill>
            <p:spPr>
              <a:xfrm>
                <a:off x="5170674" y="2779665"/>
                <a:ext cx="565972"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3" name="Ink 32">
                <a:extLst>
                  <a:ext uri="{FF2B5EF4-FFF2-40B4-BE49-F238E27FC236}">
                    <a16:creationId xmlns:a16="http://schemas.microsoft.com/office/drawing/2014/main" id="{97753B6F-A68E-C71A-9855-42F6DE57BA79}"/>
                  </a:ext>
                </a:extLst>
              </p14:cNvPr>
              <p14:cNvContentPartPr/>
              <p14:nvPr/>
            </p14:nvContentPartPr>
            <p14:xfrm>
              <a:off x="4419380" y="3428640"/>
              <a:ext cx="444960" cy="360"/>
            </p14:xfrm>
          </p:contentPart>
        </mc:Choice>
        <mc:Fallback>
          <p:pic>
            <p:nvPicPr>
              <p:cNvPr id="33" name="Ink 32">
                <a:extLst>
                  <a:ext uri="{FF2B5EF4-FFF2-40B4-BE49-F238E27FC236}">
                    <a16:creationId xmlns:a16="http://schemas.microsoft.com/office/drawing/2014/main" id="{97753B6F-A68E-C71A-9855-42F6DE57BA79}"/>
                  </a:ext>
                </a:extLst>
              </p:cNvPr>
              <p:cNvPicPr/>
              <p:nvPr/>
            </p:nvPicPr>
            <p:blipFill>
              <a:blip r:embed="rId19"/>
              <a:stretch>
                <a:fillRect/>
              </a:stretch>
            </p:blipFill>
            <p:spPr>
              <a:xfrm>
                <a:off x="4383380" y="3356640"/>
                <a:ext cx="5166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5" name="Ink 34">
                <a:extLst>
                  <a:ext uri="{FF2B5EF4-FFF2-40B4-BE49-F238E27FC236}">
                    <a16:creationId xmlns:a16="http://schemas.microsoft.com/office/drawing/2014/main" id="{63D8EEB6-8D32-2075-72AC-4C4FB0448099}"/>
                  </a:ext>
                </a:extLst>
              </p14:cNvPr>
              <p14:cNvContentPartPr/>
              <p14:nvPr/>
            </p14:nvContentPartPr>
            <p14:xfrm>
              <a:off x="6070340" y="5092480"/>
              <a:ext cx="496080" cy="720"/>
            </p14:xfrm>
          </p:contentPart>
        </mc:Choice>
        <mc:Fallback xmlns="">
          <p:pic>
            <p:nvPicPr>
              <p:cNvPr id="35" name="Ink 34">
                <a:extLst>
                  <a:ext uri="{FF2B5EF4-FFF2-40B4-BE49-F238E27FC236}">
                    <a16:creationId xmlns:a16="http://schemas.microsoft.com/office/drawing/2014/main" id="{63D8EEB6-8D32-2075-72AC-4C4FB0448099}"/>
                  </a:ext>
                </a:extLst>
              </p:cNvPr>
              <p:cNvPicPr/>
              <p:nvPr/>
            </p:nvPicPr>
            <p:blipFill>
              <a:blip r:embed="rId21"/>
              <a:stretch>
                <a:fillRect/>
              </a:stretch>
            </p:blipFill>
            <p:spPr>
              <a:xfrm>
                <a:off x="6034340" y="4948480"/>
                <a:ext cx="56772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7" name="Ink 36">
                <a:extLst>
                  <a:ext uri="{FF2B5EF4-FFF2-40B4-BE49-F238E27FC236}">
                    <a16:creationId xmlns:a16="http://schemas.microsoft.com/office/drawing/2014/main" id="{E21DD32E-374B-2A0A-5659-628081301EC6}"/>
                  </a:ext>
                </a:extLst>
              </p14:cNvPr>
              <p14:cNvContentPartPr/>
              <p14:nvPr/>
            </p14:nvContentPartPr>
            <p14:xfrm>
              <a:off x="3822500" y="5714920"/>
              <a:ext cx="483120" cy="360"/>
            </p14:xfrm>
          </p:contentPart>
        </mc:Choice>
        <mc:Fallback xmlns="">
          <p:pic>
            <p:nvPicPr>
              <p:cNvPr id="37" name="Ink 36">
                <a:extLst>
                  <a:ext uri="{FF2B5EF4-FFF2-40B4-BE49-F238E27FC236}">
                    <a16:creationId xmlns:a16="http://schemas.microsoft.com/office/drawing/2014/main" id="{E21DD32E-374B-2A0A-5659-628081301EC6}"/>
                  </a:ext>
                </a:extLst>
              </p:cNvPr>
              <p:cNvPicPr/>
              <p:nvPr/>
            </p:nvPicPr>
            <p:blipFill>
              <a:blip r:embed="rId23"/>
              <a:stretch>
                <a:fillRect/>
              </a:stretch>
            </p:blipFill>
            <p:spPr>
              <a:xfrm>
                <a:off x="3786500" y="5642920"/>
                <a:ext cx="55476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8" name="Ink 37">
                <a:extLst>
                  <a:ext uri="{FF2B5EF4-FFF2-40B4-BE49-F238E27FC236}">
                    <a16:creationId xmlns:a16="http://schemas.microsoft.com/office/drawing/2014/main" id="{CF3F08F7-B966-FA01-3199-22398EA9ADB8}"/>
                  </a:ext>
                </a:extLst>
              </p14:cNvPr>
              <p14:cNvContentPartPr/>
              <p14:nvPr/>
            </p14:nvContentPartPr>
            <p14:xfrm>
              <a:off x="4419380" y="6299200"/>
              <a:ext cx="418680" cy="25920"/>
            </p14:xfrm>
          </p:contentPart>
        </mc:Choice>
        <mc:Fallback xmlns="">
          <p:pic>
            <p:nvPicPr>
              <p:cNvPr id="38" name="Ink 37">
                <a:extLst>
                  <a:ext uri="{FF2B5EF4-FFF2-40B4-BE49-F238E27FC236}">
                    <a16:creationId xmlns:a16="http://schemas.microsoft.com/office/drawing/2014/main" id="{CF3F08F7-B966-FA01-3199-22398EA9ADB8}"/>
                  </a:ext>
                </a:extLst>
              </p:cNvPr>
              <p:cNvPicPr/>
              <p:nvPr/>
            </p:nvPicPr>
            <p:blipFill>
              <a:blip r:embed="rId25"/>
              <a:stretch>
                <a:fillRect/>
              </a:stretch>
            </p:blipFill>
            <p:spPr>
              <a:xfrm>
                <a:off x="4383740" y="6227200"/>
                <a:ext cx="49032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9" name="Ink 38">
                <a:extLst>
                  <a:ext uri="{FF2B5EF4-FFF2-40B4-BE49-F238E27FC236}">
                    <a16:creationId xmlns:a16="http://schemas.microsoft.com/office/drawing/2014/main" id="{471D6258-1E5B-33A4-931F-2F84614BBBF5}"/>
                  </a:ext>
                </a:extLst>
              </p14:cNvPr>
              <p14:cNvContentPartPr/>
              <p14:nvPr/>
            </p14:nvContentPartPr>
            <p14:xfrm>
              <a:off x="5206700" y="5701960"/>
              <a:ext cx="379800" cy="360"/>
            </p14:xfrm>
          </p:contentPart>
        </mc:Choice>
        <mc:Fallback xmlns="">
          <p:pic>
            <p:nvPicPr>
              <p:cNvPr id="39" name="Ink 38">
                <a:extLst>
                  <a:ext uri="{FF2B5EF4-FFF2-40B4-BE49-F238E27FC236}">
                    <a16:creationId xmlns:a16="http://schemas.microsoft.com/office/drawing/2014/main" id="{471D6258-1E5B-33A4-931F-2F84614BBBF5}"/>
                  </a:ext>
                </a:extLst>
              </p:cNvPr>
              <p:cNvPicPr/>
              <p:nvPr/>
            </p:nvPicPr>
            <p:blipFill>
              <a:blip r:embed="rId27"/>
              <a:stretch>
                <a:fillRect/>
              </a:stretch>
            </p:blipFill>
            <p:spPr>
              <a:xfrm>
                <a:off x="5171060" y="5630320"/>
                <a:ext cx="451440" cy="144000"/>
              </a:xfrm>
              <a:prstGeom prst="rect">
                <a:avLst/>
              </a:prstGeom>
            </p:spPr>
          </p:pic>
        </mc:Fallback>
      </mc:AlternateContent>
      <p:sp>
        <p:nvSpPr>
          <p:cNvPr id="4" name="Rectangle 3">
            <a:extLst>
              <a:ext uri="{FF2B5EF4-FFF2-40B4-BE49-F238E27FC236}">
                <a16:creationId xmlns:a16="http://schemas.microsoft.com/office/drawing/2014/main" id="{F7F12EBD-0367-6226-9FB6-979423B62754}"/>
              </a:ext>
            </a:extLst>
          </p:cNvPr>
          <p:cNvSpPr/>
          <p:nvPr/>
        </p:nvSpPr>
        <p:spPr>
          <a:xfrm>
            <a:off x="8259230" y="1690688"/>
            <a:ext cx="2242659" cy="334964"/>
          </a:xfrm>
          <a:prstGeom prst="rect">
            <a:avLst/>
          </a:prstGeom>
          <a:solidFill>
            <a:schemeClr val="accent1">
              <a:lumMod val="60000"/>
              <a:lumOff val="4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b="1" dirty="0"/>
              <a:t>H2190</a:t>
            </a:r>
          </a:p>
        </p:txBody>
      </p:sp>
      <p:sp>
        <p:nvSpPr>
          <p:cNvPr id="6" name="TextBox 5">
            <a:extLst>
              <a:ext uri="{FF2B5EF4-FFF2-40B4-BE49-F238E27FC236}">
                <a16:creationId xmlns:a16="http://schemas.microsoft.com/office/drawing/2014/main" id="{36DE2FFC-7D07-B484-81CA-21156ED2219F}"/>
              </a:ext>
            </a:extLst>
          </p:cNvPr>
          <p:cNvSpPr txBox="1"/>
          <p:nvPr/>
        </p:nvSpPr>
        <p:spPr>
          <a:xfrm>
            <a:off x="10129211" y="2782669"/>
            <a:ext cx="1486647" cy="369332"/>
          </a:xfrm>
          <a:prstGeom prst="rect">
            <a:avLst/>
          </a:prstGeom>
          <a:noFill/>
        </p:spPr>
        <p:txBody>
          <a:bodyPr wrap="square">
            <a:spAutoFit/>
          </a:bodyPr>
          <a:lstStyle/>
          <a:p>
            <a:r>
              <a:rPr lang="en-IN" b="1" dirty="0">
                <a:solidFill>
                  <a:schemeClr val="bg1"/>
                </a:solidFill>
              </a:rPr>
              <a:t>DEP + MPO</a:t>
            </a:r>
            <a:endParaRPr lang="en-IN" sz="1400" dirty="0"/>
          </a:p>
        </p:txBody>
      </p:sp>
      <p:pic>
        <p:nvPicPr>
          <p:cNvPr id="8" name="h2190_emglapkinematics">
            <a:hlinkClick r:id="" action="ppaction://media"/>
            <a:extLst>
              <a:ext uri="{FF2B5EF4-FFF2-40B4-BE49-F238E27FC236}">
                <a16:creationId xmlns:a16="http://schemas.microsoft.com/office/drawing/2014/main" id="{F2A09976-D773-E431-E0F7-345A49DA69A0}"/>
              </a:ext>
            </a:extLst>
          </p:cNvPr>
          <p:cNvPicPr>
            <a:picLocks noChangeAspect="1"/>
          </p:cNvPicPr>
          <p:nvPr>
            <a:videoFile r:link="rId2"/>
            <p:extLst>
              <p:ext uri="{DAA4B4D4-6D71-4841-9C94-3DE7FCFB9230}">
                <p14:media xmlns:p14="http://schemas.microsoft.com/office/powerpoint/2010/main" r:embed="rId1"/>
              </p:ext>
            </p:extLst>
          </p:nvPr>
        </p:nvPicPr>
        <p:blipFill>
          <a:blip r:embed="rId28"/>
          <a:stretch>
            <a:fillRect/>
          </a:stretch>
        </p:blipFill>
        <p:spPr>
          <a:xfrm>
            <a:off x="8480606" y="4373157"/>
            <a:ext cx="1488414" cy="2055929"/>
          </a:xfrm>
          <a:prstGeom prst="roundRect">
            <a:avLst>
              <a:gd name="adj" fmla="val 5439"/>
            </a:avLst>
          </a:prstGeom>
          <a:ln>
            <a:noFill/>
          </a:ln>
          <a:effectLst>
            <a:innerShdw blurRad="114300" dist="50800">
              <a:srgbClr val="000000">
                <a:alpha val="0"/>
              </a:srgbClr>
            </a:innerShdw>
          </a:effectLst>
        </p:spPr>
      </p:pic>
      <p:sp>
        <p:nvSpPr>
          <p:cNvPr id="10" name="TextBox 9">
            <a:extLst>
              <a:ext uri="{FF2B5EF4-FFF2-40B4-BE49-F238E27FC236}">
                <a16:creationId xmlns:a16="http://schemas.microsoft.com/office/drawing/2014/main" id="{56146AE5-7492-27E1-AEE7-C06A61E5CC0D}"/>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15</a:t>
            </a:r>
          </a:p>
        </p:txBody>
      </p:sp>
      <p:pic>
        <p:nvPicPr>
          <p:cNvPr id="12" name="depmpo_kinematics_h2190">
            <a:hlinkClick r:id="" action="ppaction://media"/>
            <a:extLst>
              <a:ext uri="{FF2B5EF4-FFF2-40B4-BE49-F238E27FC236}">
                <a16:creationId xmlns:a16="http://schemas.microsoft.com/office/drawing/2014/main" id="{1FC8EAEA-44AD-4BE5-8743-FA0C516985AE}"/>
              </a:ext>
            </a:extLst>
          </p:cNvPr>
          <p:cNvPicPr>
            <a:picLocks noChangeAspect="1"/>
          </p:cNvPicPr>
          <p:nvPr>
            <a:videoFile r:link="rId4"/>
            <p:extLst>
              <p:ext uri="{DAA4B4D4-6D71-4841-9C94-3DE7FCFB9230}">
                <p14:media xmlns:p14="http://schemas.microsoft.com/office/powerpoint/2010/main" r:embed="rId3"/>
              </p:ext>
            </p:extLst>
          </p:nvPr>
        </p:nvPicPr>
        <p:blipFill>
          <a:blip r:embed="rId29"/>
          <a:stretch>
            <a:fillRect/>
          </a:stretch>
        </p:blipFill>
        <p:spPr>
          <a:xfrm>
            <a:off x="8457844" y="2134383"/>
            <a:ext cx="1486647" cy="2055928"/>
          </a:xfrm>
          <a:prstGeom prst="roundRect">
            <a:avLst>
              <a:gd name="adj" fmla="val 5439"/>
            </a:avLst>
          </a:prstGeom>
          <a:ln>
            <a:noFill/>
          </a:ln>
          <a:effectLst>
            <a:innerShdw blurRad="114300" dist="50800">
              <a:srgbClr val="000000">
                <a:alpha val="0"/>
              </a:srgbClr>
            </a:innerShdw>
          </a:effectLst>
        </p:spPr>
      </p:pic>
      <p:cxnSp>
        <p:nvCxnSpPr>
          <p:cNvPr id="9" name="Straight Arrow Connector 8">
            <a:extLst>
              <a:ext uri="{FF2B5EF4-FFF2-40B4-BE49-F238E27FC236}">
                <a16:creationId xmlns:a16="http://schemas.microsoft.com/office/drawing/2014/main" id="{70CD6111-B6D3-DE31-A52B-5340359A8BB7}"/>
              </a:ext>
            </a:extLst>
          </p:cNvPr>
          <p:cNvCxnSpPr/>
          <p:nvPr/>
        </p:nvCxnSpPr>
        <p:spPr>
          <a:xfrm>
            <a:off x="5396600" y="2890567"/>
            <a:ext cx="0" cy="39116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856A4963-5D37-25CA-BCC7-751D2BB30E9B}"/>
              </a:ext>
            </a:extLst>
          </p:cNvPr>
          <p:cNvCxnSpPr/>
          <p:nvPr/>
        </p:nvCxnSpPr>
        <p:spPr>
          <a:xfrm>
            <a:off x="5397300" y="5834380"/>
            <a:ext cx="0" cy="39116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767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6159" fill="hold"/>
                                        <p:tgtEl>
                                          <p:spTgt spid="8"/>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36223"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8"/>
                </p:tgtEl>
              </p:cMediaNode>
            </p:video>
            <p:seq concurrent="1" nextAc="seek">
              <p:cTn id="12" restart="whenNotActive" fill="hold" evtFilter="cancelBubble" nodeType="interactiveSeq">
                <p:stCondLst>
                  <p:cond evt="onClick" delay="0">
                    <p:tgtEl>
                      <p:spTgt spid="8"/>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8"/>
                                        </p:tgtEl>
                                      </p:cBhvr>
                                    </p:cmd>
                                  </p:childTnLst>
                                </p:cTn>
                              </p:par>
                            </p:childTnLst>
                          </p:cTn>
                        </p:par>
                      </p:childTnLst>
                    </p:cTn>
                  </p:par>
                </p:childTnLst>
              </p:cTn>
              <p:nextCondLst>
                <p:cond evt="onClick" delay="0">
                  <p:tgtEl>
                    <p:spTgt spid="8"/>
                  </p:tgtEl>
                </p:cond>
              </p:nextCondLst>
            </p:seq>
            <p:video>
              <p:cMediaNode vol="80000">
                <p:cTn id="17" fill="hold" display="0">
                  <p:stCondLst>
                    <p:cond delay="indefinite"/>
                  </p:stCondLst>
                </p:cTn>
                <p:tgtEl>
                  <p:spTgt spid="12"/>
                </p:tgtEl>
              </p:cMediaNode>
            </p:video>
            <p:seq concurrent="1" nextAc="seek">
              <p:cTn id="18" restart="whenNotActive" fill="hold" evtFilter="cancelBubble" nodeType="interactiveSeq">
                <p:stCondLst>
                  <p:cond evt="onClick" delay="0">
                    <p:tgtEl>
                      <p:spTgt spid="12"/>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5259032-4931-1A23-396D-573B080F6F46}"/>
                  </a:ext>
                </a:extLst>
              </p:cNvPr>
              <p:cNvSpPr>
                <a:spLocks noGrp="1"/>
              </p:cNvSpPr>
              <p:nvPr>
                <p:ph type="title"/>
              </p:nvPr>
            </p:nvSpPr>
            <p:spPr/>
            <p:txBody>
              <a:bodyPr>
                <a:normAutofit/>
              </a:bodyPr>
              <a:lstStyle/>
              <a:p>
                <a:r>
                  <a:rPr lang="en-IN" b="1" dirty="0">
                    <a:solidFill>
                      <a:srgbClr val="00B0F0"/>
                    </a:solidFill>
                  </a:rPr>
                  <a:t>Kinetics – H0918</a:t>
                </a:r>
                <a:br>
                  <a:rPr lang="en-IN" b="1" dirty="0">
                    <a:solidFill>
                      <a:srgbClr val="00B0F0"/>
                    </a:solidFill>
                  </a:rPr>
                </a:br>
                <a:r>
                  <a:rPr lang="en-IN" sz="2400" b="1" dirty="0">
                    <a:solidFill>
                      <a:schemeClr val="bg1"/>
                    </a:solidFill>
                  </a:rPr>
                  <a:t>Prior + </a:t>
                </a:r>
                <a14:m>
                  <m:oMath xmlns:m="http://schemas.openxmlformats.org/officeDocument/2006/math">
                    <m:r>
                      <a:rPr lang="en-IN" sz="2400" b="1" i="1">
                        <a:solidFill>
                          <a:schemeClr val="bg1"/>
                        </a:solidFill>
                        <a:latin typeface="Cambria Math" panose="02040503050406030204" pitchFamily="18" charset="0"/>
                        <a:ea typeface="Cambria Math" panose="02040503050406030204" pitchFamily="18" charset="0"/>
                      </a:rPr>
                      <m:t>𝝎</m:t>
                    </m:r>
                    <m:r>
                      <a:rPr lang="en-IN" sz="2400" b="1">
                        <a:solidFill>
                          <a:schemeClr val="bg1"/>
                        </a:solidFill>
                        <a:latin typeface="Cambria Math" panose="02040503050406030204" pitchFamily="18" charset="0"/>
                        <a:ea typeface="Cambria Math" panose="02040503050406030204" pitchFamily="18" charset="0"/>
                      </a:rPr>
                      <m:t>=0.5</m:t>
                    </m:r>
                  </m:oMath>
                </a14:m>
                <a:r>
                  <a:rPr lang="en-IN" sz="2400" b="1" dirty="0">
                    <a:solidFill>
                      <a:schemeClr val="bg1"/>
                    </a:solidFill>
                  </a:rPr>
                  <a:t> performs competitively </a:t>
                </a:r>
                <a:endParaRPr lang="en-IN" sz="2000" dirty="0"/>
              </a:p>
            </p:txBody>
          </p:sp>
        </mc:Choice>
        <mc:Fallback xmlns="">
          <p:sp>
            <p:nvSpPr>
              <p:cNvPr id="2" name="Title 1">
                <a:extLst>
                  <a:ext uri="{FF2B5EF4-FFF2-40B4-BE49-F238E27FC236}">
                    <a16:creationId xmlns:a16="http://schemas.microsoft.com/office/drawing/2014/main" id="{75259032-4931-1A23-396D-573B080F6F46}"/>
                  </a:ext>
                </a:extLst>
              </p:cNvPr>
              <p:cNvSpPr>
                <a:spLocks noGrp="1" noRot="1" noChangeAspect="1" noMove="1" noResize="1" noEditPoints="1" noAdjustHandles="1" noChangeArrowheads="1" noChangeShapeType="1" noTextEdit="1"/>
              </p:cNvSpPr>
              <p:nvPr>
                <p:ph type="title"/>
              </p:nvPr>
            </p:nvSpPr>
            <p:spPr>
              <a:blipFill>
                <a:blip r:embed="rId3"/>
                <a:stretch>
                  <a:fillRect l="-2377" t="-2765"/>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FF082B50-8CA4-294F-A9C8-6C7C2EAF7E4C}"/>
              </a:ext>
            </a:extLst>
          </p:cNvPr>
          <p:cNvPicPr>
            <a:picLocks noChangeAspect="1"/>
          </p:cNvPicPr>
          <p:nvPr/>
        </p:nvPicPr>
        <p:blipFill>
          <a:blip r:embed="rId4"/>
          <a:srcRect t="38707" b="1"/>
          <a:stretch>
            <a:fillRect/>
          </a:stretch>
        </p:blipFill>
        <p:spPr>
          <a:xfrm>
            <a:off x="2153602" y="1881188"/>
            <a:ext cx="8050731" cy="3125146"/>
          </a:xfrm>
          <a:prstGeom prst="rect">
            <a:avLst/>
          </a:prstGeom>
        </p:spPr>
      </p:pic>
      <p:sp>
        <p:nvSpPr>
          <p:cNvPr id="8" name="Rectangle 7">
            <a:extLst>
              <a:ext uri="{FF2B5EF4-FFF2-40B4-BE49-F238E27FC236}">
                <a16:creationId xmlns:a16="http://schemas.microsoft.com/office/drawing/2014/main" id="{520D404B-5661-B62A-9DAA-03197077022E}"/>
              </a:ext>
            </a:extLst>
          </p:cNvPr>
          <p:cNvSpPr/>
          <p:nvPr/>
        </p:nvSpPr>
        <p:spPr>
          <a:xfrm>
            <a:off x="2108200" y="1576388"/>
            <a:ext cx="2374900" cy="304800"/>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atin typeface="Candara" panose="020E0502030303020204" pitchFamily="34" charset="0"/>
            </a:endParaRPr>
          </a:p>
          <a:p>
            <a:pPr algn="ctr"/>
            <a:endParaRPr lang="en-IN" dirty="0">
              <a:latin typeface="Candara" panose="020E0502030303020204" pitchFamily="34" charset="0"/>
            </a:endParaRPr>
          </a:p>
          <a:p>
            <a:pPr algn="ctr"/>
            <a:endParaRPr lang="en-IN">
              <a:latin typeface="Candara" panose="020E0502030303020204" pitchFamily="34" charset="0"/>
            </a:endParaRPr>
          </a:p>
          <a:p>
            <a:pPr algn="ctr"/>
            <a:endParaRPr lang="en-IN" dirty="0">
              <a:latin typeface="Candara" panose="020E0502030303020204" pitchFamily="34" charset="0"/>
            </a:endParaRPr>
          </a:p>
        </p:txBody>
      </p:sp>
      <p:sp>
        <p:nvSpPr>
          <p:cNvPr id="10" name="Rectangle 9">
            <a:extLst>
              <a:ext uri="{FF2B5EF4-FFF2-40B4-BE49-F238E27FC236}">
                <a16:creationId xmlns:a16="http://schemas.microsoft.com/office/drawing/2014/main" id="{4C54CEE3-E413-D442-37DD-E548A2C878CF}"/>
              </a:ext>
            </a:extLst>
          </p:cNvPr>
          <p:cNvSpPr/>
          <p:nvPr/>
        </p:nvSpPr>
        <p:spPr>
          <a:xfrm>
            <a:off x="4969711" y="1576388"/>
            <a:ext cx="2418514" cy="304800"/>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latin typeface="Candara" panose="020E0502030303020204" pitchFamily="34" charset="0"/>
              </a:rPr>
              <a:t>Knee Moment (Nm/kg)</a:t>
            </a:r>
          </a:p>
        </p:txBody>
      </p:sp>
      <p:sp>
        <p:nvSpPr>
          <p:cNvPr id="14" name="Rectangle 13">
            <a:extLst>
              <a:ext uri="{FF2B5EF4-FFF2-40B4-BE49-F238E27FC236}">
                <a16:creationId xmlns:a16="http://schemas.microsoft.com/office/drawing/2014/main" id="{E1F43CA8-11FA-8763-9BDD-D30A6648902E}"/>
              </a:ext>
            </a:extLst>
          </p:cNvPr>
          <p:cNvSpPr/>
          <p:nvPr/>
        </p:nvSpPr>
        <p:spPr>
          <a:xfrm>
            <a:off x="7792285" y="1576388"/>
            <a:ext cx="2595563" cy="304800"/>
          </a:xfrm>
          <a:prstGeom prst="rect">
            <a:avLst/>
          </a:prstGeom>
          <a:solidFill>
            <a:schemeClr val="tx1"/>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latin typeface="Candara" panose="020E0502030303020204" pitchFamily="34" charset="0"/>
              </a:rPr>
              <a:t>Ankle Moment (Nm/kg)</a:t>
            </a:r>
          </a:p>
        </p:txBody>
      </p:sp>
      <p:sp>
        <p:nvSpPr>
          <p:cNvPr id="4" name="TextBox 3">
            <a:extLst>
              <a:ext uri="{FF2B5EF4-FFF2-40B4-BE49-F238E27FC236}">
                <a16:creationId xmlns:a16="http://schemas.microsoft.com/office/drawing/2014/main" id="{7E71D69F-A59B-3A9F-55AC-694FF09F11F4}"/>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16</a:t>
            </a:r>
          </a:p>
        </p:txBody>
      </p:sp>
      <p:pic>
        <p:nvPicPr>
          <p:cNvPr id="6" name="Picture 5">
            <a:extLst>
              <a:ext uri="{FF2B5EF4-FFF2-40B4-BE49-F238E27FC236}">
                <a16:creationId xmlns:a16="http://schemas.microsoft.com/office/drawing/2014/main" id="{AB11F959-39E6-D12A-5929-19C3A3DC4E4A}"/>
              </a:ext>
            </a:extLst>
          </p:cNvPr>
          <p:cNvPicPr>
            <a:picLocks noChangeAspect="1"/>
          </p:cNvPicPr>
          <p:nvPr/>
        </p:nvPicPr>
        <p:blipFill>
          <a:blip r:embed="rId5"/>
          <a:srcRect t="12827" b="60338"/>
          <a:stretch>
            <a:fillRect/>
          </a:stretch>
        </p:blipFill>
        <p:spPr>
          <a:xfrm>
            <a:off x="2153602" y="5006334"/>
            <a:ext cx="8035948" cy="1365772"/>
          </a:xfrm>
          <a:prstGeom prst="rect">
            <a:avLst/>
          </a:prstGeom>
        </p:spPr>
      </p:pic>
      <p:pic>
        <p:nvPicPr>
          <p:cNvPr id="11" name="Picture 10">
            <a:extLst>
              <a:ext uri="{FF2B5EF4-FFF2-40B4-BE49-F238E27FC236}">
                <a16:creationId xmlns:a16="http://schemas.microsoft.com/office/drawing/2014/main" id="{F6536A7E-73C0-9A45-E985-36383D07021D}"/>
              </a:ext>
            </a:extLst>
          </p:cNvPr>
          <p:cNvPicPr>
            <a:picLocks noChangeAspect="1"/>
          </p:cNvPicPr>
          <p:nvPr/>
        </p:nvPicPr>
        <p:blipFill>
          <a:blip r:embed="rId6"/>
          <a:stretch>
            <a:fillRect/>
          </a:stretch>
        </p:blipFill>
        <p:spPr>
          <a:xfrm>
            <a:off x="2604659" y="6328152"/>
            <a:ext cx="7599674" cy="304800"/>
          </a:xfrm>
          <a:prstGeom prst="rect">
            <a:avLst/>
          </a:prstGeom>
        </p:spPr>
      </p:pic>
      <p:sp>
        <p:nvSpPr>
          <p:cNvPr id="13" name="Rectangle 12">
            <a:extLst>
              <a:ext uri="{FF2B5EF4-FFF2-40B4-BE49-F238E27FC236}">
                <a16:creationId xmlns:a16="http://schemas.microsoft.com/office/drawing/2014/main" id="{F824D548-FA8D-D1C8-46B4-47CBED42C290}"/>
              </a:ext>
            </a:extLst>
          </p:cNvPr>
          <p:cNvSpPr/>
          <p:nvPr/>
        </p:nvSpPr>
        <p:spPr>
          <a:xfrm>
            <a:off x="2108200" y="4976813"/>
            <a:ext cx="8279648" cy="1656139"/>
          </a:xfrm>
          <a:prstGeom prst="rect">
            <a:avLst/>
          </a:prstGeom>
          <a:noFill/>
          <a:ln w="28575">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073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D6A4E86F-D839-E90F-F609-EA079A5E7A85}"/>
                  </a:ext>
                </a:extLst>
              </p:cNvPr>
              <p:cNvSpPr>
                <a:spLocks noGrp="1"/>
              </p:cNvSpPr>
              <p:nvPr>
                <p:ph type="title"/>
              </p:nvPr>
            </p:nvSpPr>
            <p:spPr/>
            <p:txBody>
              <a:bodyPr>
                <a:normAutofit/>
              </a:bodyPr>
              <a:lstStyle/>
              <a:p>
                <a:pPr algn="ctr"/>
                <a:r>
                  <a:rPr lang="en-IN" b="1" dirty="0">
                    <a:solidFill>
                      <a:srgbClr val="00B0F0"/>
                    </a:solidFill>
                  </a:rPr>
                  <a:t>Kinetics – H1622, H2190</a:t>
                </a:r>
                <a:br>
                  <a:rPr lang="en-IN" b="1" dirty="0">
                    <a:solidFill>
                      <a:srgbClr val="00B0F0"/>
                    </a:solidFill>
                  </a:rPr>
                </a:br>
                <a:r>
                  <a:rPr lang="en-IN" sz="2200" b="1" dirty="0">
                    <a:solidFill>
                      <a:schemeClr val="bg1"/>
                    </a:solidFill>
                  </a:rPr>
                  <a:t>Prior + </a:t>
                </a:r>
                <a14:m>
                  <m:oMath xmlns:m="http://schemas.openxmlformats.org/officeDocument/2006/math">
                    <m:r>
                      <a:rPr lang="en-IN" sz="2200" b="1" i="1">
                        <a:solidFill>
                          <a:schemeClr val="bg1"/>
                        </a:solidFill>
                        <a:latin typeface="Cambria Math" panose="02040503050406030204" pitchFamily="18" charset="0"/>
                        <a:ea typeface="Cambria Math" panose="02040503050406030204" pitchFamily="18" charset="0"/>
                      </a:rPr>
                      <m:t>𝝎</m:t>
                    </m:r>
                    <m:r>
                      <a:rPr lang="en-IN" sz="2200" b="1">
                        <a:solidFill>
                          <a:schemeClr val="bg1"/>
                        </a:solidFill>
                        <a:latin typeface="Cambria Math" panose="02040503050406030204" pitchFamily="18" charset="0"/>
                        <a:ea typeface="Cambria Math" panose="02040503050406030204" pitchFamily="18" charset="0"/>
                      </a:rPr>
                      <m:t>=0.5</m:t>
                    </m:r>
                  </m:oMath>
                </a14:m>
                <a:r>
                  <a:rPr lang="en-IN" sz="2200" b="1" dirty="0">
                    <a:solidFill>
                      <a:schemeClr val="bg1"/>
                    </a:solidFill>
                  </a:rPr>
                  <a:t> performs well overall</a:t>
                </a:r>
                <a:endParaRPr lang="en-IN" sz="2200" dirty="0"/>
              </a:p>
            </p:txBody>
          </p:sp>
        </mc:Choice>
        <mc:Fallback>
          <p:sp>
            <p:nvSpPr>
              <p:cNvPr id="2" name="Title 1">
                <a:extLst>
                  <a:ext uri="{FF2B5EF4-FFF2-40B4-BE49-F238E27FC236}">
                    <a16:creationId xmlns:a16="http://schemas.microsoft.com/office/drawing/2014/main" id="{D6A4E86F-D839-E90F-F609-EA079A5E7A85}"/>
                  </a:ext>
                </a:extLst>
              </p:cNvPr>
              <p:cNvSpPr>
                <a:spLocks noGrp="1" noRot="1" noChangeAspect="1" noMove="1" noResize="1" noEditPoints="1" noAdjustHandles="1" noChangeArrowheads="1" noChangeShapeType="1" noTextEdit="1"/>
              </p:cNvSpPr>
              <p:nvPr>
                <p:ph type="title"/>
              </p:nvPr>
            </p:nvSpPr>
            <p:spPr>
              <a:blipFill>
                <a:blip r:embed="rId3"/>
                <a:stretch>
                  <a:fillRect t="-1843"/>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A0C66E61-7757-F4D2-78EB-D84A77643C6C}"/>
                  </a:ext>
                </a:extLst>
              </p:cNvPr>
              <p:cNvGraphicFramePr>
                <a:graphicFrameLocks noGrp="1"/>
              </p:cNvGraphicFramePr>
              <p:nvPr>
                <p:extLst>
                  <p:ext uri="{D42A27DB-BD31-4B8C-83A1-F6EECF244321}">
                    <p14:modId xmlns:p14="http://schemas.microsoft.com/office/powerpoint/2010/main" val="3663440762"/>
                  </p:ext>
                </p:extLst>
              </p:nvPr>
            </p:nvGraphicFramePr>
            <p:xfrm>
              <a:off x="1244600" y="2046288"/>
              <a:ext cx="4851400" cy="2704890"/>
            </p:xfrm>
            <a:graphic>
              <a:graphicData uri="http://schemas.openxmlformats.org/drawingml/2006/table">
                <a:tbl>
                  <a:tblPr firstRow="1" bandRow="1">
                    <a:tableStyleId>{3C2FFA5D-87B4-456A-9821-1D502468CF0F}</a:tableStyleId>
                  </a:tblPr>
                  <a:tblGrid>
                    <a:gridCol w="1968179">
                      <a:extLst>
                        <a:ext uri="{9D8B030D-6E8A-4147-A177-3AD203B41FA5}">
                          <a16:colId xmlns:a16="http://schemas.microsoft.com/office/drawing/2014/main" val="2127410405"/>
                        </a:ext>
                      </a:extLst>
                    </a:gridCol>
                    <a:gridCol w="755599">
                      <a:extLst>
                        <a:ext uri="{9D8B030D-6E8A-4147-A177-3AD203B41FA5}">
                          <a16:colId xmlns:a16="http://schemas.microsoft.com/office/drawing/2014/main" val="2299462815"/>
                        </a:ext>
                      </a:extLst>
                    </a:gridCol>
                    <a:gridCol w="955139">
                      <a:extLst>
                        <a:ext uri="{9D8B030D-6E8A-4147-A177-3AD203B41FA5}">
                          <a16:colId xmlns:a16="http://schemas.microsoft.com/office/drawing/2014/main" val="3095309156"/>
                        </a:ext>
                      </a:extLst>
                    </a:gridCol>
                    <a:gridCol w="1172483">
                      <a:extLst>
                        <a:ext uri="{9D8B030D-6E8A-4147-A177-3AD203B41FA5}">
                          <a16:colId xmlns:a16="http://schemas.microsoft.com/office/drawing/2014/main" val="1737797987"/>
                        </a:ext>
                      </a:extLst>
                    </a:gridCol>
                  </a:tblGrid>
                  <a:tr h="417722">
                    <a:tc>
                      <a:txBody>
                        <a:bodyPr/>
                        <a:lstStyle/>
                        <a:p>
                          <a:r>
                            <a:rPr lang="en-IN" sz="2000" dirty="0"/>
                            <a:t>Condition</a:t>
                          </a:r>
                        </a:p>
                      </a:txBody>
                      <a:tcPr marL="103000" marR="103000" marT="51499" marB="51499"/>
                    </a:tc>
                    <a:tc>
                      <a:txBody>
                        <a:bodyPr/>
                        <a:lstStyle/>
                        <a:p>
                          <a:r>
                            <a:rPr lang="en-IN" sz="2000" dirty="0"/>
                            <a:t>Hip</a:t>
                          </a:r>
                        </a:p>
                      </a:txBody>
                      <a:tcPr marL="103000" marR="103000" marT="51499" marB="51499"/>
                    </a:tc>
                    <a:tc>
                      <a:txBody>
                        <a:bodyPr/>
                        <a:lstStyle/>
                        <a:p>
                          <a:r>
                            <a:rPr lang="en-IN" sz="2000" dirty="0"/>
                            <a:t>Knee</a:t>
                          </a:r>
                        </a:p>
                      </a:txBody>
                      <a:tcPr marL="103000" marR="103000" marT="51499" marB="51499"/>
                    </a:tc>
                    <a:tc>
                      <a:txBody>
                        <a:bodyPr/>
                        <a:lstStyle/>
                        <a:p>
                          <a:r>
                            <a:rPr lang="en-IN" sz="2000" dirty="0"/>
                            <a:t>Ankle</a:t>
                          </a:r>
                        </a:p>
                      </a:txBody>
                      <a:tcPr marL="103000" marR="103000" marT="51499" marB="51499"/>
                    </a:tc>
                    <a:extLst>
                      <a:ext uri="{0D108BD9-81ED-4DB2-BD59-A6C34878D82A}">
                        <a16:rowId xmlns:a16="http://schemas.microsoft.com/office/drawing/2014/main" val="1803787240"/>
                      </a:ext>
                    </a:extLst>
                  </a:tr>
                  <a:tr h="417722">
                    <a:tc>
                      <a:txBody>
                        <a:bodyPr/>
                        <a:lstStyle/>
                        <a:p>
                          <a:r>
                            <a:rPr lang="en-IN" sz="2000" dirty="0"/>
                            <a:t>MPO</a:t>
                          </a:r>
                        </a:p>
                      </a:txBody>
                      <a:tcPr marL="103000" marR="103000" marT="51499" marB="51499"/>
                    </a:tc>
                    <a:tc>
                      <a:txBody>
                        <a:bodyPr/>
                        <a:lstStyle/>
                        <a:p>
                          <a:r>
                            <a:rPr lang="en-IN" sz="2000" b="0" dirty="0">
                              <a:solidFill>
                                <a:schemeClr val="tx1"/>
                              </a:solidFill>
                            </a:rPr>
                            <a:t>0.50</a:t>
                          </a:r>
                        </a:p>
                      </a:txBody>
                      <a:tcPr marL="103000" marR="103000" marT="51499" marB="51499"/>
                    </a:tc>
                    <a:tc>
                      <a:txBody>
                        <a:bodyPr/>
                        <a:lstStyle/>
                        <a:p>
                          <a:r>
                            <a:rPr lang="en-IN" sz="2000" b="1" dirty="0"/>
                            <a:t>0.64</a:t>
                          </a:r>
                        </a:p>
                      </a:txBody>
                      <a:tcPr marL="103000" marR="103000" marT="51499" marB="51499"/>
                    </a:tc>
                    <a:tc>
                      <a:txBody>
                        <a:bodyPr/>
                        <a:lstStyle/>
                        <a:p>
                          <a:r>
                            <a:rPr lang="en-IN" sz="2000" dirty="0"/>
                            <a:t>0.25</a:t>
                          </a:r>
                        </a:p>
                      </a:txBody>
                      <a:tcPr marL="103000" marR="103000" marT="51499" marB="51499"/>
                    </a:tc>
                    <a:extLst>
                      <a:ext uri="{0D108BD9-81ED-4DB2-BD59-A6C34878D82A}">
                        <a16:rowId xmlns:a16="http://schemas.microsoft.com/office/drawing/2014/main" val="325083919"/>
                      </a:ext>
                    </a:extLst>
                  </a:tr>
                  <a:tr h="417722">
                    <a:tc>
                      <a:txBody>
                        <a:bodyPr/>
                        <a:lstStyle/>
                        <a:p>
                          <a:r>
                            <a:rPr lang="en-IN" sz="2000" dirty="0"/>
                            <a:t>DEP+MPO</a:t>
                          </a:r>
                        </a:p>
                      </a:txBody>
                      <a:tcPr marL="103000" marR="103000" marT="51499" marB="51499"/>
                    </a:tc>
                    <a:tc>
                      <a:txBody>
                        <a:bodyPr/>
                        <a:lstStyle/>
                        <a:p>
                          <a:r>
                            <a:rPr lang="en-IN" sz="2000" b="0" dirty="0"/>
                            <a:t>0.56</a:t>
                          </a:r>
                        </a:p>
                      </a:txBody>
                      <a:tcPr marL="103000" marR="103000" marT="51499" marB="51499"/>
                    </a:tc>
                    <a:tc>
                      <a:txBody>
                        <a:bodyPr/>
                        <a:lstStyle/>
                        <a:p>
                          <a:r>
                            <a:rPr lang="en-IN" sz="2000" dirty="0"/>
                            <a:t>0.39</a:t>
                          </a:r>
                        </a:p>
                      </a:txBody>
                      <a:tcPr marL="103000" marR="103000" marT="51499" marB="51499"/>
                    </a:tc>
                    <a:tc>
                      <a:txBody>
                        <a:bodyPr/>
                        <a:lstStyle/>
                        <a:p>
                          <a:r>
                            <a:rPr lang="en-IN" sz="2000" dirty="0"/>
                            <a:t>0.18</a:t>
                          </a:r>
                        </a:p>
                      </a:txBody>
                      <a:tcPr marL="103000" marR="103000" marT="51499" marB="51499"/>
                    </a:tc>
                    <a:extLst>
                      <a:ext uri="{0D108BD9-81ED-4DB2-BD59-A6C34878D82A}">
                        <a16:rowId xmlns:a16="http://schemas.microsoft.com/office/drawing/2014/main" val="2097684449"/>
                      </a:ext>
                    </a:extLst>
                  </a:tr>
                  <a:tr h="7258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solidFill>
                                <a:schemeClr val="tx1"/>
                              </a:solidFill>
                            </a:rPr>
                            <a:t>Prior </a:t>
                          </a:r>
                          <a:r>
                            <a:rPr lang="en-IN" sz="2000" b="1" dirty="0">
                              <a:solidFill>
                                <a:schemeClr val="tx1"/>
                              </a:solidFill>
                            </a:rPr>
                            <a:t>+ </a:t>
                          </a:r>
                          <a14:m>
                            <m:oMath xmlns:m="http://schemas.openxmlformats.org/officeDocument/2006/math">
                              <m:r>
                                <a:rPr lang="en-IN" sz="2000" b="1" smtClean="0">
                                  <a:solidFill>
                                    <a:schemeClr val="tx1"/>
                                  </a:solidFill>
                                  <a:latin typeface="Cambria Math" panose="02040503050406030204" pitchFamily="18" charset="0"/>
                                </a:rPr>
                                <m:t>𝝎</m:t>
                              </m:r>
                              <m:r>
                                <a:rPr lang="en-IN" sz="2000" b="1" smtClean="0">
                                  <a:solidFill>
                                    <a:schemeClr val="tx1"/>
                                  </a:solidFill>
                                  <a:latin typeface="Cambria Math" panose="02040503050406030204" pitchFamily="18" charset="0"/>
                                </a:rPr>
                                <m:t>=0.1</m:t>
                              </m:r>
                            </m:oMath>
                          </a14:m>
                          <a:r>
                            <a:rPr lang="en-IN" sz="2000" dirty="0">
                              <a:solidFill>
                                <a:schemeClr val="tx1"/>
                              </a:solidFill>
                            </a:rPr>
                            <a:t> </a:t>
                          </a:r>
                        </a:p>
                        <a:p>
                          <a:endParaRPr lang="en-IN" sz="2000" dirty="0">
                            <a:solidFill>
                              <a:schemeClr val="tx1"/>
                            </a:solidFill>
                          </a:endParaRPr>
                        </a:p>
                      </a:txBody>
                      <a:tcPr marL="103000" marR="103000" marT="51499" marB="51499"/>
                    </a:tc>
                    <a:tc>
                      <a:txBody>
                        <a:bodyPr/>
                        <a:lstStyle/>
                        <a:p>
                          <a:r>
                            <a:rPr lang="en-IN" sz="2000" b="1" dirty="0"/>
                            <a:t>0.59</a:t>
                          </a:r>
                        </a:p>
                      </a:txBody>
                      <a:tcPr marL="103000" marR="103000" marT="51499" marB="51499"/>
                    </a:tc>
                    <a:tc>
                      <a:txBody>
                        <a:bodyPr/>
                        <a:lstStyle/>
                        <a:p>
                          <a:r>
                            <a:rPr lang="en-IN" sz="2000" dirty="0"/>
                            <a:t>0.55</a:t>
                          </a:r>
                        </a:p>
                      </a:txBody>
                      <a:tcPr marL="103000" marR="103000" marT="51499" marB="51499"/>
                    </a:tc>
                    <a:tc>
                      <a:txBody>
                        <a:bodyPr/>
                        <a:lstStyle/>
                        <a:p>
                          <a:r>
                            <a:rPr lang="en-IN" sz="2000" b="0" dirty="0">
                              <a:solidFill>
                                <a:schemeClr val="tx1"/>
                              </a:solidFill>
                            </a:rPr>
                            <a:t>0.19</a:t>
                          </a:r>
                        </a:p>
                      </a:txBody>
                      <a:tcPr marL="103000" marR="103000" marT="51499" marB="51499"/>
                    </a:tc>
                    <a:extLst>
                      <a:ext uri="{0D108BD9-81ED-4DB2-BD59-A6C34878D82A}">
                        <a16:rowId xmlns:a16="http://schemas.microsoft.com/office/drawing/2014/main" val="57690313"/>
                      </a:ext>
                    </a:extLst>
                  </a:tr>
                  <a:tr h="7258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solidFill>
                                <a:schemeClr val="tx1"/>
                              </a:solidFill>
                            </a:rPr>
                            <a:t>Prior </a:t>
                          </a:r>
                          <a:r>
                            <a:rPr lang="en-IN" sz="2000" b="1" dirty="0">
                              <a:solidFill>
                                <a:schemeClr val="tx1"/>
                              </a:solidFill>
                            </a:rPr>
                            <a:t>+ </a:t>
                          </a:r>
                          <a14:m>
                            <m:oMath xmlns:m="http://schemas.openxmlformats.org/officeDocument/2006/math">
                              <m:r>
                                <a:rPr lang="en-IN" sz="2000" b="1" smtClean="0">
                                  <a:solidFill>
                                    <a:schemeClr val="tx1"/>
                                  </a:solidFill>
                                  <a:latin typeface="Cambria Math" panose="02040503050406030204" pitchFamily="18" charset="0"/>
                                </a:rPr>
                                <m:t>𝝎</m:t>
                              </m:r>
                              <m:r>
                                <a:rPr lang="en-IN" sz="2000" b="1" smtClean="0">
                                  <a:solidFill>
                                    <a:schemeClr val="tx1"/>
                                  </a:solidFill>
                                  <a:latin typeface="Cambria Math" panose="02040503050406030204" pitchFamily="18" charset="0"/>
                                </a:rPr>
                                <m:t>=0.5</m:t>
                              </m:r>
                            </m:oMath>
                          </a14:m>
                          <a:r>
                            <a:rPr lang="en-IN" sz="2000" dirty="0">
                              <a:solidFill>
                                <a:schemeClr val="tx1"/>
                              </a:solidFill>
                            </a:rPr>
                            <a:t> </a:t>
                          </a:r>
                        </a:p>
                        <a:p>
                          <a:endParaRPr lang="en-IN" sz="2000" dirty="0">
                            <a:solidFill>
                              <a:schemeClr val="tx1"/>
                            </a:solidFill>
                          </a:endParaRPr>
                        </a:p>
                      </a:txBody>
                      <a:tcPr marL="103000" marR="103000" marT="51499" marB="51499"/>
                    </a:tc>
                    <a:tc>
                      <a:txBody>
                        <a:bodyPr/>
                        <a:lstStyle/>
                        <a:p>
                          <a:r>
                            <a:rPr lang="en-IN" sz="2000" dirty="0"/>
                            <a:t>0.39</a:t>
                          </a:r>
                        </a:p>
                      </a:txBody>
                      <a:tcPr marL="103000" marR="103000" marT="51499" marB="51499"/>
                    </a:tc>
                    <a:tc>
                      <a:txBody>
                        <a:bodyPr/>
                        <a:lstStyle/>
                        <a:p>
                          <a:r>
                            <a:rPr lang="en-IN" sz="2000" b="0" dirty="0">
                              <a:solidFill>
                                <a:schemeClr val="tx1"/>
                              </a:solidFill>
                            </a:rPr>
                            <a:t>0.36</a:t>
                          </a:r>
                        </a:p>
                      </a:txBody>
                      <a:tcPr marL="103000" marR="103000" marT="51499" marB="51499"/>
                    </a:tc>
                    <a:tc>
                      <a:txBody>
                        <a:bodyPr/>
                        <a:lstStyle/>
                        <a:p>
                          <a:r>
                            <a:rPr lang="en-IN" sz="2000" b="1" dirty="0"/>
                            <a:t>0.31</a:t>
                          </a:r>
                        </a:p>
                      </a:txBody>
                      <a:tcPr marL="103000" marR="103000" marT="51499" marB="51499"/>
                    </a:tc>
                    <a:extLst>
                      <a:ext uri="{0D108BD9-81ED-4DB2-BD59-A6C34878D82A}">
                        <a16:rowId xmlns:a16="http://schemas.microsoft.com/office/drawing/2014/main" val="346943386"/>
                      </a:ext>
                    </a:extLst>
                  </a:tr>
                </a:tbl>
              </a:graphicData>
            </a:graphic>
          </p:graphicFrame>
        </mc:Choice>
        <mc:Fallback>
          <p:graphicFrame>
            <p:nvGraphicFramePr>
              <p:cNvPr id="5" name="Table 4">
                <a:extLst>
                  <a:ext uri="{FF2B5EF4-FFF2-40B4-BE49-F238E27FC236}">
                    <a16:creationId xmlns:a16="http://schemas.microsoft.com/office/drawing/2014/main" id="{A0C66E61-7757-F4D2-78EB-D84A77643C6C}"/>
                  </a:ext>
                </a:extLst>
              </p:cNvPr>
              <p:cNvGraphicFramePr>
                <a:graphicFrameLocks noGrp="1"/>
              </p:cNvGraphicFramePr>
              <p:nvPr>
                <p:extLst>
                  <p:ext uri="{D42A27DB-BD31-4B8C-83A1-F6EECF244321}">
                    <p14:modId xmlns:p14="http://schemas.microsoft.com/office/powerpoint/2010/main" val="3663440762"/>
                  </p:ext>
                </p:extLst>
              </p:nvPr>
            </p:nvGraphicFramePr>
            <p:xfrm>
              <a:off x="1244600" y="2046288"/>
              <a:ext cx="4851400" cy="2704890"/>
            </p:xfrm>
            <a:graphic>
              <a:graphicData uri="http://schemas.openxmlformats.org/drawingml/2006/table">
                <a:tbl>
                  <a:tblPr firstRow="1" bandRow="1">
                    <a:tableStyleId>{3C2FFA5D-87B4-456A-9821-1D502468CF0F}</a:tableStyleId>
                  </a:tblPr>
                  <a:tblGrid>
                    <a:gridCol w="1968179">
                      <a:extLst>
                        <a:ext uri="{9D8B030D-6E8A-4147-A177-3AD203B41FA5}">
                          <a16:colId xmlns:a16="http://schemas.microsoft.com/office/drawing/2014/main" val="2127410405"/>
                        </a:ext>
                      </a:extLst>
                    </a:gridCol>
                    <a:gridCol w="755599">
                      <a:extLst>
                        <a:ext uri="{9D8B030D-6E8A-4147-A177-3AD203B41FA5}">
                          <a16:colId xmlns:a16="http://schemas.microsoft.com/office/drawing/2014/main" val="2299462815"/>
                        </a:ext>
                      </a:extLst>
                    </a:gridCol>
                    <a:gridCol w="955139">
                      <a:extLst>
                        <a:ext uri="{9D8B030D-6E8A-4147-A177-3AD203B41FA5}">
                          <a16:colId xmlns:a16="http://schemas.microsoft.com/office/drawing/2014/main" val="3095309156"/>
                        </a:ext>
                      </a:extLst>
                    </a:gridCol>
                    <a:gridCol w="1172483">
                      <a:extLst>
                        <a:ext uri="{9D8B030D-6E8A-4147-A177-3AD203B41FA5}">
                          <a16:colId xmlns:a16="http://schemas.microsoft.com/office/drawing/2014/main" val="1737797987"/>
                        </a:ext>
                      </a:extLst>
                    </a:gridCol>
                  </a:tblGrid>
                  <a:tr h="417722">
                    <a:tc>
                      <a:txBody>
                        <a:bodyPr/>
                        <a:lstStyle/>
                        <a:p>
                          <a:r>
                            <a:rPr lang="en-IN" sz="2000" dirty="0"/>
                            <a:t>Condition</a:t>
                          </a:r>
                        </a:p>
                      </a:txBody>
                      <a:tcPr marL="103000" marR="103000" marT="51499" marB="51499"/>
                    </a:tc>
                    <a:tc>
                      <a:txBody>
                        <a:bodyPr/>
                        <a:lstStyle/>
                        <a:p>
                          <a:r>
                            <a:rPr lang="en-IN" sz="2000" dirty="0"/>
                            <a:t>Hip</a:t>
                          </a:r>
                        </a:p>
                      </a:txBody>
                      <a:tcPr marL="103000" marR="103000" marT="51499" marB="51499"/>
                    </a:tc>
                    <a:tc>
                      <a:txBody>
                        <a:bodyPr/>
                        <a:lstStyle/>
                        <a:p>
                          <a:r>
                            <a:rPr lang="en-IN" sz="2000" dirty="0"/>
                            <a:t>Knee</a:t>
                          </a:r>
                        </a:p>
                      </a:txBody>
                      <a:tcPr marL="103000" marR="103000" marT="51499" marB="51499"/>
                    </a:tc>
                    <a:tc>
                      <a:txBody>
                        <a:bodyPr/>
                        <a:lstStyle/>
                        <a:p>
                          <a:r>
                            <a:rPr lang="en-IN" sz="2000" dirty="0"/>
                            <a:t>Ankle</a:t>
                          </a:r>
                        </a:p>
                      </a:txBody>
                      <a:tcPr marL="103000" marR="103000" marT="51499" marB="51499"/>
                    </a:tc>
                    <a:extLst>
                      <a:ext uri="{0D108BD9-81ED-4DB2-BD59-A6C34878D82A}">
                        <a16:rowId xmlns:a16="http://schemas.microsoft.com/office/drawing/2014/main" val="1803787240"/>
                      </a:ext>
                    </a:extLst>
                  </a:tr>
                  <a:tr h="417722">
                    <a:tc>
                      <a:txBody>
                        <a:bodyPr/>
                        <a:lstStyle/>
                        <a:p>
                          <a:r>
                            <a:rPr lang="en-IN" sz="2000" dirty="0"/>
                            <a:t>MPO</a:t>
                          </a:r>
                        </a:p>
                      </a:txBody>
                      <a:tcPr marL="103000" marR="103000" marT="51499" marB="51499"/>
                    </a:tc>
                    <a:tc>
                      <a:txBody>
                        <a:bodyPr/>
                        <a:lstStyle/>
                        <a:p>
                          <a:r>
                            <a:rPr lang="en-IN" sz="2000" b="0" dirty="0">
                              <a:solidFill>
                                <a:schemeClr val="tx1"/>
                              </a:solidFill>
                            </a:rPr>
                            <a:t>0.50</a:t>
                          </a:r>
                        </a:p>
                      </a:txBody>
                      <a:tcPr marL="103000" marR="103000" marT="51499" marB="51499"/>
                    </a:tc>
                    <a:tc>
                      <a:txBody>
                        <a:bodyPr/>
                        <a:lstStyle/>
                        <a:p>
                          <a:r>
                            <a:rPr lang="en-IN" sz="2000" b="1" dirty="0"/>
                            <a:t>0.64</a:t>
                          </a:r>
                        </a:p>
                      </a:txBody>
                      <a:tcPr marL="103000" marR="103000" marT="51499" marB="51499"/>
                    </a:tc>
                    <a:tc>
                      <a:txBody>
                        <a:bodyPr/>
                        <a:lstStyle/>
                        <a:p>
                          <a:r>
                            <a:rPr lang="en-IN" sz="2000" dirty="0"/>
                            <a:t>0.25</a:t>
                          </a:r>
                        </a:p>
                      </a:txBody>
                      <a:tcPr marL="103000" marR="103000" marT="51499" marB="51499"/>
                    </a:tc>
                    <a:extLst>
                      <a:ext uri="{0D108BD9-81ED-4DB2-BD59-A6C34878D82A}">
                        <a16:rowId xmlns:a16="http://schemas.microsoft.com/office/drawing/2014/main" val="325083919"/>
                      </a:ext>
                    </a:extLst>
                  </a:tr>
                  <a:tr h="417722">
                    <a:tc>
                      <a:txBody>
                        <a:bodyPr/>
                        <a:lstStyle/>
                        <a:p>
                          <a:r>
                            <a:rPr lang="en-IN" sz="2000" dirty="0"/>
                            <a:t>DEP+MPO</a:t>
                          </a:r>
                        </a:p>
                      </a:txBody>
                      <a:tcPr marL="103000" marR="103000" marT="51499" marB="51499"/>
                    </a:tc>
                    <a:tc>
                      <a:txBody>
                        <a:bodyPr/>
                        <a:lstStyle/>
                        <a:p>
                          <a:r>
                            <a:rPr lang="en-IN" sz="2000" b="0" dirty="0"/>
                            <a:t>0.56</a:t>
                          </a:r>
                        </a:p>
                      </a:txBody>
                      <a:tcPr marL="103000" marR="103000" marT="51499" marB="51499"/>
                    </a:tc>
                    <a:tc>
                      <a:txBody>
                        <a:bodyPr/>
                        <a:lstStyle/>
                        <a:p>
                          <a:r>
                            <a:rPr lang="en-IN" sz="2000" dirty="0"/>
                            <a:t>0.39</a:t>
                          </a:r>
                        </a:p>
                      </a:txBody>
                      <a:tcPr marL="103000" marR="103000" marT="51499" marB="51499"/>
                    </a:tc>
                    <a:tc>
                      <a:txBody>
                        <a:bodyPr/>
                        <a:lstStyle/>
                        <a:p>
                          <a:r>
                            <a:rPr lang="en-IN" sz="2000" dirty="0"/>
                            <a:t>0.18</a:t>
                          </a:r>
                        </a:p>
                      </a:txBody>
                      <a:tcPr marL="103000" marR="103000" marT="51499" marB="51499"/>
                    </a:tc>
                    <a:extLst>
                      <a:ext uri="{0D108BD9-81ED-4DB2-BD59-A6C34878D82A}">
                        <a16:rowId xmlns:a16="http://schemas.microsoft.com/office/drawing/2014/main" val="2097684449"/>
                      </a:ext>
                    </a:extLst>
                  </a:tr>
                  <a:tr h="725862">
                    <a:tc>
                      <a:txBody>
                        <a:bodyPr/>
                        <a:lstStyle/>
                        <a:p>
                          <a:endParaRPr lang="en-US"/>
                        </a:p>
                      </a:txBody>
                      <a:tcPr marL="103000" marR="103000" marT="51499" marB="51499">
                        <a:blipFill>
                          <a:blip r:embed="rId4"/>
                          <a:stretch>
                            <a:fillRect l="-310" t="-175000" r="-147368" b="-100833"/>
                          </a:stretch>
                        </a:blipFill>
                      </a:tcPr>
                    </a:tc>
                    <a:tc>
                      <a:txBody>
                        <a:bodyPr/>
                        <a:lstStyle/>
                        <a:p>
                          <a:r>
                            <a:rPr lang="en-IN" sz="2000" b="1" dirty="0"/>
                            <a:t>0.59</a:t>
                          </a:r>
                        </a:p>
                      </a:txBody>
                      <a:tcPr marL="103000" marR="103000" marT="51499" marB="51499"/>
                    </a:tc>
                    <a:tc>
                      <a:txBody>
                        <a:bodyPr/>
                        <a:lstStyle/>
                        <a:p>
                          <a:r>
                            <a:rPr lang="en-IN" sz="2000" dirty="0"/>
                            <a:t>0.55</a:t>
                          </a:r>
                        </a:p>
                      </a:txBody>
                      <a:tcPr marL="103000" marR="103000" marT="51499" marB="51499"/>
                    </a:tc>
                    <a:tc>
                      <a:txBody>
                        <a:bodyPr/>
                        <a:lstStyle/>
                        <a:p>
                          <a:r>
                            <a:rPr lang="en-IN" sz="2000" b="0" dirty="0">
                              <a:solidFill>
                                <a:schemeClr val="tx1"/>
                              </a:solidFill>
                            </a:rPr>
                            <a:t>0.19</a:t>
                          </a:r>
                        </a:p>
                      </a:txBody>
                      <a:tcPr marL="103000" marR="103000" marT="51499" marB="51499"/>
                    </a:tc>
                    <a:extLst>
                      <a:ext uri="{0D108BD9-81ED-4DB2-BD59-A6C34878D82A}">
                        <a16:rowId xmlns:a16="http://schemas.microsoft.com/office/drawing/2014/main" val="57690313"/>
                      </a:ext>
                    </a:extLst>
                  </a:tr>
                  <a:tr h="725862">
                    <a:tc>
                      <a:txBody>
                        <a:bodyPr/>
                        <a:lstStyle/>
                        <a:p>
                          <a:endParaRPr lang="en-US"/>
                        </a:p>
                      </a:txBody>
                      <a:tcPr marL="103000" marR="103000" marT="51499" marB="51499">
                        <a:blipFill>
                          <a:blip r:embed="rId4"/>
                          <a:stretch>
                            <a:fillRect l="-310" t="-277311" r="-147368" b="-1681"/>
                          </a:stretch>
                        </a:blipFill>
                      </a:tcPr>
                    </a:tc>
                    <a:tc>
                      <a:txBody>
                        <a:bodyPr/>
                        <a:lstStyle/>
                        <a:p>
                          <a:r>
                            <a:rPr lang="en-IN" sz="2000" dirty="0"/>
                            <a:t>0.39</a:t>
                          </a:r>
                        </a:p>
                      </a:txBody>
                      <a:tcPr marL="103000" marR="103000" marT="51499" marB="51499"/>
                    </a:tc>
                    <a:tc>
                      <a:txBody>
                        <a:bodyPr/>
                        <a:lstStyle/>
                        <a:p>
                          <a:r>
                            <a:rPr lang="en-IN" sz="2000" b="0" dirty="0">
                              <a:solidFill>
                                <a:schemeClr val="tx1"/>
                              </a:solidFill>
                            </a:rPr>
                            <a:t>0.36</a:t>
                          </a:r>
                        </a:p>
                      </a:txBody>
                      <a:tcPr marL="103000" marR="103000" marT="51499" marB="51499"/>
                    </a:tc>
                    <a:tc>
                      <a:txBody>
                        <a:bodyPr/>
                        <a:lstStyle/>
                        <a:p>
                          <a:r>
                            <a:rPr lang="en-IN" sz="2000" b="1" dirty="0"/>
                            <a:t>0.31</a:t>
                          </a:r>
                        </a:p>
                      </a:txBody>
                      <a:tcPr marL="103000" marR="103000" marT="51499" marB="51499"/>
                    </a:tc>
                    <a:extLst>
                      <a:ext uri="{0D108BD9-81ED-4DB2-BD59-A6C34878D82A}">
                        <a16:rowId xmlns:a16="http://schemas.microsoft.com/office/drawing/2014/main" val="346943386"/>
                      </a:ext>
                    </a:extLst>
                  </a:tr>
                </a:tbl>
              </a:graphicData>
            </a:graphic>
          </p:graphicFrame>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CEBDB13C-E370-D036-6B61-3C59B09F9517}"/>
                  </a:ext>
                </a:extLst>
              </p14:cNvPr>
              <p14:cNvContentPartPr/>
              <p14:nvPr/>
            </p14:nvContentPartPr>
            <p14:xfrm>
              <a:off x="5054420" y="4213080"/>
              <a:ext cx="426240" cy="14400"/>
            </p14:xfrm>
          </p:contentPart>
        </mc:Choice>
        <mc:Fallback>
          <p:pic>
            <p:nvPicPr>
              <p:cNvPr id="8" name="Ink 7">
                <a:extLst>
                  <a:ext uri="{FF2B5EF4-FFF2-40B4-BE49-F238E27FC236}">
                    <a16:creationId xmlns:a16="http://schemas.microsoft.com/office/drawing/2014/main" id="{CEBDB13C-E370-D036-6B61-3C59B09F9517}"/>
                  </a:ext>
                </a:extLst>
              </p:cNvPr>
              <p:cNvPicPr/>
              <p:nvPr/>
            </p:nvPicPr>
            <p:blipFill>
              <a:blip r:embed="rId6"/>
              <a:stretch>
                <a:fillRect/>
              </a:stretch>
            </p:blipFill>
            <p:spPr>
              <a:xfrm>
                <a:off x="5018390" y="4139234"/>
                <a:ext cx="497941" cy="161723"/>
              </a:xfrm>
              <a:prstGeom prst="rect">
                <a:avLst/>
              </a:prstGeom>
            </p:spPr>
          </p:pic>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C25606CA-14D5-878F-0F3B-572FCFC7156F}"/>
                  </a:ext>
                </a:extLst>
              </p:cNvPr>
              <p:cNvGraphicFramePr>
                <a:graphicFrameLocks noGrp="1"/>
              </p:cNvGraphicFramePr>
              <p:nvPr>
                <p:extLst>
                  <p:ext uri="{D42A27DB-BD31-4B8C-83A1-F6EECF244321}">
                    <p14:modId xmlns:p14="http://schemas.microsoft.com/office/powerpoint/2010/main" val="3233858738"/>
                  </p:ext>
                </p:extLst>
              </p:nvPr>
            </p:nvGraphicFramePr>
            <p:xfrm>
              <a:off x="6414240" y="2046288"/>
              <a:ext cx="4851400" cy="3122612"/>
            </p:xfrm>
            <a:graphic>
              <a:graphicData uri="http://schemas.openxmlformats.org/drawingml/2006/table">
                <a:tbl>
                  <a:tblPr firstRow="1" bandRow="1">
                    <a:tableStyleId>{3C2FFA5D-87B4-456A-9821-1D502468CF0F}</a:tableStyleId>
                  </a:tblPr>
                  <a:tblGrid>
                    <a:gridCol w="1968179">
                      <a:extLst>
                        <a:ext uri="{9D8B030D-6E8A-4147-A177-3AD203B41FA5}">
                          <a16:colId xmlns:a16="http://schemas.microsoft.com/office/drawing/2014/main" val="2127410405"/>
                        </a:ext>
                      </a:extLst>
                    </a:gridCol>
                    <a:gridCol w="755599">
                      <a:extLst>
                        <a:ext uri="{9D8B030D-6E8A-4147-A177-3AD203B41FA5}">
                          <a16:colId xmlns:a16="http://schemas.microsoft.com/office/drawing/2014/main" val="2299462815"/>
                        </a:ext>
                      </a:extLst>
                    </a:gridCol>
                    <a:gridCol w="955139">
                      <a:extLst>
                        <a:ext uri="{9D8B030D-6E8A-4147-A177-3AD203B41FA5}">
                          <a16:colId xmlns:a16="http://schemas.microsoft.com/office/drawing/2014/main" val="3095309156"/>
                        </a:ext>
                      </a:extLst>
                    </a:gridCol>
                    <a:gridCol w="1172483">
                      <a:extLst>
                        <a:ext uri="{9D8B030D-6E8A-4147-A177-3AD203B41FA5}">
                          <a16:colId xmlns:a16="http://schemas.microsoft.com/office/drawing/2014/main" val="1737797987"/>
                        </a:ext>
                      </a:extLst>
                    </a:gridCol>
                  </a:tblGrid>
                  <a:tr h="417722">
                    <a:tc>
                      <a:txBody>
                        <a:bodyPr/>
                        <a:lstStyle/>
                        <a:p>
                          <a:r>
                            <a:rPr lang="en-IN" sz="2000" dirty="0"/>
                            <a:t>Condition</a:t>
                          </a:r>
                        </a:p>
                      </a:txBody>
                      <a:tcPr marL="103000" marR="103000" marT="51499" marB="51499"/>
                    </a:tc>
                    <a:tc>
                      <a:txBody>
                        <a:bodyPr/>
                        <a:lstStyle/>
                        <a:p>
                          <a:r>
                            <a:rPr lang="en-IN" sz="2000" dirty="0"/>
                            <a:t>Hip</a:t>
                          </a:r>
                        </a:p>
                      </a:txBody>
                      <a:tcPr marL="103000" marR="103000" marT="51499" marB="51499"/>
                    </a:tc>
                    <a:tc>
                      <a:txBody>
                        <a:bodyPr/>
                        <a:lstStyle/>
                        <a:p>
                          <a:r>
                            <a:rPr lang="en-IN" sz="2000" dirty="0"/>
                            <a:t>Knee</a:t>
                          </a:r>
                        </a:p>
                      </a:txBody>
                      <a:tcPr marL="103000" marR="103000" marT="51499" marB="51499"/>
                    </a:tc>
                    <a:tc>
                      <a:txBody>
                        <a:bodyPr/>
                        <a:lstStyle/>
                        <a:p>
                          <a:r>
                            <a:rPr lang="en-IN" sz="2000" dirty="0"/>
                            <a:t>Ankle</a:t>
                          </a:r>
                        </a:p>
                      </a:txBody>
                      <a:tcPr marL="103000" marR="103000" marT="51499" marB="51499"/>
                    </a:tc>
                    <a:extLst>
                      <a:ext uri="{0D108BD9-81ED-4DB2-BD59-A6C34878D82A}">
                        <a16:rowId xmlns:a16="http://schemas.microsoft.com/office/drawing/2014/main" val="1803787240"/>
                      </a:ext>
                    </a:extLst>
                  </a:tr>
                  <a:tr h="417722">
                    <a:tc>
                      <a:txBody>
                        <a:bodyPr/>
                        <a:lstStyle/>
                        <a:p>
                          <a:r>
                            <a:rPr lang="en-IN" sz="2000" dirty="0"/>
                            <a:t>MPO</a:t>
                          </a:r>
                        </a:p>
                      </a:txBody>
                      <a:tcPr marL="103000" marR="103000" marT="51499" marB="51499"/>
                    </a:tc>
                    <a:tc>
                      <a:txBody>
                        <a:bodyPr/>
                        <a:lstStyle/>
                        <a:p>
                          <a:r>
                            <a:rPr lang="en-IN" sz="2000" b="1" dirty="0">
                              <a:solidFill>
                                <a:schemeClr val="tx1"/>
                              </a:solidFill>
                            </a:rPr>
                            <a:t>0.65</a:t>
                          </a:r>
                        </a:p>
                      </a:txBody>
                      <a:tcPr marL="103000" marR="103000" marT="51499" marB="51499"/>
                    </a:tc>
                    <a:tc>
                      <a:txBody>
                        <a:bodyPr/>
                        <a:lstStyle/>
                        <a:p>
                          <a:r>
                            <a:rPr lang="en-IN" sz="2000" b="0" dirty="0"/>
                            <a:t>0.57</a:t>
                          </a:r>
                        </a:p>
                      </a:txBody>
                      <a:tcPr marL="103000" marR="103000" marT="51499" marB="51499"/>
                    </a:tc>
                    <a:tc>
                      <a:txBody>
                        <a:bodyPr/>
                        <a:lstStyle/>
                        <a:p>
                          <a:r>
                            <a:rPr lang="en-IN" sz="2000" dirty="0"/>
                            <a:t>0.26</a:t>
                          </a:r>
                        </a:p>
                      </a:txBody>
                      <a:tcPr marL="103000" marR="103000" marT="51499" marB="51499"/>
                    </a:tc>
                    <a:extLst>
                      <a:ext uri="{0D108BD9-81ED-4DB2-BD59-A6C34878D82A}">
                        <a16:rowId xmlns:a16="http://schemas.microsoft.com/office/drawing/2014/main" val="325083919"/>
                      </a:ext>
                    </a:extLst>
                  </a:tr>
                  <a:tr h="417722">
                    <a:tc>
                      <a:txBody>
                        <a:bodyPr/>
                        <a:lstStyle/>
                        <a:p>
                          <a:r>
                            <a:rPr lang="en-IN" sz="2000" dirty="0"/>
                            <a:t>DEP+MPO</a:t>
                          </a:r>
                        </a:p>
                      </a:txBody>
                      <a:tcPr marL="103000" marR="103000" marT="51499" marB="51499"/>
                    </a:tc>
                    <a:tc>
                      <a:txBody>
                        <a:bodyPr/>
                        <a:lstStyle/>
                        <a:p>
                          <a:r>
                            <a:rPr lang="en-IN" sz="2000" b="0" dirty="0"/>
                            <a:t>0.35</a:t>
                          </a:r>
                        </a:p>
                      </a:txBody>
                      <a:tcPr marL="103000" marR="103000" marT="51499" marB="51499"/>
                    </a:tc>
                    <a:tc>
                      <a:txBody>
                        <a:bodyPr/>
                        <a:lstStyle/>
                        <a:p>
                          <a:r>
                            <a:rPr lang="en-IN" sz="2000" dirty="0"/>
                            <a:t>0.36</a:t>
                          </a:r>
                        </a:p>
                      </a:txBody>
                      <a:tcPr marL="103000" marR="103000" marT="51499" marB="51499"/>
                    </a:tc>
                    <a:tc>
                      <a:txBody>
                        <a:bodyPr/>
                        <a:lstStyle/>
                        <a:p>
                          <a:r>
                            <a:rPr lang="en-IN" sz="2000" dirty="0"/>
                            <a:t>0.21</a:t>
                          </a:r>
                        </a:p>
                      </a:txBody>
                      <a:tcPr marL="103000" marR="103000" marT="51499" marB="51499"/>
                    </a:tc>
                    <a:extLst>
                      <a:ext uri="{0D108BD9-81ED-4DB2-BD59-A6C34878D82A}">
                        <a16:rowId xmlns:a16="http://schemas.microsoft.com/office/drawing/2014/main" val="2097684449"/>
                      </a:ext>
                    </a:extLst>
                  </a:tr>
                  <a:tr h="417722">
                    <a:tc>
                      <a:txBody>
                        <a:bodyPr/>
                        <a:lstStyle/>
                        <a:p>
                          <a:r>
                            <a:rPr lang="en-IN" sz="2000" dirty="0">
                              <a:solidFill>
                                <a:schemeClr val="tx1"/>
                              </a:solidFill>
                            </a:rPr>
                            <a:t>Prior </a:t>
                          </a:r>
                          <a:r>
                            <a:rPr lang="en-IN" sz="2000" b="1" dirty="0">
                              <a:solidFill>
                                <a:schemeClr val="tx1"/>
                              </a:solidFill>
                            </a:rPr>
                            <a:t>+ </a:t>
                          </a:r>
                          <a14:m>
                            <m:oMath xmlns:m="http://schemas.openxmlformats.org/officeDocument/2006/math">
                              <m:r>
                                <a:rPr lang="en-IN" sz="2000" b="1" smtClean="0">
                                  <a:solidFill>
                                    <a:schemeClr val="tx1"/>
                                  </a:solidFill>
                                  <a:latin typeface="Cambria Math" panose="02040503050406030204" pitchFamily="18" charset="0"/>
                                </a:rPr>
                                <m:t>𝝎</m:t>
                              </m:r>
                              <m:r>
                                <a:rPr lang="en-IN" sz="2000" b="1" smtClean="0">
                                  <a:solidFill>
                                    <a:schemeClr val="tx1"/>
                                  </a:solidFill>
                                  <a:latin typeface="Cambria Math" panose="02040503050406030204" pitchFamily="18" charset="0"/>
                                </a:rPr>
                                <m:t>=0</m:t>
                              </m:r>
                            </m:oMath>
                          </a14:m>
                          <a:r>
                            <a:rPr lang="en-IN" sz="2000" dirty="0">
                              <a:solidFill>
                                <a:schemeClr val="tx1"/>
                              </a:solidFill>
                            </a:rPr>
                            <a:t> </a:t>
                          </a:r>
                        </a:p>
                      </a:txBody>
                      <a:tcPr marL="103000" marR="103000" marT="51499" marB="51499"/>
                    </a:tc>
                    <a:tc>
                      <a:txBody>
                        <a:bodyPr/>
                        <a:lstStyle/>
                        <a:p>
                          <a:r>
                            <a:rPr lang="en-IN" sz="2000" dirty="0"/>
                            <a:t>0.16</a:t>
                          </a:r>
                        </a:p>
                      </a:txBody>
                      <a:tcPr marL="103000" marR="103000" marT="51499" marB="51499"/>
                    </a:tc>
                    <a:tc>
                      <a:txBody>
                        <a:bodyPr/>
                        <a:lstStyle/>
                        <a:p>
                          <a:r>
                            <a:rPr lang="en-IN" sz="2000" dirty="0"/>
                            <a:t>0.23</a:t>
                          </a:r>
                        </a:p>
                      </a:txBody>
                      <a:tcPr marL="103000" marR="103000" marT="51499" marB="51499"/>
                    </a:tc>
                    <a:tc>
                      <a:txBody>
                        <a:bodyPr/>
                        <a:lstStyle/>
                        <a:p>
                          <a:r>
                            <a:rPr lang="en-IN" sz="2000" dirty="0"/>
                            <a:t>0.27</a:t>
                          </a:r>
                        </a:p>
                      </a:txBody>
                      <a:tcPr marL="103000" marR="103000" marT="51499" marB="51499"/>
                    </a:tc>
                    <a:extLst>
                      <a:ext uri="{0D108BD9-81ED-4DB2-BD59-A6C34878D82A}">
                        <a16:rowId xmlns:a16="http://schemas.microsoft.com/office/drawing/2014/main" val="2002679815"/>
                      </a:ext>
                    </a:extLst>
                  </a:tr>
                  <a:tr h="7258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solidFill>
                                <a:schemeClr val="tx1"/>
                              </a:solidFill>
                            </a:rPr>
                            <a:t>Prior </a:t>
                          </a:r>
                          <a:r>
                            <a:rPr lang="en-IN" sz="2000" b="1" dirty="0">
                              <a:solidFill>
                                <a:schemeClr val="tx1"/>
                              </a:solidFill>
                            </a:rPr>
                            <a:t>+ </a:t>
                          </a:r>
                          <a14:m>
                            <m:oMath xmlns:m="http://schemas.openxmlformats.org/officeDocument/2006/math">
                              <m:r>
                                <a:rPr lang="en-IN" sz="2000" b="1" smtClean="0">
                                  <a:solidFill>
                                    <a:schemeClr val="tx1"/>
                                  </a:solidFill>
                                  <a:latin typeface="Cambria Math" panose="02040503050406030204" pitchFamily="18" charset="0"/>
                                </a:rPr>
                                <m:t>𝝎</m:t>
                              </m:r>
                              <m:r>
                                <a:rPr lang="en-IN" sz="2000" b="1" smtClean="0">
                                  <a:solidFill>
                                    <a:schemeClr val="tx1"/>
                                  </a:solidFill>
                                  <a:latin typeface="Cambria Math" panose="02040503050406030204" pitchFamily="18" charset="0"/>
                                </a:rPr>
                                <m:t>=0.1</m:t>
                              </m:r>
                            </m:oMath>
                          </a14:m>
                          <a:r>
                            <a:rPr lang="en-IN" sz="2000" dirty="0">
                              <a:solidFill>
                                <a:schemeClr val="tx1"/>
                              </a:solidFill>
                            </a:rPr>
                            <a:t> </a:t>
                          </a:r>
                        </a:p>
                        <a:p>
                          <a:endParaRPr lang="en-IN" sz="2000" dirty="0">
                            <a:solidFill>
                              <a:schemeClr val="tx1"/>
                            </a:solidFill>
                          </a:endParaRPr>
                        </a:p>
                      </a:txBody>
                      <a:tcPr marL="103000" marR="103000" marT="51499" marB="51499"/>
                    </a:tc>
                    <a:tc>
                      <a:txBody>
                        <a:bodyPr/>
                        <a:lstStyle/>
                        <a:p>
                          <a:r>
                            <a:rPr lang="en-IN" sz="2000" b="0" dirty="0"/>
                            <a:t>0.31</a:t>
                          </a:r>
                        </a:p>
                      </a:txBody>
                      <a:tcPr marL="103000" marR="103000" marT="51499" marB="51499"/>
                    </a:tc>
                    <a:tc>
                      <a:txBody>
                        <a:bodyPr/>
                        <a:lstStyle/>
                        <a:p>
                          <a:r>
                            <a:rPr lang="en-IN" sz="2000" dirty="0"/>
                            <a:t>0.26</a:t>
                          </a:r>
                        </a:p>
                      </a:txBody>
                      <a:tcPr marL="103000" marR="103000" marT="51499" marB="51499"/>
                    </a:tc>
                    <a:tc>
                      <a:txBody>
                        <a:bodyPr/>
                        <a:lstStyle/>
                        <a:p>
                          <a:r>
                            <a:rPr lang="en-IN" sz="2000" b="0" dirty="0">
                              <a:solidFill>
                                <a:schemeClr val="tx1"/>
                              </a:solidFill>
                            </a:rPr>
                            <a:t>0.24</a:t>
                          </a:r>
                        </a:p>
                      </a:txBody>
                      <a:tcPr marL="103000" marR="103000" marT="51499" marB="51499"/>
                    </a:tc>
                    <a:extLst>
                      <a:ext uri="{0D108BD9-81ED-4DB2-BD59-A6C34878D82A}">
                        <a16:rowId xmlns:a16="http://schemas.microsoft.com/office/drawing/2014/main" val="57690313"/>
                      </a:ext>
                    </a:extLst>
                  </a:tr>
                  <a:tr h="7258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solidFill>
                                <a:schemeClr val="tx1"/>
                              </a:solidFill>
                            </a:rPr>
                            <a:t>Prior </a:t>
                          </a:r>
                          <a:r>
                            <a:rPr lang="en-IN" sz="2000" b="1" dirty="0">
                              <a:solidFill>
                                <a:schemeClr val="tx1"/>
                              </a:solidFill>
                            </a:rPr>
                            <a:t>+ </a:t>
                          </a:r>
                          <a14:m>
                            <m:oMath xmlns:m="http://schemas.openxmlformats.org/officeDocument/2006/math">
                              <m:r>
                                <a:rPr lang="en-IN" sz="2000" b="1" smtClean="0">
                                  <a:solidFill>
                                    <a:schemeClr val="tx1"/>
                                  </a:solidFill>
                                  <a:latin typeface="Cambria Math" panose="02040503050406030204" pitchFamily="18" charset="0"/>
                                </a:rPr>
                                <m:t>𝝎</m:t>
                              </m:r>
                              <m:r>
                                <a:rPr lang="en-IN" sz="2000" b="1" smtClean="0">
                                  <a:solidFill>
                                    <a:schemeClr val="tx1"/>
                                  </a:solidFill>
                                  <a:latin typeface="Cambria Math" panose="02040503050406030204" pitchFamily="18" charset="0"/>
                                </a:rPr>
                                <m:t>=0.5</m:t>
                              </m:r>
                            </m:oMath>
                          </a14:m>
                          <a:r>
                            <a:rPr lang="en-IN" sz="2000" dirty="0">
                              <a:solidFill>
                                <a:schemeClr val="tx1"/>
                              </a:solidFill>
                            </a:rPr>
                            <a:t> </a:t>
                          </a:r>
                        </a:p>
                        <a:p>
                          <a:endParaRPr lang="en-IN" sz="2000" dirty="0">
                            <a:solidFill>
                              <a:schemeClr val="tx1"/>
                            </a:solidFill>
                          </a:endParaRPr>
                        </a:p>
                      </a:txBody>
                      <a:tcPr marL="103000" marR="103000" marT="51499" marB="51499"/>
                    </a:tc>
                    <a:tc>
                      <a:txBody>
                        <a:bodyPr/>
                        <a:lstStyle/>
                        <a:p>
                          <a:r>
                            <a:rPr lang="en-IN" sz="2000" dirty="0"/>
                            <a:t>0.54</a:t>
                          </a:r>
                        </a:p>
                      </a:txBody>
                      <a:tcPr marL="103000" marR="103000" marT="51499" marB="51499"/>
                    </a:tc>
                    <a:tc>
                      <a:txBody>
                        <a:bodyPr/>
                        <a:lstStyle/>
                        <a:p>
                          <a:r>
                            <a:rPr lang="en-IN" sz="2000" b="1" dirty="0">
                              <a:solidFill>
                                <a:schemeClr val="tx1"/>
                              </a:solidFill>
                            </a:rPr>
                            <a:t>0.60</a:t>
                          </a:r>
                        </a:p>
                      </a:txBody>
                      <a:tcPr marL="103000" marR="103000" marT="51499" marB="51499"/>
                    </a:tc>
                    <a:tc>
                      <a:txBody>
                        <a:bodyPr/>
                        <a:lstStyle/>
                        <a:p>
                          <a:r>
                            <a:rPr lang="en-IN" sz="2000" b="1" dirty="0"/>
                            <a:t>0.28</a:t>
                          </a:r>
                        </a:p>
                      </a:txBody>
                      <a:tcPr marL="103000" marR="103000" marT="51499" marB="51499"/>
                    </a:tc>
                    <a:extLst>
                      <a:ext uri="{0D108BD9-81ED-4DB2-BD59-A6C34878D82A}">
                        <a16:rowId xmlns:a16="http://schemas.microsoft.com/office/drawing/2014/main" val="346943386"/>
                      </a:ext>
                    </a:extLst>
                  </a:tr>
                </a:tbl>
              </a:graphicData>
            </a:graphic>
          </p:graphicFrame>
        </mc:Choice>
        <mc:Fallback xmlns="">
          <p:graphicFrame>
            <p:nvGraphicFramePr>
              <p:cNvPr id="10" name="Table 9">
                <a:extLst>
                  <a:ext uri="{FF2B5EF4-FFF2-40B4-BE49-F238E27FC236}">
                    <a16:creationId xmlns:a16="http://schemas.microsoft.com/office/drawing/2014/main" id="{C25606CA-14D5-878F-0F3B-572FCFC7156F}"/>
                  </a:ext>
                </a:extLst>
              </p:cNvPr>
              <p:cNvGraphicFramePr>
                <a:graphicFrameLocks noGrp="1"/>
              </p:cNvGraphicFramePr>
              <p:nvPr>
                <p:extLst>
                  <p:ext uri="{D42A27DB-BD31-4B8C-83A1-F6EECF244321}">
                    <p14:modId xmlns:p14="http://schemas.microsoft.com/office/powerpoint/2010/main" val="3233858738"/>
                  </p:ext>
                </p:extLst>
              </p:nvPr>
            </p:nvGraphicFramePr>
            <p:xfrm>
              <a:off x="6414240" y="2046288"/>
              <a:ext cx="4851400" cy="3122612"/>
            </p:xfrm>
            <a:graphic>
              <a:graphicData uri="http://schemas.openxmlformats.org/drawingml/2006/table">
                <a:tbl>
                  <a:tblPr firstRow="1" bandRow="1">
                    <a:tableStyleId>{3C2FFA5D-87B4-456A-9821-1D502468CF0F}</a:tableStyleId>
                  </a:tblPr>
                  <a:tblGrid>
                    <a:gridCol w="1968179">
                      <a:extLst>
                        <a:ext uri="{9D8B030D-6E8A-4147-A177-3AD203B41FA5}">
                          <a16:colId xmlns:a16="http://schemas.microsoft.com/office/drawing/2014/main" val="2127410405"/>
                        </a:ext>
                      </a:extLst>
                    </a:gridCol>
                    <a:gridCol w="755599">
                      <a:extLst>
                        <a:ext uri="{9D8B030D-6E8A-4147-A177-3AD203B41FA5}">
                          <a16:colId xmlns:a16="http://schemas.microsoft.com/office/drawing/2014/main" val="2299462815"/>
                        </a:ext>
                      </a:extLst>
                    </a:gridCol>
                    <a:gridCol w="955139">
                      <a:extLst>
                        <a:ext uri="{9D8B030D-6E8A-4147-A177-3AD203B41FA5}">
                          <a16:colId xmlns:a16="http://schemas.microsoft.com/office/drawing/2014/main" val="3095309156"/>
                        </a:ext>
                      </a:extLst>
                    </a:gridCol>
                    <a:gridCol w="1172483">
                      <a:extLst>
                        <a:ext uri="{9D8B030D-6E8A-4147-A177-3AD203B41FA5}">
                          <a16:colId xmlns:a16="http://schemas.microsoft.com/office/drawing/2014/main" val="1737797987"/>
                        </a:ext>
                      </a:extLst>
                    </a:gridCol>
                  </a:tblGrid>
                  <a:tr h="417722">
                    <a:tc>
                      <a:txBody>
                        <a:bodyPr/>
                        <a:lstStyle/>
                        <a:p>
                          <a:r>
                            <a:rPr lang="en-IN" sz="2000" dirty="0"/>
                            <a:t>Condition</a:t>
                          </a:r>
                        </a:p>
                      </a:txBody>
                      <a:tcPr marL="103000" marR="103000" marT="51499" marB="51499"/>
                    </a:tc>
                    <a:tc>
                      <a:txBody>
                        <a:bodyPr/>
                        <a:lstStyle/>
                        <a:p>
                          <a:r>
                            <a:rPr lang="en-IN" sz="2000" dirty="0"/>
                            <a:t>Hip</a:t>
                          </a:r>
                        </a:p>
                      </a:txBody>
                      <a:tcPr marL="103000" marR="103000" marT="51499" marB="51499"/>
                    </a:tc>
                    <a:tc>
                      <a:txBody>
                        <a:bodyPr/>
                        <a:lstStyle/>
                        <a:p>
                          <a:r>
                            <a:rPr lang="en-IN" sz="2000" dirty="0"/>
                            <a:t>Knee</a:t>
                          </a:r>
                        </a:p>
                      </a:txBody>
                      <a:tcPr marL="103000" marR="103000" marT="51499" marB="51499"/>
                    </a:tc>
                    <a:tc>
                      <a:txBody>
                        <a:bodyPr/>
                        <a:lstStyle/>
                        <a:p>
                          <a:r>
                            <a:rPr lang="en-IN" sz="2000" dirty="0"/>
                            <a:t>Ankle</a:t>
                          </a:r>
                        </a:p>
                      </a:txBody>
                      <a:tcPr marL="103000" marR="103000" marT="51499" marB="51499"/>
                    </a:tc>
                    <a:extLst>
                      <a:ext uri="{0D108BD9-81ED-4DB2-BD59-A6C34878D82A}">
                        <a16:rowId xmlns:a16="http://schemas.microsoft.com/office/drawing/2014/main" val="1803787240"/>
                      </a:ext>
                    </a:extLst>
                  </a:tr>
                  <a:tr h="417722">
                    <a:tc>
                      <a:txBody>
                        <a:bodyPr/>
                        <a:lstStyle/>
                        <a:p>
                          <a:r>
                            <a:rPr lang="en-IN" sz="2000" dirty="0"/>
                            <a:t>MPO</a:t>
                          </a:r>
                        </a:p>
                      </a:txBody>
                      <a:tcPr marL="103000" marR="103000" marT="51499" marB="51499"/>
                    </a:tc>
                    <a:tc>
                      <a:txBody>
                        <a:bodyPr/>
                        <a:lstStyle/>
                        <a:p>
                          <a:r>
                            <a:rPr lang="en-IN" sz="2000" b="1" dirty="0">
                              <a:solidFill>
                                <a:schemeClr val="tx1"/>
                              </a:solidFill>
                            </a:rPr>
                            <a:t>0.65</a:t>
                          </a:r>
                        </a:p>
                      </a:txBody>
                      <a:tcPr marL="103000" marR="103000" marT="51499" marB="51499"/>
                    </a:tc>
                    <a:tc>
                      <a:txBody>
                        <a:bodyPr/>
                        <a:lstStyle/>
                        <a:p>
                          <a:r>
                            <a:rPr lang="en-IN" sz="2000" b="0" dirty="0"/>
                            <a:t>0.57</a:t>
                          </a:r>
                        </a:p>
                      </a:txBody>
                      <a:tcPr marL="103000" marR="103000" marT="51499" marB="51499"/>
                    </a:tc>
                    <a:tc>
                      <a:txBody>
                        <a:bodyPr/>
                        <a:lstStyle/>
                        <a:p>
                          <a:r>
                            <a:rPr lang="en-IN" sz="2000" dirty="0"/>
                            <a:t>0.26</a:t>
                          </a:r>
                        </a:p>
                      </a:txBody>
                      <a:tcPr marL="103000" marR="103000" marT="51499" marB="51499"/>
                    </a:tc>
                    <a:extLst>
                      <a:ext uri="{0D108BD9-81ED-4DB2-BD59-A6C34878D82A}">
                        <a16:rowId xmlns:a16="http://schemas.microsoft.com/office/drawing/2014/main" val="325083919"/>
                      </a:ext>
                    </a:extLst>
                  </a:tr>
                  <a:tr h="417722">
                    <a:tc>
                      <a:txBody>
                        <a:bodyPr/>
                        <a:lstStyle/>
                        <a:p>
                          <a:r>
                            <a:rPr lang="en-IN" sz="2000" dirty="0"/>
                            <a:t>DEP+MPO</a:t>
                          </a:r>
                        </a:p>
                      </a:txBody>
                      <a:tcPr marL="103000" marR="103000" marT="51499" marB="51499"/>
                    </a:tc>
                    <a:tc>
                      <a:txBody>
                        <a:bodyPr/>
                        <a:lstStyle/>
                        <a:p>
                          <a:r>
                            <a:rPr lang="en-IN" sz="2000" b="0" dirty="0"/>
                            <a:t>0.35</a:t>
                          </a:r>
                        </a:p>
                      </a:txBody>
                      <a:tcPr marL="103000" marR="103000" marT="51499" marB="51499"/>
                    </a:tc>
                    <a:tc>
                      <a:txBody>
                        <a:bodyPr/>
                        <a:lstStyle/>
                        <a:p>
                          <a:r>
                            <a:rPr lang="en-IN" sz="2000" dirty="0"/>
                            <a:t>0.36</a:t>
                          </a:r>
                        </a:p>
                      </a:txBody>
                      <a:tcPr marL="103000" marR="103000" marT="51499" marB="51499"/>
                    </a:tc>
                    <a:tc>
                      <a:txBody>
                        <a:bodyPr/>
                        <a:lstStyle/>
                        <a:p>
                          <a:r>
                            <a:rPr lang="en-IN" sz="2000" dirty="0"/>
                            <a:t>0.21</a:t>
                          </a:r>
                        </a:p>
                      </a:txBody>
                      <a:tcPr marL="103000" marR="103000" marT="51499" marB="51499"/>
                    </a:tc>
                    <a:extLst>
                      <a:ext uri="{0D108BD9-81ED-4DB2-BD59-A6C34878D82A}">
                        <a16:rowId xmlns:a16="http://schemas.microsoft.com/office/drawing/2014/main" val="2097684449"/>
                      </a:ext>
                    </a:extLst>
                  </a:tr>
                  <a:tr h="417722">
                    <a:tc>
                      <a:txBody>
                        <a:bodyPr/>
                        <a:lstStyle/>
                        <a:p>
                          <a:endParaRPr lang="en-US"/>
                        </a:p>
                      </a:txBody>
                      <a:tcPr marL="103000" marR="103000" marT="51499" marB="51499">
                        <a:blipFill>
                          <a:blip r:embed="rId10"/>
                          <a:stretch>
                            <a:fillRect l="-310" t="-304348" r="-147368" b="-347826"/>
                          </a:stretch>
                        </a:blipFill>
                      </a:tcPr>
                    </a:tc>
                    <a:tc>
                      <a:txBody>
                        <a:bodyPr/>
                        <a:lstStyle/>
                        <a:p>
                          <a:r>
                            <a:rPr lang="en-IN" sz="2000" dirty="0"/>
                            <a:t>0.16</a:t>
                          </a:r>
                        </a:p>
                      </a:txBody>
                      <a:tcPr marL="103000" marR="103000" marT="51499" marB="51499"/>
                    </a:tc>
                    <a:tc>
                      <a:txBody>
                        <a:bodyPr/>
                        <a:lstStyle/>
                        <a:p>
                          <a:r>
                            <a:rPr lang="en-IN" sz="2000" dirty="0"/>
                            <a:t>0.23</a:t>
                          </a:r>
                        </a:p>
                      </a:txBody>
                      <a:tcPr marL="103000" marR="103000" marT="51499" marB="51499"/>
                    </a:tc>
                    <a:tc>
                      <a:txBody>
                        <a:bodyPr/>
                        <a:lstStyle/>
                        <a:p>
                          <a:r>
                            <a:rPr lang="en-IN" sz="2000" dirty="0"/>
                            <a:t>0.27</a:t>
                          </a:r>
                        </a:p>
                      </a:txBody>
                      <a:tcPr marL="103000" marR="103000" marT="51499" marB="51499"/>
                    </a:tc>
                    <a:extLst>
                      <a:ext uri="{0D108BD9-81ED-4DB2-BD59-A6C34878D82A}">
                        <a16:rowId xmlns:a16="http://schemas.microsoft.com/office/drawing/2014/main" val="2002679815"/>
                      </a:ext>
                    </a:extLst>
                  </a:tr>
                  <a:tr h="725862">
                    <a:tc>
                      <a:txBody>
                        <a:bodyPr/>
                        <a:lstStyle/>
                        <a:p>
                          <a:endParaRPr lang="en-US"/>
                        </a:p>
                      </a:txBody>
                      <a:tcPr marL="103000" marR="103000" marT="51499" marB="51499">
                        <a:blipFill>
                          <a:blip r:embed="rId10"/>
                          <a:stretch>
                            <a:fillRect l="-310" t="-234454" r="-147368" b="-101681"/>
                          </a:stretch>
                        </a:blipFill>
                      </a:tcPr>
                    </a:tc>
                    <a:tc>
                      <a:txBody>
                        <a:bodyPr/>
                        <a:lstStyle/>
                        <a:p>
                          <a:r>
                            <a:rPr lang="en-IN" sz="2000" b="0" dirty="0"/>
                            <a:t>0.31</a:t>
                          </a:r>
                        </a:p>
                      </a:txBody>
                      <a:tcPr marL="103000" marR="103000" marT="51499" marB="51499"/>
                    </a:tc>
                    <a:tc>
                      <a:txBody>
                        <a:bodyPr/>
                        <a:lstStyle/>
                        <a:p>
                          <a:r>
                            <a:rPr lang="en-IN" sz="2000" dirty="0"/>
                            <a:t>0.26</a:t>
                          </a:r>
                        </a:p>
                      </a:txBody>
                      <a:tcPr marL="103000" marR="103000" marT="51499" marB="51499"/>
                    </a:tc>
                    <a:tc>
                      <a:txBody>
                        <a:bodyPr/>
                        <a:lstStyle/>
                        <a:p>
                          <a:r>
                            <a:rPr lang="en-IN" sz="2000" b="0" dirty="0">
                              <a:solidFill>
                                <a:schemeClr val="tx1"/>
                              </a:solidFill>
                            </a:rPr>
                            <a:t>0.24</a:t>
                          </a:r>
                        </a:p>
                      </a:txBody>
                      <a:tcPr marL="103000" marR="103000" marT="51499" marB="51499"/>
                    </a:tc>
                    <a:extLst>
                      <a:ext uri="{0D108BD9-81ED-4DB2-BD59-A6C34878D82A}">
                        <a16:rowId xmlns:a16="http://schemas.microsoft.com/office/drawing/2014/main" val="57690313"/>
                      </a:ext>
                    </a:extLst>
                  </a:tr>
                  <a:tr h="725862">
                    <a:tc>
                      <a:txBody>
                        <a:bodyPr/>
                        <a:lstStyle/>
                        <a:p>
                          <a:endParaRPr lang="en-US"/>
                        </a:p>
                      </a:txBody>
                      <a:tcPr marL="103000" marR="103000" marT="51499" marB="51499">
                        <a:blipFill>
                          <a:blip r:embed="rId10"/>
                          <a:stretch>
                            <a:fillRect l="-310" t="-334454" r="-147368" b="-1681"/>
                          </a:stretch>
                        </a:blipFill>
                      </a:tcPr>
                    </a:tc>
                    <a:tc>
                      <a:txBody>
                        <a:bodyPr/>
                        <a:lstStyle/>
                        <a:p>
                          <a:r>
                            <a:rPr lang="en-IN" sz="2000" dirty="0"/>
                            <a:t>0.54</a:t>
                          </a:r>
                        </a:p>
                      </a:txBody>
                      <a:tcPr marL="103000" marR="103000" marT="51499" marB="51499"/>
                    </a:tc>
                    <a:tc>
                      <a:txBody>
                        <a:bodyPr/>
                        <a:lstStyle/>
                        <a:p>
                          <a:r>
                            <a:rPr lang="en-IN" sz="2000" b="1" dirty="0">
                              <a:solidFill>
                                <a:schemeClr val="tx1"/>
                              </a:solidFill>
                            </a:rPr>
                            <a:t>0.60</a:t>
                          </a:r>
                        </a:p>
                      </a:txBody>
                      <a:tcPr marL="103000" marR="103000" marT="51499" marB="51499"/>
                    </a:tc>
                    <a:tc>
                      <a:txBody>
                        <a:bodyPr/>
                        <a:lstStyle/>
                        <a:p>
                          <a:r>
                            <a:rPr lang="en-IN" sz="2000" b="1" dirty="0"/>
                            <a:t>0.28</a:t>
                          </a:r>
                        </a:p>
                      </a:txBody>
                      <a:tcPr marL="103000" marR="103000" marT="51499" marB="51499"/>
                    </a:tc>
                    <a:extLst>
                      <a:ext uri="{0D108BD9-81ED-4DB2-BD59-A6C34878D82A}">
                        <a16:rowId xmlns:a16="http://schemas.microsoft.com/office/drawing/2014/main" val="346943386"/>
                      </a:ext>
                    </a:extLst>
                  </a:tr>
                </a:tbl>
              </a:graphicData>
            </a:graphic>
          </p:graphicFrame>
        </mc:Fallback>
      </mc:AlternateContent>
      <p:sp>
        <p:nvSpPr>
          <p:cNvPr id="12" name="TextBox 11">
            <a:extLst>
              <a:ext uri="{FF2B5EF4-FFF2-40B4-BE49-F238E27FC236}">
                <a16:creationId xmlns:a16="http://schemas.microsoft.com/office/drawing/2014/main" id="{AEA99C5E-4953-9D37-1172-462FE9D5EE22}"/>
              </a:ext>
            </a:extLst>
          </p:cNvPr>
          <p:cNvSpPr txBox="1"/>
          <p:nvPr/>
        </p:nvSpPr>
        <p:spPr>
          <a:xfrm>
            <a:off x="3298827" y="1646178"/>
            <a:ext cx="969585" cy="400110"/>
          </a:xfrm>
          <a:prstGeom prst="rect">
            <a:avLst/>
          </a:prstGeom>
          <a:noFill/>
        </p:spPr>
        <p:txBody>
          <a:bodyPr wrap="square">
            <a:spAutoFit/>
          </a:bodyPr>
          <a:lstStyle/>
          <a:p>
            <a:r>
              <a:rPr lang="en-IN" sz="2000" b="1" dirty="0">
                <a:solidFill>
                  <a:schemeClr val="accent6">
                    <a:lumMod val="40000"/>
                    <a:lumOff val="60000"/>
                  </a:schemeClr>
                </a:solidFill>
              </a:rPr>
              <a:t>H1622</a:t>
            </a:r>
            <a:endParaRPr lang="en-IN" sz="2000" dirty="0">
              <a:solidFill>
                <a:schemeClr val="accent6">
                  <a:lumMod val="40000"/>
                  <a:lumOff val="60000"/>
                </a:schemeClr>
              </a:solidFill>
            </a:endParaRPr>
          </a:p>
        </p:txBody>
      </p:sp>
      <p:sp>
        <p:nvSpPr>
          <p:cNvPr id="14" name="TextBox 13">
            <a:extLst>
              <a:ext uri="{FF2B5EF4-FFF2-40B4-BE49-F238E27FC236}">
                <a16:creationId xmlns:a16="http://schemas.microsoft.com/office/drawing/2014/main" id="{76914158-1F0F-5AF4-D180-D4CE9F4D666A}"/>
              </a:ext>
            </a:extLst>
          </p:cNvPr>
          <p:cNvSpPr txBox="1"/>
          <p:nvPr/>
        </p:nvSpPr>
        <p:spPr>
          <a:xfrm>
            <a:off x="8355147" y="1646178"/>
            <a:ext cx="969585" cy="400110"/>
          </a:xfrm>
          <a:prstGeom prst="rect">
            <a:avLst/>
          </a:prstGeom>
          <a:noFill/>
        </p:spPr>
        <p:txBody>
          <a:bodyPr wrap="square">
            <a:spAutoFit/>
          </a:bodyPr>
          <a:lstStyle/>
          <a:p>
            <a:r>
              <a:rPr lang="en-IN" sz="2000" b="1" dirty="0">
                <a:solidFill>
                  <a:schemeClr val="accent6">
                    <a:lumMod val="40000"/>
                    <a:lumOff val="60000"/>
                  </a:schemeClr>
                </a:solidFill>
              </a:rPr>
              <a:t>H2190</a:t>
            </a:r>
            <a:endParaRPr lang="en-IN" sz="2000" dirty="0">
              <a:solidFill>
                <a:schemeClr val="accent6">
                  <a:lumMod val="40000"/>
                  <a:lumOff val="60000"/>
                </a:schemeClr>
              </a:solidFill>
            </a:endParaRPr>
          </a:p>
        </p:txBody>
      </p:sp>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141A2F3A-82A2-99C6-2C7E-EF87CF2B7924}"/>
                  </a:ext>
                </a:extLst>
              </p14:cNvPr>
              <p14:cNvContentPartPr/>
              <p14:nvPr/>
            </p14:nvContentPartPr>
            <p14:xfrm>
              <a:off x="8508980" y="2641600"/>
              <a:ext cx="481680" cy="360"/>
            </p14:xfrm>
          </p:contentPart>
        </mc:Choice>
        <mc:Fallback xmlns="">
          <p:pic>
            <p:nvPicPr>
              <p:cNvPr id="15" name="Ink 14">
                <a:extLst>
                  <a:ext uri="{FF2B5EF4-FFF2-40B4-BE49-F238E27FC236}">
                    <a16:creationId xmlns:a16="http://schemas.microsoft.com/office/drawing/2014/main" id="{141A2F3A-82A2-99C6-2C7E-EF87CF2B7924}"/>
                  </a:ext>
                </a:extLst>
              </p:cNvPr>
              <p:cNvPicPr/>
              <p:nvPr/>
            </p:nvPicPr>
            <p:blipFill>
              <a:blip r:embed="rId12"/>
              <a:stretch>
                <a:fillRect/>
              </a:stretch>
            </p:blipFill>
            <p:spPr>
              <a:xfrm>
                <a:off x="8472980" y="2569600"/>
                <a:ext cx="55332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B5417B79-4143-A610-C7FC-3FEAE6A99BEC}"/>
                  </a:ext>
                </a:extLst>
              </p14:cNvPr>
              <p14:cNvContentPartPr/>
              <p14:nvPr/>
            </p14:nvContentPartPr>
            <p14:xfrm>
              <a:off x="9258140" y="4622680"/>
              <a:ext cx="470160" cy="38520"/>
            </p14:xfrm>
          </p:contentPart>
        </mc:Choice>
        <mc:Fallback xmlns="">
          <p:pic>
            <p:nvPicPr>
              <p:cNvPr id="17" name="Ink 16">
                <a:extLst>
                  <a:ext uri="{FF2B5EF4-FFF2-40B4-BE49-F238E27FC236}">
                    <a16:creationId xmlns:a16="http://schemas.microsoft.com/office/drawing/2014/main" id="{B5417B79-4143-A610-C7FC-3FEAE6A99BEC}"/>
                  </a:ext>
                </a:extLst>
              </p:cNvPr>
              <p:cNvPicPr/>
              <p:nvPr/>
            </p:nvPicPr>
            <p:blipFill>
              <a:blip r:embed="rId14"/>
              <a:stretch>
                <a:fillRect/>
              </a:stretch>
            </p:blipFill>
            <p:spPr>
              <a:xfrm>
                <a:off x="9222140" y="4550680"/>
                <a:ext cx="54180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1D235567-0562-A5BD-8327-99F9DDEC8BFD}"/>
                  </a:ext>
                </a:extLst>
              </p14:cNvPr>
              <p14:cNvContentPartPr/>
              <p14:nvPr/>
            </p14:nvContentPartPr>
            <p14:xfrm>
              <a:off x="10172540" y="4652920"/>
              <a:ext cx="558360" cy="8280"/>
            </p14:xfrm>
          </p:contentPart>
        </mc:Choice>
        <mc:Fallback xmlns="">
          <p:pic>
            <p:nvPicPr>
              <p:cNvPr id="18" name="Ink 17">
                <a:extLst>
                  <a:ext uri="{FF2B5EF4-FFF2-40B4-BE49-F238E27FC236}">
                    <a16:creationId xmlns:a16="http://schemas.microsoft.com/office/drawing/2014/main" id="{1D235567-0562-A5BD-8327-99F9DDEC8BFD}"/>
                  </a:ext>
                </a:extLst>
              </p:cNvPr>
              <p:cNvPicPr/>
              <p:nvPr/>
            </p:nvPicPr>
            <p:blipFill>
              <a:blip r:embed="rId16"/>
              <a:stretch>
                <a:fillRect/>
              </a:stretch>
            </p:blipFill>
            <p:spPr>
              <a:xfrm>
                <a:off x="10136540" y="4581280"/>
                <a:ext cx="630000" cy="151920"/>
              </a:xfrm>
              <a:prstGeom prst="rect">
                <a:avLst/>
              </a:prstGeom>
            </p:spPr>
          </p:pic>
        </mc:Fallback>
      </mc:AlternateContent>
      <p:sp>
        <p:nvSpPr>
          <p:cNvPr id="4" name="TextBox 3">
            <a:extLst>
              <a:ext uri="{FF2B5EF4-FFF2-40B4-BE49-F238E27FC236}">
                <a16:creationId xmlns:a16="http://schemas.microsoft.com/office/drawing/2014/main" id="{ECCDCCB3-413A-0C8F-CC19-721673672F89}"/>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17</a:t>
            </a:r>
          </a:p>
        </p:txBody>
      </p:sp>
      <p:cxnSp>
        <p:nvCxnSpPr>
          <p:cNvPr id="3" name="Straight Arrow Connector 2">
            <a:extLst>
              <a:ext uri="{FF2B5EF4-FFF2-40B4-BE49-F238E27FC236}">
                <a16:creationId xmlns:a16="http://schemas.microsoft.com/office/drawing/2014/main" id="{0FF4F005-60C7-86F6-5D05-4FFE4B725FD2}"/>
              </a:ext>
            </a:extLst>
          </p:cNvPr>
          <p:cNvCxnSpPr/>
          <p:nvPr/>
        </p:nvCxnSpPr>
        <p:spPr>
          <a:xfrm>
            <a:off x="3561859" y="3682683"/>
            <a:ext cx="0" cy="39116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A3B9D56-2973-3A37-C1E3-B94ADDFF2402}"/>
              </a:ext>
            </a:extLst>
          </p:cNvPr>
          <p:cNvCxnSpPr/>
          <p:nvPr/>
        </p:nvCxnSpPr>
        <p:spPr>
          <a:xfrm>
            <a:off x="4332140" y="3682683"/>
            <a:ext cx="0" cy="391160"/>
          </a:xfrm>
          <a:prstGeom prst="straightConnector1">
            <a:avLst/>
          </a:prstGeom>
          <a:ln>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A3B01D47-6DBE-80B1-96A3-DDFB3F2B89B3}"/>
                  </a:ext>
                </a:extLst>
              </p14:cNvPr>
              <p14:cNvContentPartPr/>
              <p14:nvPr/>
            </p14:nvContentPartPr>
            <p14:xfrm>
              <a:off x="4068900" y="2643780"/>
              <a:ext cx="518760" cy="720"/>
            </p14:xfrm>
          </p:contentPart>
        </mc:Choice>
        <mc:Fallback>
          <p:pic>
            <p:nvPicPr>
              <p:cNvPr id="13" name="Ink 12">
                <a:extLst>
                  <a:ext uri="{FF2B5EF4-FFF2-40B4-BE49-F238E27FC236}">
                    <a16:creationId xmlns:a16="http://schemas.microsoft.com/office/drawing/2014/main" id="{A3B01D47-6DBE-80B1-96A3-DDFB3F2B89B3}"/>
                  </a:ext>
                </a:extLst>
              </p:cNvPr>
              <p:cNvPicPr/>
              <p:nvPr/>
            </p:nvPicPr>
            <p:blipFill>
              <a:blip r:embed="rId18"/>
              <a:stretch>
                <a:fillRect/>
              </a:stretch>
            </p:blipFill>
            <p:spPr>
              <a:xfrm>
                <a:off x="4032900" y="2499780"/>
                <a:ext cx="59040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D849A8C7-A145-67E0-3E4B-7B80485B7A3E}"/>
                  </a:ext>
                </a:extLst>
              </p14:cNvPr>
              <p14:cNvContentPartPr/>
              <p14:nvPr/>
            </p14:nvContentPartPr>
            <p14:xfrm>
              <a:off x="3302479" y="3503803"/>
              <a:ext cx="518760" cy="720"/>
            </p14:xfrm>
          </p:contentPart>
        </mc:Choice>
        <mc:Fallback>
          <p:pic>
            <p:nvPicPr>
              <p:cNvPr id="16" name="Ink 15">
                <a:extLst>
                  <a:ext uri="{FF2B5EF4-FFF2-40B4-BE49-F238E27FC236}">
                    <a16:creationId xmlns:a16="http://schemas.microsoft.com/office/drawing/2014/main" id="{D849A8C7-A145-67E0-3E4B-7B80485B7A3E}"/>
                  </a:ext>
                </a:extLst>
              </p:cNvPr>
              <p:cNvPicPr/>
              <p:nvPr/>
            </p:nvPicPr>
            <p:blipFill>
              <a:blip r:embed="rId18"/>
              <a:stretch>
                <a:fillRect/>
              </a:stretch>
            </p:blipFill>
            <p:spPr>
              <a:xfrm>
                <a:off x="3266479" y="3359803"/>
                <a:ext cx="590400" cy="288000"/>
              </a:xfrm>
              <a:prstGeom prst="rect">
                <a:avLst/>
              </a:prstGeom>
            </p:spPr>
          </p:pic>
        </mc:Fallback>
      </mc:AlternateContent>
    </p:spTree>
    <p:extLst>
      <p:ext uri="{BB962C8B-B14F-4D97-AF65-F5344CB8AC3E}">
        <p14:creationId xmlns:p14="http://schemas.microsoft.com/office/powerpoint/2010/main" val="2467036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2CB96-4B68-8101-0E07-5657CD71986E}"/>
              </a:ext>
            </a:extLst>
          </p:cNvPr>
          <p:cNvSpPr>
            <a:spLocks noGrp="1"/>
          </p:cNvSpPr>
          <p:nvPr>
            <p:ph type="title"/>
          </p:nvPr>
        </p:nvSpPr>
        <p:spPr/>
        <p:txBody>
          <a:bodyPr/>
          <a:lstStyle/>
          <a:p>
            <a:r>
              <a:rPr lang="en-IN" b="1" dirty="0">
                <a:solidFill>
                  <a:srgbClr val="00B0F0"/>
                </a:solidFill>
              </a:rPr>
              <a:t>Test Effort</a:t>
            </a:r>
            <a:br>
              <a:rPr lang="en-IN" b="1" dirty="0">
                <a:solidFill>
                  <a:srgbClr val="00B0F0"/>
                </a:solidFill>
              </a:rPr>
            </a:br>
            <a:r>
              <a:rPr lang="en-IN" sz="2000" b="1" dirty="0">
                <a:solidFill>
                  <a:schemeClr val="bg1"/>
                </a:solidFill>
              </a:rPr>
              <a:t>Prior variants with roughly 10-15% lesser effort </a:t>
            </a:r>
            <a:endParaRPr lang="en-IN" sz="2800" b="1" dirty="0">
              <a:solidFill>
                <a:schemeClr val="bg1"/>
              </a:solidFill>
            </a:endParaRPr>
          </a:p>
        </p:txBody>
      </p:sp>
      <p:grpSp>
        <p:nvGrpSpPr>
          <p:cNvPr id="17" name="Group 16">
            <a:extLst>
              <a:ext uri="{FF2B5EF4-FFF2-40B4-BE49-F238E27FC236}">
                <a16:creationId xmlns:a16="http://schemas.microsoft.com/office/drawing/2014/main" id="{5E643D36-B558-57FE-8F16-67FC736632AB}"/>
              </a:ext>
            </a:extLst>
          </p:cNvPr>
          <p:cNvGrpSpPr/>
          <p:nvPr/>
        </p:nvGrpSpPr>
        <p:grpSpPr>
          <a:xfrm>
            <a:off x="7734171" y="233045"/>
            <a:ext cx="4074289" cy="1932972"/>
            <a:chOff x="1210197" y="2275205"/>
            <a:chExt cx="4074289" cy="1932972"/>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F5868AB-28D6-0B44-155E-FFD84651B0EE}"/>
                    </a:ext>
                  </a:extLst>
                </p:cNvPr>
                <p:cNvSpPr txBox="1"/>
                <p:nvPr/>
              </p:nvSpPr>
              <p:spPr>
                <a:xfrm>
                  <a:off x="1397000" y="2557659"/>
                  <a:ext cx="3516540" cy="1038489"/>
                </a:xfrm>
                <a:prstGeom prst="rect">
                  <a:avLst/>
                </a:prstGeom>
                <a:noFill/>
              </p:spPr>
              <p:txBody>
                <a:bodyPr wrap="none" lIns="0" tIns="0" rIns="0" bIns="0" rtlCol="0">
                  <a:spAutoFit/>
                </a:bodyPr>
                <a:lstStyle/>
                <a:p>
                  <a:pPr/>
                  <a14:m>
                    <m:oMathPara xmlns:m="http://schemas.openxmlformats.org/officeDocument/2006/math">
                      <m:oMath>
                        <m:r>
                          <m:rPr>
                            <m:nor/>
                          </m:rPr>
                          <a:rPr lang="en-IN" sz="2400" i="0" smtClean="0">
                            <a:solidFill>
                              <a:schemeClr val="bg1"/>
                            </a:solidFill>
                            <a:latin typeface="Cambria Math" panose="02040503050406030204" pitchFamily="18" charset="0"/>
                          </a:rPr>
                          <m:t>effort</m:t>
                        </m:r>
                        <m:r>
                          <a:rPr lang="en-IN" sz="2400" i="1" smtClean="0">
                            <a:solidFill>
                              <a:schemeClr val="bg1"/>
                            </a:solidFill>
                            <a:latin typeface="Cambria Math" panose="02040503050406030204" pitchFamily="18" charset="0"/>
                          </a:rPr>
                          <m:t>=</m:t>
                        </m:r>
                        <m:f>
                          <m:fPr>
                            <m:ctrlPr>
                              <a:rPr lang="en-IN" sz="2400" i="1" smtClean="0">
                                <a:solidFill>
                                  <a:schemeClr val="bg1"/>
                                </a:solidFill>
                                <a:latin typeface="Cambria Math" panose="02040503050406030204" pitchFamily="18" charset="0"/>
                              </a:rPr>
                            </m:ctrlPr>
                          </m:fPr>
                          <m:num>
                            <m:r>
                              <a:rPr lang="en-IN" sz="2400" i="1" smtClean="0">
                                <a:solidFill>
                                  <a:schemeClr val="bg1"/>
                                </a:solidFill>
                                <a:latin typeface="Cambria Math" panose="02040503050406030204" pitchFamily="18" charset="0"/>
                              </a:rPr>
                              <m:t>1</m:t>
                            </m:r>
                          </m:num>
                          <m:den>
                            <m:r>
                              <a:rPr lang="en-IN" sz="2400" i="1" smtClean="0">
                                <a:solidFill>
                                  <a:schemeClr val="bg1"/>
                                </a:solidFill>
                                <a:latin typeface="Cambria Math" panose="02040503050406030204" pitchFamily="18" charset="0"/>
                              </a:rPr>
                              <m:t>𝑇</m:t>
                            </m:r>
                            <m:r>
                              <a:rPr lang="en-IN" sz="2400" i="1" smtClean="0">
                                <a:solidFill>
                                  <a:schemeClr val="bg1"/>
                                </a:solidFill>
                                <a:latin typeface="Cambria Math" panose="02040503050406030204" pitchFamily="18" charset="0"/>
                              </a:rPr>
                              <m:t>⋅</m:t>
                            </m:r>
                            <m:r>
                              <a:rPr lang="en-IN" sz="2400" i="1" smtClean="0">
                                <a:solidFill>
                                  <a:schemeClr val="bg1"/>
                                </a:solidFill>
                                <a:latin typeface="Cambria Math" panose="02040503050406030204" pitchFamily="18" charset="0"/>
                              </a:rPr>
                              <m:t>𝑁</m:t>
                            </m:r>
                          </m:den>
                        </m:f>
                        <m:nary>
                          <m:naryPr>
                            <m:chr m:val="∑"/>
                            <m:limLoc m:val="undOvr"/>
                            <m:ctrlPr>
                              <a:rPr lang="en-IN" sz="2400" i="1" smtClean="0">
                                <a:solidFill>
                                  <a:schemeClr val="bg1"/>
                                </a:solidFill>
                                <a:latin typeface="Cambria Math" panose="02040503050406030204" pitchFamily="18" charset="0"/>
                              </a:rPr>
                            </m:ctrlPr>
                          </m:naryPr>
                          <m:sub>
                            <m:r>
                              <a:rPr lang="en-IN" sz="2400" i="1" smtClean="0">
                                <a:solidFill>
                                  <a:schemeClr val="bg1"/>
                                </a:solidFill>
                                <a:latin typeface="Cambria Math" panose="02040503050406030204" pitchFamily="18" charset="0"/>
                              </a:rPr>
                              <m:t>𝑡</m:t>
                            </m:r>
                            <m:r>
                              <a:rPr lang="en-IN" sz="2400" i="1" smtClean="0">
                                <a:solidFill>
                                  <a:schemeClr val="bg1"/>
                                </a:solidFill>
                                <a:latin typeface="Cambria Math" panose="02040503050406030204" pitchFamily="18" charset="0"/>
                              </a:rPr>
                              <m:t>=1</m:t>
                            </m:r>
                          </m:sub>
                          <m:sup>
                            <m:r>
                              <a:rPr lang="en-IN" sz="2400" i="1" smtClean="0">
                                <a:solidFill>
                                  <a:schemeClr val="bg1"/>
                                </a:solidFill>
                                <a:latin typeface="Cambria Math" panose="02040503050406030204" pitchFamily="18" charset="0"/>
                              </a:rPr>
                              <m:t>𝑇</m:t>
                            </m:r>
                          </m:sup>
                          <m:e>
                            <m:nary>
                              <m:naryPr>
                                <m:chr m:val="∑"/>
                                <m:limLoc m:val="undOvr"/>
                                <m:ctrlPr>
                                  <a:rPr lang="en-IN" sz="2400" i="1" smtClean="0">
                                    <a:solidFill>
                                      <a:schemeClr val="bg1"/>
                                    </a:solidFill>
                                    <a:latin typeface="Cambria Math" panose="02040503050406030204" pitchFamily="18" charset="0"/>
                                  </a:rPr>
                                </m:ctrlPr>
                              </m:naryPr>
                              <m:sub>
                                <m:r>
                                  <a:rPr lang="en-IN" sz="2400" i="1" smtClean="0">
                                    <a:solidFill>
                                      <a:schemeClr val="bg1"/>
                                    </a:solidFill>
                                    <a:latin typeface="Cambria Math" panose="02040503050406030204" pitchFamily="18" charset="0"/>
                                  </a:rPr>
                                  <m:t>𝑖</m:t>
                                </m:r>
                                <m:r>
                                  <a:rPr lang="en-IN" sz="2400" i="1" smtClean="0">
                                    <a:solidFill>
                                      <a:schemeClr val="bg1"/>
                                    </a:solidFill>
                                    <a:latin typeface="Cambria Math" panose="02040503050406030204" pitchFamily="18" charset="0"/>
                                  </a:rPr>
                                  <m:t>=1</m:t>
                                </m:r>
                              </m:sub>
                              <m:sup>
                                <m:r>
                                  <a:rPr lang="en-IN" sz="2400" i="1" smtClean="0">
                                    <a:solidFill>
                                      <a:schemeClr val="bg1"/>
                                    </a:solidFill>
                                    <a:latin typeface="Cambria Math" panose="02040503050406030204" pitchFamily="18" charset="0"/>
                                  </a:rPr>
                                  <m:t>𝑁</m:t>
                                </m:r>
                              </m:sup>
                              <m:e>
                                <m:sSub>
                                  <m:sSubPr>
                                    <m:ctrlPr>
                                      <a:rPr lang="en-IN" sz="2400" i="1" smtClean="0">
                                        <a:solidFill>
                                          <a:schemeClr val="bg1"/>
                                        </a:solidFill>
                                        <a:latin typeface="Cambria Math" panose="02040503050406030204" pitchFamily="18" charset="0"/>
                                      </a:rPr>
                                    </m:ctrlPr>
                                  </m:sSubPr>
                                  <m:e>
                                    <m:r>
                                      <a:rPr lang="en-IN" sz="2400" i="1" smtClean="0">
                                        <a:solidFill>
                                          <a:schemeClr val="bg1"/>
                                        </a:solidFill>
                                        <a:latin typeface="Cambria Math" panose="02040503050406030204" pitchFamily="18" charset="0"/>
                                      </a:rPr>
                                      <m:t>𝑎</m:t>
                                    </m:r>
                                  </m:e>
                                  <m:sub>
                                    <m:r>
                                      <a:rPr lang="en-IN" sz="2400" i="1" smtClean="0">
                                        <a:solidFill>
                                          <a:schemeClr val="bg1"/>
                                        </a:solidFill>
                                        <a:latin typeface="Cambria Math" panose="02040503050406030204" pitchFamily="18" charset="0"/>
                                      </a:rPr>
                                      <m:t>𝑖</m:t>
                                    </m:r>
                                  </m:sub>
                                </m:sSub>
                              </m:e>
                            </m:nary>
                          </m:e>
                        </m:nary>
                        <m:d>
                          <m:dPr>
                            <m:ctrlPr>
                              <a:rPr lang="en-IN" sz="2400" i="1" smtClean="0">
                                <a:solidFill>
                                  <a:schemeClr val="bg1"/>
                                </a:solidFill>
                                <a:latin typeface="Cambria Math" panose="02040503050406030204" pitchFamily="18" charset="0"/>
                              </a:rPr>
                            </m:ctrlPr>
                          </m:dPr>
                          <m:e>
                            <m:r>
                              <a:rPr lang="en-IN" sz="2400" i="1" smtClean="0">
                                <a:solidFill>
                                  <a:schemeClr val="bg1"/>
                                </a:solidFill>
                                <a:latin typeface="Cambria Math" panose="02040503050406030204" pitchFamily="18" charset="0"/>
                              </a:rPr>
                              <m:t>𝑡</m:t>
                            </m:r>
                          </m:e>
                        </m:d>
                      </m:oMath>
                    </m:oMathPara>
                  </a14:m>
                  <a:endParaRPr lang="en-IN" sz="2400" dirty="0"/>
                </a:p>
              </p:txBody>
            </p:sp>
          </mc:Choice>
          <mc:Fallback xmlns="">
            <p:sp>
              <p:nvSpPr>
                <p:cNvPr id="4" name="TextBox 3">
                  <a:extLst>
                    <a:ext uri="{FF2B5EF4-FFF2-40B4-BE49-F238E27FC236}">
                      <a16:creationId xmlns:a16="http://schemas.microsoft.com/office/drawing/2014/main" id="{0F5868AB-28D6-0B44-155E-FFD84651B0EE}"/>
                    </a:ext>
                  </a:extLst>
                </p:cNvPr>
                <p:cNvSpPr txBox="1">
                  <a:spLocks noRot="1" noChangeAspect="1" noMove="1" noResize="1" noEditPoints="1" noAdjustHandles="1" noChangeArrowheads="1" noChangeShapeType="1" noTextEdit="1"/>
                </p:cNvSpPr>
                <p:nvPr/>
              </p:nvSpPr>
              <p:spPr>
                <a:xfrm>
                  <a:off x="1397000" y="2557659"/>
                  <a:ext cx="3516540" cy="1038489"/>
                </a:xfrm>
                <a:prstGeom prst="rect">
                  <a:avLst/>
                </a:prstGeom>
                <a:blipFill>
                  <a:blip r:embed="rId3"/>
                  <a:stretch>
                    <a:fillRect/>
                  </a:stretch>
                </a:blipFill>
              </p:spPr>
              <p:txBody>
                <a:bodyPr/>
                <a:lstStyle/>
                <a:p>
                  <a:r>
                    <a:rPr lang="en-IN">
                      <a:noFill/>
                    </a:rPr>
                    <a:t> </a:t>
                  </a:r>
                </a:p>
              </p:txBody>
            </p:sp>
          </mc:Fallback>
        </mc:AlternateContent>
        <p:cxnSp>
          <p:nvCxnSpPr>
            <p:cNvPr id="6" name="Straight Connector 5">
              <a:extLst>
                <a:ext uri="{FF2B5EF4-FFF2-40B4-BE49-F238E27FC236}">
                  <a16:creationId xmlns:a16="http://schemas.microsoft.com/office/drawing/2014/main" id="{83E98247-765B-DC5C-B84C-2AAAED2A4BD4}"/>
                </a:ext>
              </a:extLst>
            </p:cNvPr>
            <p:cNvCxnSpPr/>
            <p:nvPr/>
          </p:nvCxnSpPr>
          <p:spPr>
            <a:xfrm>
              <a:off x="3708400" y="3713359"/>
              <a:ext cx="406400" cy="0"/>
            </a:xfrm>
            <a:prstGeom prst="line">
              <a:avLst/>
            </a:prstGeom>
            <a:ln w="28575">
              <a:solidFill>
                <a:srgbClr val="92D050"/>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322D9846-557C-E73A-996F-9C156A267B22}"/>
                </a:ext>
              </a:extLst>
            </p:cNvPr>
            <p:cNvCxnSpPr/>
            <p:nvPr/>
          </p:nvCxnSpPr>
          <p:spPr>
            <a:xfrm>
              <a:off x="3155270" y="3713359"/>
              <a:ext cx="406400"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A62ADD7-83EB-786F-906E-958F5F2CA090}"/>
                </a:ext>
              </a:extLst>
            </p:cNvPr>
            <p:cNvSpPr txBox="1"/>
            <p:nvPr/>
          </p:nvSpPr>
          <p:spPr>
            <a:xfrm>
              <a:off x="3001528" y="3713359"/>
              <a:ext cx="633507" cy="369332"/>
            </a:xfrm>
            <a:prstGeom prst="rect">
              <a:avLst/>
            </a:prstGeom>
            <a:noFill/>
          </p:spPr>
          <p:txBody>
            <a:bodyPr wrap="none" rtlCol="0">
              <a:spAutoFit/>
            </a:bodyPr>
            <a:lstStyle/>
            <a:p>
              <a:r>
                <a:rPr lang="en-IN" dirty="0">
                  <a:solidFill>
                    <a:srgbClr val="FF0000"/>
                  </a:solidFill>
                </a:rPr>
                <a:t>time</a:t>
              </a:r>
            </a:p>
          </p:txBody>
        </p:sp>
        <p:sp>
          <p:nvSpPr>
            <p:cNvPr id="10" name="TextBox 9">
              <a:extLst>
                <a:ext uri="{FF2B5EF4-FFF2-40B4-BE49-F238E27FC236}">
                  <a16:creationId xmlns:a16="http://schemas.microsoft.com/office/drawing/2014/main" id="{D2F73B74-588B-537B-B483-0BC0087AF873}"/>
                </a:ext>
              </a:extLst>
            </p:cNvPr>
            <p:cNvSpPr txBox="1"/>
            <p:nvPr/>
          </p:nvSpPr>
          <p:spPr>
            <a:xfrm>
              <a:off x="3635035" y="3713358"/>
              <a:ext cx="925253" cy="369332"/>
            </a:xfrm>
            <a:prstGeom prst="rect">
              <a:avLst/>
            </a:prstGeom>
            <a:noFill/>
          </p:spPr>
          <p:txBody>
            <a:bodyPr wrap="none" rtlCol="0">
              <a:spAutoFit/>
            </a:bodyPr>
            <a:lstStyle/>
            <a:p>
              <a:r>
                <a:rPr lang="en-IN" dirty="0">
                  <a:solidFill>
                    <a:srgbClr val="92D050"/>
                  </a:solidFill>
                </a:rPr>
                <a:t>muscle</a:t>
              </a:r>
            </a:p>
          </p:txBody>
        </p:sp>
        <p:sp>
          <p:nvSpPr>
            <p:cNvPr id="11" name="Rectangle 10">
              <a:extLst>
                <a:ext uri="{FF2B5EF4-FFF2-40B4-BE49-F238E27FC236}">
                  <a16:creationId xmlns:a16="http://schemas.microsoft.com/office/drawing/2014/main" id="{B0C6DD7C-6B10-A0E0-59C1-69A4BE59FE2E}"/>
                </a:ext>
              </a:extLst>
            </p:cNvPr>
            <p:cNvSpPr/>
            <p:nvPr/>
          </p:nvSpPr>
          <p:spPr>
            <a:xfrm>
              <a:off x="1210197" y="2275205"/>
              <a:ext cx="4074289" cy="1932972"/>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9" name="Picture 18">
            <a:extLst>
              <a:ext uri="{FF2B5EF4-FFF2-40B4-BE49-F238E27FC236}">
                <a16:creationId xmlns:a16="http://schemas.microsoft.com/office/drawing/2014/main" id="{82DE999B-0310-3529-880C-39E76603166C}"/>
              </a:ext>
            </a:extLst>
          </p:cNvPr>
          <p:cNvPicPr>
            <a:picLocks noChangeAspect="1"/>
          </p:cNvPicPr>
          <p:nvPr/>
        </p:nvPicPr>
        <p:blipFill>
          <a:blip r:embed="rId4"/>
          <a:srcRect t="12320"/>
          <a:stretch>
            <a:fillRect/>
          </a:stretch>
        </p:blipFill>
        <p:spPr>
          <a:xfrm>
            <a:off x="-20320" y="2283227"/>
            <a:ext cx="12192000" cy="3705838"/>
          </a:xfrm>
          <a:prstGeom prst="rect">
            <a:avLst/>
          </a:prstGeom>
        </p:spPr>
      </p:pic>
      <p:sp>
        <p:nvSpPr>
          <p:cNvPr id="5" name="TextBox 4">
            <a:extLst>
              <a:ext uri="{FF2B5EF4-FFF2-40B4-BE49-F238E27FC236}">
                <a16:creationId xmlns:a16="http://schemas.microsoft.com/office/drawing/2014/main" id="{57816C98-1D54-DAC3-146A-E647C35AD428}"/>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18</a:t>
            </a:r>
          </a:p>
        </p:txBody>
      </p:sp>
    </p:spTree>
    <p:extLst>
      <p:ext uri="{BB962C8B-B14F-4D97-AF65-F5344CB8AC3E}">
        <p14:creationId xmlns:p14="http://schemas.microsoft.com/office/powerpoint/2010/main" val="1071454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0A2D7-9664-FEDD-8C31-85D30E21F3F7}"/>
              </a:ext>
            </a:extLst>
          </p:cNvPr>
          <p:cNvSpPr>
            <a:spLocks noGrp="1"/>
          </p:cNvSpPr>
          <p:nvPr>
            <p:ph type="title"/>
          </p:nvPr>
        </p:nvSpPr>
        <p:spPr/>
        <p:txBody>
          <a:bodyPr/>
          <a:lstStyle/>
          <a:p>
            <a:r>
              <a:rPr lang="en-IN" dirty="0"/>
              <a:t>Mus</a:t>
            </a:r>
          </a:p>
        </p:txBody>
      </p:sp>
      <mc:AlternateContent xmlns:mc="http://schemas.openxmlformats.org/markup-compatibility/2006">
        <mc:Choice xmlns:a14="http://schemas.microsoft.com/office/drawing/2010/main" Requires="a14">
          <p:sp>
            <p:nvSpPr>
              <p:cNvPr id="5" name="Title 1">
                <a:extLst>
                  <a:ext uri="{FF2B5EF4-FFF2-40B4-BE49-F238E27FC236}">
                    <a16:creationId xmlns:a16="http://schemas.microsoft.com/office/drawing/2014/main" id="{C0B089DD-E745-987E-CB3C-EE81C1A6D4B6}"/>
                  </a:ext>
                </a:extLst>
              </p:cNvPr>
              <p:cNvSpPr txBox="1">
                <a:spLocks/>
              </p:cNvSpPr>
              <p:nvPr/>
            </p:nvSpPr>
            <p:spPr>
              <a:xfrm>
                <a:off x="726440" y="50006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solidFill>
                      <a:srgbClr val="00B0F0"/>
                    </a:solidFill>
                  </a:rPr>
                  <a:t>Muscle Activity H1622</a:t>
                </a:r>
              </a:p>
              <a:p>
                <a:r>
                  <a:rPr lang="en-IN" sz="2000" b="1" dirty="0">
                    <a:solidFill>
                      <a:schemeClr val="bg1"/>
                    </a:solidFill>
                  </a:rPr>
                  <a:t>Prior + </a:t>
                </a:r>
                <a14:m>
                  <m:oMath xmlns:m="http://schemas.openxmlformats.org/officeDocument/2006/math">
                    <m:r>
                      <a:rPr lang="en-IN" sz="2000" b="1" i="1">
                        <a:solidFill>
                          <a:schemeClr val="bg1"/>
                        </a:solidFill>
                        <a:latin typeface="Cambria Math" panose="02040503050406030204" pitchFamily="18" charset="0"/>
                        <a:ea typeface="Cambria Math" panose="02040503050406030204" pitchFamily="18" charset="0"/>
                      </a:rPr>
                      <m:t>𝝎</m:t>
                    </m:r>
                    <m:r>
                      <a:rPr lang="en-IN" sz="2000" b="1">
                        <a:solidFill>
                          <a:schemeClr val="bg1"/>
                        </a:solidFill>
                        <a:latin typeface="Cambria Math" panose="02040503050406030204" pitchFamily="18" charset="0"/>
                        <a:ea typeface="Cambria Math" panose="02040503050406030204" pitchFamily="18" charset="0"/>
                      </a:rPr>
                      <m:t>=0.</m:t>
                    </m:r>
                    <m:r>
                      <a:rPr lang="en-IN" sz="2000" b="1" i="0" smtClean="0">
                        <a:solidFill>
                          <a:schemeClr val="bg1"/>
                        </a:solidFill>
                        <a:latin typeface="Cambria Math" panose="02040503050406030204" pitchFamily="18" charset="0"/>
                        <a:ea typeface="Cambria Math" panose="02040503050406030204" pitchFamily="18" charset="0"/>
                      </a:rPr>
                      <m:t>1</m:t>
                    </m:r>
                  </m:oMath>
                </a14:m>
                <a:r>
                  <a:rPr lang="en-IN" sz="2000" b="1" dirty="0">
                    <a:solidFill>
                      <a:schemeClr val="bg1"/>
                    </a:solidFill>
                  </a:rPr>
                  <a:t> is advantageous for a few specific muscles, same results for H2190</a:t>
                </a:r>
              </a:p>
            </p:txBody>
          </p:sp>
        </mc:Choice>
        <mc:Fallback>
          <p:sp>
            <p:nvSpPr>
              <p:cNvPr id="5" name="Title 1">
                <a:extLst>
                  <a:ext uri="{FF2B5EF4-FFF2-40B4-BE49-F238E27FC236}">
                    <a16:creationId xmlns:a16="http://schemas.microsoft.com/office/drawing/2014/main" id="{C0B089DD-E745-987E-CB3C-EE81C1A6D4B6}"/>
                  </a:ext>
                </a:extLst>
              </p:cNvPr>
              <p:cNvSpPr txBox="1">
                <a:spLocks noRot="1" noChangeAspect="1" noMove="1" noResize="1" noEditPoints="1" noAdjustHandles="1" noChangeArrowheads="1" noChangeShapeType="1" noTextEdit="1"/>
              </p:cNvSpPr>
              <p:nvPr/>
            </p:nvSpPr>
            <p:spPr>
              <a:xfrm>
                <a:off x="726440" y="500062"/>
                <a:ext cx="10515600" cy="1325563"/>
              </a:xfrm>
              <a:prstGeom prst="rect">
                <a:avLst/>
              </a:prstGeom>
              <a:blipFill>
                <a:blip r:embed="rId3"/>
                <a:stretch>
                  <a:fillRect l="-2319" t="-461"/>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2CC8AC01-5E74-9628-DADF-56DE33CB6949}"/>
              </a:ext>
            </a:extLst>
          </p:cNvPr>
          <p:cNvPicPr>
            <a:picLocks noChangeAspect="1"/>
          </p:cNvPicPr>
          <p:nvPr/>
        </p:nvPicPr>
        <p:blipFill>
          <a:blip r:embed="rId4"/>
          <a:srcRect r="46469" b="11185"/>
          <a:stretch>
            <a:fillRect/>
          </a:stretch>
        </p:blipFill>
        <p:spPr>
          <a:xfrm>
            <a:off x="1668629" y="1754092"/>
            <a:ext cx="3145136" cy="2182133"/>
          </a:xfrm>
          <a:prstGeom prst="rect">
            <a:avLst/>
          </a:prstGeom>
        </p:spPr>
      </p:pic>
      <mc:AlternateContent xmlns:mc="http://schemas.openxmlformats.org/markup-compatibility/2006">
        <mc:Choice xmlns:a14="http://schemas.microsoft.com/office/drawing/2010/main" Requires="a14">
          <p:graphicFrame>
            <p:nvGraphicFramePr>
              <p:cNvPr id="10" name="Table 9">
                <a:extLst>
                  <a:ext uri="{FF2B5EF4-FFF2-40B4-BE49-F238E27FC236}">
                    <a16:creationId xmlns:a16="http://schemas.microsoft.com/office/drawing/2014/main" id="{1E8C56DE-79B0-6202-795B-746C81226716}"/>
                  </a:ext>
                </a:extLst>
              </p:cNvPr>
              <p:cNvGraphicFramePr>
                <a:graphicFrameLocks noGrp="1"/>
              </p:cNvGraphicFramePr>
              <p:nvPr>
                <p:extLst>
                  <p:ext uri="{D42A27DB-BD31-4B8C-83A1-F6EECF244321}">
                    <p14:modId xmlns:p14="http://schemas.microsoft.com/office/powerpoint/2010/main" val="2078647146"/>
                  </p:ext>
                </p:extLst>
              </p:nvPr>
            </p:nvGraphicFramePr>
            <p:xfrm>
              <a:off x="2004184" y="4007758"/>
              <a:ext cx="8547100" cy="2641600"/>
            </p:xfrm>
            <a:graphic>
              <a:graphicData uri="http://schemas.openxmlformats.org/drawingml/2006/table">
                <a:tbl>
                  <a:tblPr firstRow="1" bandRow="1">
                    <a:tableStyleId>{ED083AE6-46FA-4A59-8FB0-9F97EB10719F}</a:tableStyleId>
                  </a:tblPr>
                  <a:tblGrid>
                    <a:gridCol w="1932940">
                      <a:extLst>
                        <a:ext uri="{9D8B030D-6E8A-4147-A177-3AD203B41FA5}">
                          <a16:colId xmlns:a16="http://schemas.microsoft.com/office/drawing/2014/main" val="3262260121"/>
                        </a:ext>
                      </a:extLst>
                    </a:gridCol>
                    <a:gridCol w="741680">
                      <a:extLst>
                        <a:ext uri="{9D8B030D-6E8A-4147-A177-3AD203B41FA5}">
                          <a16:colId xmlns:a16="http://schemas.microsoft.com/office/drawing/2014/main" val="3210179249"/>
                        </a:ext>
                      </a:extLst>
                    </a:gridCol>
                    <a:gridCol w="833120">
                      <a:extLst>
                        <a:ext uri="{9D8B030D-6E8A-4147-A177-3AD203B41FA5}">
                          <a16:colId xmlns:a16="http://schemas.microsoft.com/office/drawing/2014/main" val="309161509"/>
                        </a:ext>
                      </a:extLst>
                    </a:gridCol>
                    <a:gridCol w="741680">
                      <a:extLst>
                        <a:ext uri="{9D8B030D-6E8A-4147-A177-3AD203B41FA5}">
                          <a16:colId xmlns:a16="http://schemas.microsoft.com/office/drawing/2014/main" val="4222868107"/>
                        </a:ext>
                      </a:extLst>
                    </a:gridCol>
                    <a:gridCol w="812800">
                      <a:extLst>
                        <a:ext uri="{9D8B030D-6E8A-4147-A177-3AD203B41FA5}">
                          <a16:colId xmlns:a16="http://schemas.microsoft.com/office/drawing/2014/main" val="2271900082"/>
                        </a:ext>
                      </a:extLst>
                    </a:gridCol>
                    <a:gridCol w="812800">
                      <a:extLst>
                        <a:ext uri="{9D8B030D-6E8A-4147-A177-3AD203B41FA5}">
                          <a16:colId xmlns:a16="http://schemas.microsoft.com/office/drawing/2014/main" val="1551860076"/>
                        </a:ext>
                      </a:extLst>
                    </a:gridCol>
                    <a:gridCol w="914400">
                      <a:extLst>
                        <a:ext uri="{9D8B030D-6E8A-4147-A177-3AD203B41FA5}">
                          <a16:colId xmlns:a16="http://schemas.microsoft.com/office/drawing/2014/main" val="851613542"/>
                        </a:ext>
                      </a:extLst>
                    </a:gridCol>
                    <a:gridCol w="863600">
                      <a:extLst>
                        <a:ext uri="{9D8B030D-6E8A-4147-A177-3AD203B41FA5}">
                          <a16:colId xmlns:a16="http://schemas.microsoft.com/office/drawing/2014/main" val="1517515255"/>
                        </a:ext>
                      </a:extLst>
                    </a:gridCol>
                    <a:gridCol w="894080">
                      <a:extLst>
                        <a:ext uri="{9D8B030D-6E8A-4147-A177-3AD203B41FA5}">
                          <a16:colId xmlns:a16="http://schemas.microsoft.com/office/drawing/2014/main" val="3669499475"/>
                        </a:ext>
                      </a:extLst>
                    </a:gridCol>
                  </a:tblGrid>
                  <a:tr h="370840">
                    <a:tc>
                      <a:txBody>
                        <a:bodyPr/>
                        <a:lstStyle/>
                        <a:p>
                          <a:r>
                            <a:rPr lang="en-IN" sz="1600" dirty="0">
                              <a:solidFill>
                                <a:schemeClr val="bg1"/>
                              </a:solidFill>
                            </a:rPr>
                            <a:t>Condition</a:t>
                          </a:r>
                        </a:p>
                      </a:txBody>
                      <a:tcPr/>
                    </a:tc>
                    <a:tc>
                      <a:txBody>
                        <a:bodyPr/>
                        <a:lstStyle/>
                        <a:p>
                          <a:r>
                            <a:rPr lang="en-IN" sz="1600" b="1" dirty="0">
                              <a:solidFill>
                                <a:srgbClr val="FF0000"/>
                              </a:solidFill>
                            </a:rPr>
                            <a:t>SOL</a:t>
                          </a:r>
                          <a:endParaRPr lang="en-IN" sz="1600" dirty="0">
                            <a:solidFill>
                              <a:srgbClr val="FF0000"/>
                            </a:solidFill>
                          </a:endParaRPr>
                        </a:p>
                      </a:txBody>
                      <a:tcPr/>
                    </a:tc>
                    <a:tc>
                      <a:txBody>
                        <a:bodyPr/>
                        <a:lstStyle/>
                        <a:p>
                          <a:r>
                            <a:rPr lang="en-IN" sz="1600" b="1" dirty="0">
                              <a:solidFill>
                                <a:srgbClr val="FF0000"/>
                              </a:solidFill>
                            </a:rPr>
                            <a:t>GAS</a:t>
                          </a:r>
                          <a:endParaRPr lang="en-IN" sz="1600" dirty="0">
                            <a:solidFill>
                              <a:srgbClr val="FF0000"/>
                            </a:solidFill>
                          </a:endParaRPr>
                        </a:p>
                      </a:txBody>
                      <a:tcPr/>
                    </a:tc>
                    <a:tc>
                      <a:txBody>
                        <a:bodyPr/>
                        <a:lstStyle/>
                        <a:p>
                          <a:r>
                            <a:rPr lang="en-IN" sz="1600" b="1" dirty="0">
                              <a:solidFill>
                                <a:srgbClr val="FF0000"/>
                              </a:solidFill>
                            </a:rPr>
                            <a:t>RF</a:t>
                          </a:r>
                          <a:endParaRPr lang="en-IN" sz="1600" dirty="0">
                            <a:solidFill>
                              <a:srgbClr val="FF0000"/>
                            </a:solidFill>
                          </a:endParaRPr>
                        </a:p>
                      </a:txBody>
                      <a:tcPr/>
                    </a:tc>
                    <a:tc>
                      <a:txBody>
                        <a:bodyPr/>
                        <a:lstStyle/>
                        <a:p>
                          <a:r>
                            <a:rPr lang="en-IN" sz="1600" b="1" dirty="0">
                              <a:solidFill>
                                <a:srgbClr val="FF0000"/>
                              </a:solidFill>
                            </a:rPr>
                            <a:t>TA</a:t>
                          </a:r>
                          <a:endParaRPr lang="en-IN" sz="1600" dirty="0">
                            <a:solidFill>
                              <a:srgbClr val="FF0000"/>
                            </a:solidFill>
                          </a:endParaRPr>
                        </a:p>
                      </a:txBody>
                      <a:tcPr/>
                    </a:tc>
                    <a:tc>
                      <a:txBody>
                        <a:bodyPr/>
                        <a:lstStyle/>
                        <a:p>
                          <a:r>
                            <a:rPr lang="en-IN" sz="1600" b="1" dirty="0">
                              <a:solidFill>
                                <a:schemeClr val="accent3">
                                  <a:lumMod val="60000"/>
                                  <a:lumOff val="40000"/>
                                </a:schemeClr>
                              </a:solidFill>
                            </a:rPr>
                            <a:t>ST</a:t>
                          </a:r>
                          <a:endParaRPr lang="en-IN" sz="1600" dirty="0">
                            <a:solidFill>
                              <a:schemeClr val="accent3">
                                <a:lumMod val="60000"/>
                                <a:lumOff val="4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chemeClr val="accent3">
                                  <a:lumMod val="60000"/>
                                  <a:lumOff val="40000"/>
                                </a:schemeClr>
                              </a:solidFill>
                            </a:rPr>
                            <a:t>BF</a:t>
                          </a:r>
                          <a:endParaRPr lang="en-IN" sz="1600" dirty="0">
                            <a:solidFill>
                              <a:schemeClr val="accent3">
                                <a:lumMod val="60000"/>
                                <a:lumOff val="40000"/>
                              </a:schemeClr>
                            </a:solidFill>
                          </a:endParaRPr>
                        </a:p>
                      </a:txBody>
                      <a:tcPr/>
                    </a:tc>
                    <a:tc>
                      <a:txBody>
                        <a:bodyPr/>
                        <a:lstStyle/>
                        <a:p>
                          <a:r>
                            <a:rPr lang="en-IN" sz="1600" dirty="0">
                              <a:solidFill>
                                <a:schemeClr val="accent3">
                                  <a:lumMod val="60000"/>
                                  <a:lumOff val="40000"/>
                                </a:schemeClr>
                              </a:solidFill>
                            </a:rPr>
                            <a:t>VM</a:t>
                          </a:r>
                        </a:p>
                      </a:txBody>
                      <a:tcPr/>
                    </a:tc>
                    <a:tc>
                      <a:txBody>
                        <a:bodyPr/>
                        <a:lstStyle/>
                        <a:p>
                          <a:r>
                            <a:rPr lang="en-IN" sz="1600" dirty="0">
                              <a:solidFill>
                                <a:schemeClr val="accent3">
                                  <a:lumMod val="60000"/>
                                  <a:lumOff val="40000"/>
                                </a:schemeClr>
                              </a:solidFill>
                            </a:rPr>
                            <a:t>VL</a:t>
                          </a:r>
                        </a:p>
                      </a:txBody>
                      <a:tcPr/>
                    </a:tc>
                    <a:extLst>
                      <a:ext uri="{0D108BD9-81ED-4DB2-BD59-A6C34878D82A}">
                        <a16:rowId xmlns:a16="http://schemas.microsoft.com/office/drawing/2014/main" val="1509124827"/>
                      </a:ext>
                    </a:extLst>
                  </a:tr>
                  <a:tr h="370840">
                    <a:tc>
                      <a:txBody>
                        <a:bodyPr/>
                        <a:lstStyle/>
                        <a:p>
                          <a:r>
                            <a:rPr lang="en-IN" sz="1600" dirty="0">
                              <a:solidFill>
                                <a:schemeClr val="bg1"/>
                              </a:solidFill>
                            </a:rPr>
                            <a:t>Cross-human</a:t>
                          </a:r>
                        </a:p>
                      </a:txBody>
                      <a:tcPr/>
                    </a:tc>
                    <a:tc>
                      <a:txBody>
                        <a:bodyPr/>
                        <a:lstStyle/>
                        <a:p>
                          <a:r>
                            <a:rPr lang="en-IN" sz="1600" dirty="0">
                              <a:solidFill>
                                <a:schemeClr val="bg2">
                                  <a:lumMod val="75000"/>
                                </a:schemeClr>
                              </a:solidFill>
                            </a:rPr>
                            <a:t>0.95</a:t>
                          </a:r>
                        </a:p>
                      </a:txBody>
                      <a:tcPr/>
                    </a:tc>
                    <a:tc>
                      <a:txBody>
                        <a:bodyPr/>
                        <a:lstStyle/>
                        <a:p>
                          <a:r>
                            <a:rPr lang="en-IN" sz="1600" dirty="0">
                              <a:solidFill>
                                <a:schemeClr val="bg2">
                                  <a:lumMod val="75000"/>
                                </a:schemeClr>
                              </a:solidFill>
                            </a:rPr>
                            <a:t>0.91</a:t>
                          </a:r>
                        </a:p>
                      </a:txBody>
                      <a:tcPr/>
                    </a:tc>
                    <a:tc>
                      <a:txBody>
                        <a:bodyPr/>
                        <a:lstStyle/>
                        <a:p>
                          <a:r>
                            <a:rPr lang="en-IN" sz="1600" dirty="0">
                              <a:solidFill>
                                <a:schemeClr val="bg2">
                                  <a:lumMod val="75000"/>
                                </a:schemeClr>
                              </a:solidFill>
                            </a:rPr>
                            <a:t>0.93</a:t>
                          </a:r>
                        </a:p>
                      </a:txBody>
                      <a:tcPr/>
                    </a:tc>
                    <a:tc>
                      <a:txBody>
                        <a:bodyPr/>
                        <a:lstStyle/>
                        <a:p>
                          <a:r>
                            <a:rPr lang="en-IN" sz="1600" dirty="0">
                              <a:solidFill>
                                <a:schemeClr val="bg2">
                                  <a:lumMod val="75000"/>
                                </a:schemeClr>
                              </a:solidFill>
                            </a:rPr>
                            <a:t>0.90</a:t>
                          </a:r>
                        </a:p>
                      </a:txBody>
                      <a:tcPr/>
                    </a:tc>
                    <a:tc>
                      <a:txBody>
                        <a:bodyPr/>
                        <a:lstStyle/>
                        <a:p>
                          <a:r>
                            <a:rPr lang="en-IN" sz="1600" dirty="0">
                              <a:solidFill>
                                <a:schemeClr val="bg2">
                                  <a:lumMod val="75000"/>
                                </a:schemeClr>
                              </a:solidFill>
                            </a:rPr>
                            <a:t>0.87</a:t>
                          </a:r>
                        </a:p>
                      </a:txBody>
                      <a:tcPr/>
                    </a:tc>
                    <a:tc>
                      <a:txBody>
                        <a:bodyPr/>
                        <a:lstStyle/>
                        <a:p>
                          <a:r>
                            <a:rPr lang="en-IN" sz="1600" dirty="0">
                              <a:solidFill>
                                <a:schemeClr val="bg2">
                                  <a:lumMod val="75000"/>
                                </a:schemeClr>
                              </a:solidFill>
                            </a:rPr>
                            <a:t>0.92</a:t>
                          </a:r>
                        </a:p>
                      </a:txBody>
                      <a:tcPr/>
                    </a:tc>
                    <a:tc>
                      <a:txBody>
                        <a:bodyPr/>
                        <a:lstStyle/>
                        <a:p>
                          <a:r>
                            <a:rPr lang="en-IN" sz="1600" dirty="0">
                              <a:solidFill>
                                <a:schemeClr val="bg2">
                                  <a:lumMod val="75000"/>
                                </a:schemeClr>
                              </a:solidFill>
                            </a:rPr>
                            <a:t>0.96</a:t>
                          </a:r>
                        </a:p>
                      </a:txBody>
                      <a:tcPr/>
                    </a:tc>
                    <a:tc>
                      <a:txBody>
                        <a:bodyPr/>
                        <a:lstStyle/>
                        <a:p>
                          <a:r>
                            <a:rPr lang="en-IN" sz="1600" dirty="0">
                              <a:solidFill>
                                <a:schemeClr val="bg2">
                                  <a:lumMod val="75000"/>
                                </a:schemeClr>
                              </a:solidFill>
                            </a:rPr>
                            <a:t>0.96</a:t>
                          </a:r>
                        </a:p>
                      </a:txBody>
                      <a:tcPr/>
                    </a:tc>
                    <a:extLst>
                      <a:ext uri="{0D108BD9-81ED-4DB2-BD59-A6C34878D82A}">
                        <a16:rowId xmlns:a16="http://schemas.microsoft.com/office/drawing/2014/main" val="18236218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solidFill>
                                <a:schemeClr val="bg1"/>
                              </a:solidFill>
                            </a:rPr>
                            <a:t>Prior </a:t>
                          </a:r>
                          <a:r>
                            <a:rPr lang="en-IN" sz="1600" b="1" dirty="0">
                              <a:solidFill>
                                <a:schemeClr val="bg1"/>
                              </a:solidFill>
                            </a:rPr>
                            <a:t>+ </a:t>
                          </a:r>
                          <a14:m>
                            <m:oMath xmlns:m="http://schemas.openxmlformats.org/officeDocument/2006/math">
                              <m:r>
                                <a:rPr lang="en-IN" sz="1600" b="1" smtClean="0">
                                  <a:solidFill>
                                    <a:schemeClr val="bg1"/>
                                  </a:solidFill>
                                  <a:latin typeface="Cambria Math" panose="02040503050406030204" pitchFamily="18" charset="0"/>
                                </a:rPr>
                                <m:t>𝝎</m:t>
                              </m:r>
                              <m:r>
                                <a:rPr lang="en-IN" sz="1600" b="1" smtClean="0">
                                  <a:solidFill>
                                    <a:schemeClr val="bg1"/>
                                  </a:solidFill>
                                  <a:latin typeface="Cambria Math" panose="02040503050406030204" pitchFamily="18" charset="0"/>
                                </a:rPr>
                                <m:t>=0.1</m:t>
                              </m:r>
                            </m:oMath>
                          </a14:m>
                          <a:r>
                            <a:rPr lang="en-IN" sz="1600" dirty="0">
                              <a:solidFill>
                                <a:schemeClr val="bg1"/>
                              </a:solidFill>
                            </a:rPr>
                            <a:t> </a:t>
                          </a:r>
                        </a:p>
                        <a:p>
                          <a:endParaRPr lang="en-IN" sz="1600" dirty="0">
                            <a:solidFill>
                              <a:schemeClr val="bg1"/>
                            </a:solidFill>
                          </a:endParaRPr>
                        </a:p>
                      </a:txBody>
                      <a:tcPr/>
                    </a:tc>
                    <a:tc>
                      <a:txBody>
                        <a:bodyPr/>
                        <a:lstStyle/>
                        <a:p>
                          <a:r>
                            <a:rPr lang="en-IN" sz="1600" dirty="0">
                              <a:solidFill>
                                <a:schemeClr val="bg1"/>
                              </a:solidFill>
                            </a:rPr>
                            <a:t>0.52</a:t>
                          </a:r>
                        </a:p>
                      </a:txBody>
                      <a:tcPr/>
                    </a:tc>
                    <a:tc>
                      <a:txBody>
                        <a:bodyPr/>
                        <a:lstStyle/>
                        <a:p>
                          <a:r>
                            <a:rPr lang="en-IN" sz="1600" dirty="0">
                              <a:solidFill>
                                <a:schemeClr val="bg1"/>
                              </a:solidFill>
                            </a:rPr>
                            <a:t>0.53</a:t>
                          </a:r>
                        </a:p>
                      </a:txBody>
                      <a:tcPr/>
                    </a:tc>
                    <a:tc>
                      <a:txBody>
                        <a:bodyPr/>
                        <a:lstStyle/>
                        <a:p>
                          <a:r>
                            <a:rPr lang="en-IN" sz="1600" dirty="0">
                              <a:solidFill>
                                <a:schemeClr val="bg1"/>
                              </a:solidFill>
                            </a:rPr>
                            <a:t>-0.19</a:t>
                          </a:r>
                        </a:p>
                      </a:txBody>
                      <a:tcPr/>
                    </a:tc>
                    <a:tc>
                      <a:txBody>
                        <a:bodyPr/>
                        <a:lstStyle/>
                        <a:p>
                          <a:r>
                            <a:rPr lang="en-IN" sz="1600" b="0" dirty="0">
                              <a:solidFill>
                                <a:schemeClr val="bg1"/>
                              </a:solidFill>
                            </a:rPr>
                            <a:t>0.46</a:t>
                          </a:r>
                        </a:p>
                      </a:txBody>
                      <a:tcPr/>
                    </a:tc>
                    <a:tc>
                      <a:txBody>
                        <a:bodyPr/>
                        <a:lstStyle/>
                        <a:p>
                          <a:r>
                            <a:rPr lang="en-IN" sz="1600" b="1" dirty="0">
                              <a:solidFill>
                                <a:schemeClr val="accent3">
                                  <a:lumMod val="40000"/>
                                  <a:lumOff val="60000"/>
                                </a:schemeClr>
                              </a:solidFill>
                            </a:rPr>
                            <a:t>0.87</a:t>
                          </a:r>
                        </a:p>
                      </a:txBody>
                      <a:tcPr/>
                    </a:tc>
                    <a:tc>
                      <a:txBody>
                        <a:bodyPr/>
                        <a:lstStyle/>
                        <a:p>
                          <a:r>
                            <a:rPr lang="en-IN" sz="1600" b="1" dirty="0">
                              <a:solidFill>
                                <a:schemeClr val="accent3">
                                  <a:lumMod val="40000"/>
                                  <a:lumOff val="60000"/>
                                </a:schemeClr>
                              </a:solidFill>
                            </a:rPr>
                            <a:t>0.77</a:t>
                          </a:r>
                        </a:p>
                      </a:txBody>
                      <a:tcPr/>
                    </a:tc>
                    <a:tc>
                      <a:txBody>
                        <a:bodyPr/>
                        <a:lstStyle/>
                        <a:p>
                          <a:r>
                            <a:rPr lang="en-IN" sz="1600" b="1" dirty="0">
                              <a:solidFill>
                                <a:schemeClr val="accent3">
                                  <a:lumMod val="40000"/>
                                  <a:lumOff val="60000"/>
                                </a:schemeClr>
                              </a:solidFill>
                            </a:rPr>
                            <a:t>0.86</a:t>
                          </a:r>
                        </a:p>
                      </a:txBody>
                      <a:tcPr/>
                    </a:tc>
                    <a:tc>
                      <a:txBody>
                        <a:bodyPr/>
                        <a:lstStyle/>
                        <a:p>
                          <a:r>
                            <a:rPr lang="en-IN" sz="1600" b="1" dirty="0">
                              <a:solidFill>
                                <a:schemeClr val="accent3">
                                  <a:lumMod val="40000"/>
                                  <a:lumOff val="60000"/>
                                </a:schemeClr>
                              </a:solidFill>
                            </a:rPr>
                            <a:t>0.88</a:t>
                          </a:r>
                        </a:p>
                      </a:txBody>
                      <a:tcPr/>
                    </a:tc>
                    <a:extLst>
                      <a:ext uri="{0D108BD9-81ED-4DB2-BD59-A6C34878D82A}">
                        <a16:rowId xmlns:a16="http://schemas.microsoft.com/office/drawing/2014/main" val="2951553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solidFill>
                                <a:schemeClr val="bg1"/>
                              </a:solidFill>
                            </a:rPr>
                            <a:t>Prior </a:t>
                          </a:r>
                          <a:r>
                            <a:rPr lang="en-IN" sz="1600" b="1" dirty="0">
                              <a:solidFill>
                                <a:schemeClr val="bg1"/>
                              </a:solidFill>
                            </a:rPr>
                            <a:t>+ </a:t>
                          </a:r>
                          <a14:m>
                            <m:oMath xmlns:m="http://schemas.openxmlformats.org/officeDocument/2006/math">
                              <m:r>
                                <a:rPr lang="en-IN" sz="1600" b="1" smtClean="0">
                                  <a:solidFill>
                                    <a:schemeClr val="bg1"/>
                                  </a:solidFill>
                                  <a:latin typeface="Cambria Math" panose="02040503050406030204" pitchFamily="18" charset="0"/>
                                </a:rPr>
                                <m:t>𝝎</m:t>
                              </m:r>
                              <m:r>
                                <a:rPr lang="en-IN" sz="1600" b="1" smtClean="0">
                                  <a:solidFill>
                                    <a:schemeClr val="bg1"/>
                                  </a:solidFill>
                                  <a:latin typeface="Cambria Math" panose="02040503050406030204" pitchFamily="18" charset="0"/>
                                </a:rPr>
                                <m:t>=0.5</m:t>
                              </m:r>
                            </m:oMath>
                          </a14:m>
                          <a:endParaRPr lang="en-IN" sz="1600" dirty="0">
                            <a:solidFill>
                              <a:schemeClr val="bg1"/>
                            </a:solidFill>
                          </a:endParaRPr>
                        </a:p>
                        <a:p>
                          <a:endParaRPr lang="en-IN" sz="1600" dirty="0"/>
                        </a:p>
                      </a:txBody>
                      <a:tcPr/>
                    </a:tc>
                    <a:tc>
                      <a:txBody>
                        <a:bodyPr/>
                        <a:lstStyle/>
                        <a:p>
                          <a:r>
                            <a:rPr lang="en-IN" sz="1600" dirty="0">
                              <a:solidFill>
                                <a:schemeClr val="bg1"/>
                              </a:solidFill>
                            </a:rPr>
                            <a:t>0.74</a:t>
                          </a:r>
                        </a:p>
                      </a:txBody>
                      <a:tcPr/>
                    </a:tc>
                    <a:tc>
                      <a:txBody>
                        <a:bodyPr/>
                        <a:lstStyle/>
                        <a:p>
                          <a:r>
                            <a:rPr lang="en-IN" sz="1600" dirty="0">
                              <a:solidFill>
                                <a:schemeClr val="bg1"/>
                              </a:solidFill>
                            </a:rPr>
                            <a:t>0.80</a:t>
                          </a:r>
                        </a:p>
                      </a:txBody>
                      <a:tcPr/>
                    </a:tc>
                    <a:tc>
                      <a:txBody>
                        <a:bodyPr/>
                        <a:lstStyle/>
                        <a:p>
                          <a:r>
                            <a:rPr lang="en-IN" sz="1600" dirty="0">
                              <a:solidFill>
                                <a:schemeClr val="bg1"/>
                              </a:solidFill>
                            </a:rPr>
                            <a:t>0</a:t>
                          </a:r>
                        </a:p>
                      </a:txBody>
                      <a:tcPr/>
                    </a:tc>
                    <a:tc>
                      <a:txBody>
                        <a:bodyPr/>
                        <a:lstStyle/>
                        <a:p>
                          <a:r>
                            <a:rPr lang="en-IN" sz="1600" dirty="0">
                              <a:solidFill>
                                <a:schemeClr val="bg1"/>
                              </a:solidFill>
                            </a:rPr>
                            <a:t>0.42</a:t>
                          </a:r>
                        </a:p>
                      </a:txBody>
                      <a:tcPr/>
                    </a:tc>
                    <a:tc>
                      <a:txBody>
                        <a:bodyPr/>
                        <a:lstStyle/>
                        <a:p>
                          <a:r>
                            <a:rPr lang="en-IN" sz="1600" dirty="0">
                              <a:solidFill>
                                <a:schemeClr val="bg1"/>
                              </a:solidFill>
                            </a:rPr>
                            <a:t>-0.21</a:t>
                          </a:r>
                        </a:p>
                      </a:txBody>
                      <a:tcPr/>
                    </a:tc>
                    <a:tc>
                      <a:txBody>
                        <a:bodyPr/>
                        <a:lstStyle/>
                        <a:p>
                          <a:r>
                            <a:rPr lang="en-IN" sz="1600" dirty="0">
                              <a:solidFill>
                                <a:schemeClr val="bg1"/>
                              </a:solidFill>
                            </a:rPr>
                            <a:t>-0.18</a:t>
                          </a:r>
                        </a:p>
                      </a:txBody>
                      <a:tcPr/>
                    </a:tc>
                    <a:tc>
                      <a:txBody>
                        <a:bodyPr/>
                        <a:lstStyle/>
                        <a:p>
                          <a:r>
                            <a:rPr lang="en-IN" sz="1600" dirty="0">
                              <a:solidFill>
                                <a:schemeClr val="bg1"/>
                              </a:solidFill>
                            </a:rPr>
                            <a:t>0.48</a:t>
                          </a:r>
                        </a:p>
                      </a:txBody>
                      <a:tcPr/>
                    </a:tc>
                    <a:tc>
                      <a:txBody>
                        <a:bodyPr/>
                        <a:lstStyle/>
                        <a:p>
                          <a:r>
                            <a:rPr lang="en-IN" sz="1600" dirty="0">
                              <a:solidFill>
                                <a:schemeClr val="bg1"/>
                              </a:solidFill>
                            </a:rPr>
                            <a:t>0.47</a:t>
                          </a:r>
                        </a:p>
                      </a:txBody>
                      <a:tcPr/>
                    </a:tc>
                    <a:extLst>
                      <a:ext uri="{0D108BD9-81ED-4DB2-BD59-A6C34878D82A}">
                        <a16:rowId xmlns:a16="http://schemas.microsoft.com/office/drawing/2014/main" val="4254458147"/>
                      </a:ext>
                    </a:extLst>
                  </a:tr>
                  <a:tr h="370840">
                    <a:tc>
                      <a:txBody>
                        <a:bodyPr/>
                        <a:lstStyle/>
                        <a:p>
                          <a:r>
                            <a:rPr lang="en-IN" sz="1600" dirty="0">
                              <a:solidFill>
                                <a:schemeClr val="bg1"/>
                              </a:solidFill>
                            </a:rPr>
                            <a:t>MPO</a:t>
                          </a:r>
                        </a:p>
                      </a:txBody>
                      <a:tcPr/>
                    </a:tc>
                    <a:tc>
                      <a:txBody>
                        <a:bodyPr/>
                        <a:lstStyle/>
                        <a:p>
                          <a:r>
                            <a:rPr lang="en-IN" sz="1600" b="1" dirty="0">
                              <a:solidFill>
                                <a:schemeClr val="accent3">
                                  <a:lumMod val="40000"/>
                                  <a:lumOff val="60000"/>
                                </a:schemeClr>
                              </a:solidFill>
                            </a:rPr>
                            <a:t>0.79</a:t>
                          </a:r>
                        </a:p>
                      </a:txBody>
                      <a:tcPr/>
                    </a:tc>
                    <a:tc>
                      <a:txBody>
                        <a:bodyPr/>
                        <a:lstStyle/>
                        <a:p>
                          <a:r>
                            <a:rPr lang="en-IN" sz="1600" dirty="0">
                              <a:solidFill>
                                <a:schemeClr val="bg1"/>
                              </a:solidFill>
                            </a:rPr>
                            <a:t>0.78</a:t>
                          </a:r>
                        </a:p>
                      </a:txBody>
                      <a:tcPr/>
                    </a:tc>
                    <a:tc>
                      <a:txBody>
                        <a:bodyPr/>
                        <a:lstStyle/>
                        <a:p>
                          <a:r>
                            <a:rPr lang="en-IN" sz="1600" dirty="0">
                              <a:solidFill>
                                <a:schemeClr val="bg1"/>
                              </a:solidFill>
                            </a:rPr>
                            <a:t>-0.13</a:t>
                          </a:r>
                        </a:p>
                      </a:txBody>
                      <a:tcPr/>
                    </a:tc>
                    <a:tc>
                      <a:txBody>
                        <a:bodyPr/>
                        <a:lstStyle/>
                        <a:p>
                          <a:r>
                            <a:rPr lang="en-IN" sz="1600" b="1" dirty="0">
                              <a:solidFill>
                                <a:schemeClr val="accent3">
                                  <a:lumMod val="40000"/>
                                  <a:lumOff val="60000"/>
                                </a:schemeClr>
                              </a:solidFill>
                            </a:rPr>
                            <a:t>0.77</a:t>
                          </a:r>
                        </a:p>
                      </a:txBody>
                      <a:tcPr/>
                    </a:tc>
                    <a:tc>
                      <a:txBody>
                        <a:bodyPr/>
                        <a:lstStyle/>
                        <a:p>
                          <a:r>
                            <a:rPr lang="en-IN" sz="1600" dirty="0">
                              <a:solidFill>
                                <a:schemeClr val="bg1"/>
                              </a:solidFill>
                            </a:rPr>
                            <a:t>-0.41</a:t>
                          </a:r>
                        </a:p>
                      </a:txBody>
                      <a:tcPr/>
                    </a:tc>
                    <a:tc>
                      <a:txBody>
                        <a:bodyPr/>
                        <a:lstStyle/>
                        <a:p>
                          <a:r>
                            <a:rPr lang="en-IN" sz="1600" dirty="0">
                              <a:solidFill>
                                <a:schemeClr val="bg1"/>
                              </a:solidFill>
                            </a:rPr>
                            <a:t>-0.42</a:t>
                          </a:r>
                        </a:p>
                      </a:txBody>
                      <a:tcPr/>
                    </a:tc>
                    <a:tc>
                      <a:txBody>
                        <a:bodyPr/>
                        <a:lstStyle/>
                        <a:p>
                          <a:r>
                            <a:rPr lang="en-IN" sz="1600" dirty="0">
                              <a:solidFill>
                                <a:schemeClr val="bg1"/>
                              </a:solidFill>
                            </a:rPr>
                            <a:t>0.72</a:t>
                          </a:r>
                        </a:p>
                      </a:txBody>
                      <a:tcPr/>
                    </a:tc>
                    <a:tc>
                      <a:txBody>
                        <a:bodyPr/>
                        <a:lstStyle/>
                        <a:p>
                          <a:r>
                            <a:rPr lang="en-IN" sz="1600" dirty="0">
                              <a:solidFill>
                                <a:schemeClr val="bg1"/>
                              </a:solidFill>
                            </a:rPr>
                            <a:t>0.71</a:t>
                          </a:r>
                        </a:p>
                      </a:txBody>
                      <a:tcPr/>
                    </a:tc>
                    <a:extLst>
                      <a:ext uri="{0D108BD9-81ED-4DB2-BD59-A6C34878D82A}">
                        <a16:rowId xmlns:a16="http://schemas.microsoft.com/office/drawing/2014/main" val="2999293821"/>
                      </a:ext>
                    </a:extLst>
                  </a:tr>
                  <a:tr h="370840">
                    <a:tc>
                      <a:txBody>
                        <a:bodyPr/>
                        <a:lstStyle/>
                        <a:p>
                          <a:r>
                            <a:rPr lang="en-IN" sz="1600" dirty="0">
                              <a:solidFill>
                                <a:schemeClr val="bg1"/>
                              </a:solidFill>
                            </a:rPr>
                            <a:t>DEP + MPO</a:t>
                          </a:r>
                        </a:p>
                      </a:txBody>
                      <a:tcPr/>
                    </a:tc>
                    <a:tc>
                      <a:txBody>
                        <a:bodyPr/>
                        <a:lstStyle/>
                        <a:p>
                          <a:r>
                            <a:rPr lang="en-IN" sz="1600" dirty="0">
                              <a:solidFill>
                                <a:schemeClr val="bg1"/>
                              </a:solidFill>
                            </a:rPr>
                            <a:t>0.50</a:t>
                          </a:r>
                        </a:p>
                      </a:txBody>
                      <a:tcPr/>
                    </a:tc>
                    <a:tc>
                      <a:txBody>
                        <a:bodyPr/>
                        <a:lstStyle/>
                        <a:p>
                          <a:r>
                            <a:rPr lang="en-IN" sz="1600" b="1" dirty="0">
                              <a:solidFill>
                                <a:schemeClr val="accent3">
                                  <a:lumMod val="40000"/>
                                  <a:lumOff val="60000"/>
                                </a:schemeClr>
                              </a:solidFill>
                            </a:rPr>
                            <a:t>0.81</a:t>
                          </a:r>
                        </a:p>
                      </a:txBody>
                      <a:tcPr/>
                    </a:tc>
                    <a:tc>
                      <a:txBody>
                        <a:bodyPr/>
                        <a:lstStyle/>
                        <a:p>
                          <a:r>
                            <a:rPr lang="en-IN" sz="1600" b="1" dirty="0">
                              <a:solidFill>
                                <a:schemeClr val="accent3">
                                  <a:lumMod val="40000"/>
                                  <a:lumOff val="60000"/>
                                </a:schemeClr>
                              </a:solidFill>
                            </a:rPr>
                            <a:t>0.55</a:t>
                          </a:r>
                        </a:p>
                      </a:txBody>
                      <a:tcPr/>
                    </a:tc>
                    <a:tc>
                      <a:txBody>
                        <a:bodyPr/>
                        <a:lstStyle/>
                        <a:p>
                          <a:r>
                            <a:rPr lang="en-IN" sz="1600" dirty="0">
                              <a:solidFill>
                                <a:schemeClr val="bg1"/>
                              </a:solidFill>
                            </a:rPr>
                            <a:t>0.66</a:t>
                          </a:r>
                        </a:p>
                      </a:txBody>
                      <a:tcPr/>
                    </a:tc>
                    <a:tc>
                      <a:txBody>
                        <a:bodyPr/>
                        <a:lstStyle/>
                        <a:p>
                          <a:r>
                            <a:rPr lang="en-IN" sz="1600" dirty="0">
                              <a:solidFill>
                                <a:schemeClr val="bg1"/>
                              </a:solidFill>
                            </a:rPr>
                            <a:t>0.20</a:t>
                          </a:r>
                        </a:p>
                      </a:txBody>
                      <a:tcPr/>
                    </a:tc>
                    <a:tc>
                      <a:txBody>
                        <a:bodyPr/>
                        <a:lstStyle/>
                        <a:p>
                          <a:r>
                            <a:rPr lang="en-IN" sz="1600" dirty="0">
                              <a:solidFill>
                                <a:schemeClr val="bg1"/>
                              </a:solidFill>
                            </a:rPr>
                            <a:t>0.08</a:t>
                          </a:r>
                        </a:p>
                      </a:txBody>
                      <a:tcPr/>
                    </a:tc>
                    <a:tc>
                      <a:txBody>
                        <a:bodyPr/>
                        <a:lstStyle/>
                        <a:p>
                          <a:r>
                            <a:rPr lang="en-IN" sz="1600" dirty="0">
                              <a:solidFill>
                                <a:schemeClr val="bg1"/>
                              </a:solidFill>
                            </a:rPr>
                            <a:t>0.63</a:t>
                          </a:r>
                        </a:p>
                      </a:txBody>
                      <a:tcPr/>
                    </a:tc>
                    <a:tc>
                      <a:txBody>
                        <a:bodyPr/>
                        <a:lstStyle/>
                        <a:p>
                          <a:r>
                            <a:rPr lang="en-IN" sz="1600" dirty="0">
                              <a:solidFill>
                                <a:schemeClr val="bg1"/>
                              </a:solidFill>
                            </a:rPr>
                            <a:t>0.74</a:t>
                          </a:r>
                        </a:p>
                      </a:txBody>
                      <a:tcPr/>
                    </a:tc>
                    <a:extLst>
                      <a:ext uri="{0D108BD9-81ED-4DB2-BD59-A6C34878D82A}">
                        <a16:rowId xmlns:a16="http://schemas.microsoft.com/office/drawing/2014/main" val="4212973914"/>
                      </a:ext>
                    </a:extLst>
                  </a:tr>
                </a:tbl>
              </a:graphicData>
            </a:graphic>
          </p:graphicFrame>
        </mc:Choice>
        <mc:Fallback>
          <p:graphicFrame>
            <p:nvGraphicFramePr>
              <p:cNvPr id="10" name="Table 9">
                <a:extLst>
                  <a:ext uri="{FF2B5EF4-FFF2-40B4-BE49-F238E27FC236}">
                    <a16:creationId xmlns:a16="http://schemas.microsoft.com/office/drawing/2014/main" id="{1E8C56DE-79B0-6202-795B-746C81226716}"/>
                  </a:ext>
                </a:extLst>
              </p:cNvPr>
              <p:cNvGraphicFramePr>
                <a:graphicFrameLocks noGrp="1"/>
              </p:cNvGraphicFramePr>
              <p:nvPr>
                <p:extLst>
                  <p:ext uri="{D42A27DB-BD31-4B8C-83A1-F6EECF244321}">
                    <p14:modId xmlns:p14="http://schemas.microsoft.com/office/powerpoint/2010/main" val="2078647146"/>
                  </p:ext>
                </p:extLst>
              </p:nvPr>
            </p:nvGraphicFramePr>
            <p:xfrm>
              <a:off x="2004184" y="4007758"/>
              <a:ext cx="8547100" cy="2641600"/>
            </p:xfrm>
            <a:graphic>
              <a:graphicData uri="http://schemas.openxmlformats.org/drawingml/2006/table">
                <a:tbl>
                  <a:tblPr firstRow="1" bandRow="1">
                    <a:tableStyleId>{ED083AE6-46FA-4A59-8FB0-9F97EB10719F}</a:tableStyleId>
                  </a:tblPr>
                  <a:tblGrid>
                    <a:gridCol w="1932940">
                      <a:extLst>
                        <a:ext uri="{9D8B030D-6E8A-4147-A177-3AD203B41FA5}">
                          <a16:colId xmlns:a16="http://schemas.microsoft.com/office/drawing/2014/main" val="3262260121"/>
                        </a:ext>
                      </a:extLst>
                    </a:gridCol>
                    <a:gridCol w="741680">
                      <a:extLst>
                        <a:ext uri="{9D8B030D-6E8A-4147-A177-3AD203B41FA5}">
                          <a16:colId xmlns:a16="http://schemas.microsoft.com/office/drawing/2014/main" val="3210179249"/>
                        </a:ext>
                      </a:extLst>
                    </a:gridCol>
                    <a:gridCol w="833120">
                      <a:extLst>
                        <a:ext uri="{9D8B030D-6E8A-4147-A177-3AD203B41FA5}">
                          <a16:colId xmlns:a16="http://schemas.microsoft.com/office/drawing/2014/main" val="309161509"/>
                        </a:ext>
                      </a:extLst>
                    </a:gridCol>
                    <a:gridCol w="741680">
                      <a:extLst>
                        <a:ext uri="{9D8B030D-6E8A-4147-A177-3AD203B41FA5}">
                          <a16:colId xmlns:a16="http://schemas.microsoft.com/office/drawing/2014/main" val="4222868107"/>
                        </a:ext>
                      </a:extLst>
                    </a:gridCol>
                    <a:gridCol w="812800">
                      <a:extLst>
                        <a:ext uri="{9D8B030D-6E8A-4147-A177-3AD203B41FA5}">
                          <a16:colId xmlns:a16="http://schemas.microsoft.com/office/drawing/2014/main" val="2271900082"/>
                        </a:ext>
                      </a:extLst>
                    </a:gridCol>
                    <a:gridCol w="812800">
                      <a:extLst>
                        <a:ext uri="{9D8B030D-6E8A-4147-A177-3AD203B41FA5}">
                          <a16:colId xmlns:a16="http://schemas.microsoft.com/office/drawing/2014/main" val="1551860076"/>
                        </a:ext>
                      </a:extLst>
                    </a:gridCol>
                    <a:gridCol w="914400">
                      <a:extLst>
                        <a:ext uri="{9D8B030D-6E8A-4147-A177-3AD203B41FA5}">
                          <a16:colId xmlns:a16="http://schemas.microsoft.com/office/drawing/2014/main" val="851613542"/>
                        </a:ext>
                      </a:extLst>
                    </a:gridCol>
                    <a:gridCol w="863600">
                      <a:extLst>
                        <a:ext uri="{9D8B030D-6E8A-4147-A177-3AD203B41FA5}">
                          <a16:colId xmlns:a16="http://schemas.microsoft.com/office/drawing/2014/main" val="1517515255"/>
                        </a:ext>
                      </a:extLst>
                    </a:gridCol>
                    <a:gridCol w="894080">
                      <a:extLst>
                        <a:ext uri="{9D8B030D-6E8A-4147-A177-3AD203B41FA5}">
                          <a16:colId xmlns:a16="http://schemas.microsoft.com/office/drawing/2014/main" val="3669499475"/>
                        </a:ext>
                      </a:extLst>
                    </a:gridCol>
                  </a:tblGrid>
                  <a:tr h="370840">
                    <a:tc>
                      <a:txBody>
                        <a:bodyPr/>
                        <a:lstStyle/>
                        <a:p>
                          <a:r>
                            <a:rPr lang="en-IN" sz="1600" dirty="0">
                              <a:solidFill>
                                <a:schemeClr val="bg1"/>
                              </a:solidFill>
                            </a:rPr>
                            <a:t>Condition</a:t>
                          </a:r>
                        </a:p>
                      </a:txBody>
                      <a:tcPr/>
                    </a:tc>
                    <a:tc>
                      <a:txBody>
                        <a:bodyPr/>
                        <a:lstStyle/>
                        <a:p>
                          <a:r>
                            <a:rPr lang="en-IN" sz="1600" b="1" dirty="0">
                              <a:solidFill>
                                <a:srgbClr val="FF0000"/>
                              </a:solidFill>
                            </a:rPr>
                            <a:t>SOL</a:t>
                          </a:r>
                          <a:endParaRPr lang="en-IN" sz="1600" dirty="0">
                            <a:solidFill>
                              <a:srgbClr val="FF0000"/>
                            </a:solidFill>
                          </a:endParaRPr>
                        </a:p>
                      </a:txBody>
                      <a:tcPr/>
                    </a:tc>
                    <a:tc>
                      <a:txBody>
                        <a:bodyPr/>
                        <a:lstStyle/>
                        <a:p>
                          <a:r>
                            <a:rPr lang="en-IN" sz="1600" b="1" dirty="0">
                              <a:solidFill>
                                <a:srgbClr val="FF0000"/>
                              </a:solidFill>
                            </a:rPr>
                            <a:t>GAS</a:t>
                          </a:r>
                          <a:endParaRPr lang="en-IN" sz="1600" dirty="0">
                            <a:solidFill>
                              <a:srgbClr val="FF0000"/>
                            </a:solidFill>
                          </a:endParaRPr>
                        </a:p>
                      </a:txBody>
                      <a:tcPr/>
                    </a:tc>
                    <a:tc>
                      <a:txBody>
                        <a:bodyPr/>
                        <a:lstStyle/>
                        <a:p>
                          <a:r>
                            <a:rPr lang="en-IN" sz="1600" b="1" dirty="0">
                              <a:solidFill>
                                <a:srgbClr val="FF0000"/>
                              </a:solidFill>
                            </a:rPr>
                            <a:t>RF</a:t>
                          </a:r>
                          <a:endParaRPr lang="en-IN" sz="1600" dirty="0">
                            <a:solidFill>
                              <a:srgbClr val="FF0000"/>
                            </a:solidFill>
                          </a:endParaRPr>
                        </a:p>
                      </a:txBody>
                      <a:tcPr/>
                    </a:tc>
                    <a:tc>
                      <a:txBody>
                        <a:bodyPr/>
                        <a:lstStyle/>
                        <a:p>
                          <a:r>
                            <a:rPr lang="en-IN" sz="1600" b="1" dirty="0">
                              <a:solidFill>
                                <a:srgbClr val="FF0000"/>
                              </a:solidFill>
                            </a:rPr>
                            <a:t>TA</a:t>
                          </a:r>
                          <a:endParaRPr lang="en-IN" sz="1600" dirty="0">
                            <a:solidFill>
                              <a:srgbClr val="FF0000"/>
                            </a:solidFill>
                          </a:endParaRPr>
                        </a:p>
                      </a:txBody>
                      <a:tcPr/>
                    </a:tc>
                    <a:tc>
                      <a:txBody>
                        <a:bodyPr/>
                        <a:lstStyle/>
                        <a:p>
                          <a:r>
                            <a:rPr lang="en-IN" sz="1600" b="1" dirty="0">
                              <a:solidFill>
                                <a:schemeClr val="accent3">
                                  <a:lumMod val="60000"/>
                                  <a:lumOff val="40000"/>
                                </a:schemeClr>
                              </a:solidFill>
                            </a:rPr>
                            <a:t>ST</a:t>
                          </a:r>
                          <a:endParaRPr lang="en-IN" sz="1600" dirty="0">
                            <a:solidFill>
                              <a:schemeClr val="accent3">
                                <a:lumMod val="60000"/>
                                <a:lumOff val="40000"/>
                              </a:schemeClr>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chemeClr val="accent3">
                                  <a:lumMod val="60000"/>
                                  <a:lumOff val="40000"/>
                                </a:schemeClr>
                              </a:solidFill>
                            </a:rPr>
                            <a:t>BF</a:t>
                          </a:r>
                          <a:endParaRPr lang="en-IN" sz="1600" dirty="0">
                            <a:solidFill>
                              <a:schemeClr val="accent3">
                                <a:lumMod val="60000"/>
                                <a:lumOff val="40000"/>
                              </a:schemeClr>
                            </a:solidFill>
                          </a:endParaRPr>
                        </a:p>
                      </a:txBody>
                      <a:tcPr/>
                    </a:tc>
                    <a:tc>
                      <a:txBody>
                        <a:bodyPr/>
                        <a:lstStyle/>
                        <a:p>
                          <a:r>
                            <a:rPr lang="en-IN" sz="1600" dirty="0">
                              <a:solidFill>
                                <a:schemeClr val="accent3">
                                  <a:lumMod val="60000"/>
                                  <a:lumOff val="40000"/>
                                </a:schemeClr>
                              </a:solidFill>
                            </a:rPr>
                            <a:t>VM</a:t>
                          </a:r>
                        </a:p>
                      </a:txBody>
                      <a:tcPr/>
                    </a:tc>
                    <a:tc>
                      <a:txBody>
                        <a:bodyPr/>
                        <a:lstStyle/>
                        <a:p>
                          <a:r>
                            <a:rPr lang="en-IN" sz="1600" dirty="0">
                              <a:solidFill>
                                <a:schemeClr val="accent3">
                                  <a:lumMod val="60000"/>
                                  <a:lumOff val="40000"/>
                                </a:schemeClr>
                              </a:solidFill>
                            </a:rPr>
                            <a:t>VL</a:t>
                          </a:r>
                        </a:p>
                      </a:txBody>
                      <a:tcPr/>
                    </a:tc>
                    <a:extLst>
                      <a:ext uri="{0D108BD9-81ED-4DB2-BD59-A6C34878D82A}">
                        <a16:rowId xmlns:a16="http://schemas.microsoft.com/office/drawing/2014/main" val="1509124827"/>
                      </a:ext>
                    </a:extLst>
                  </a:tr>
                  <a:tr h="370840">
                    <a:tc>
                      <a:txBody>
                        <a:bodyPr/>
                        <a:lstStyle/>
                        <a:p>
                          <a:r>
                            <a:rPr lang="en-IN" sz="1600" dirty="0">
                              <a:solidFill>
                                <a:schemeClr val="bg1"/>
                              </a:solidFill>
                            </a:rPr>
                            <a:t>Cross-human</a:t>
                          </a:r>
                        </a:p>
                      </a:txBody>
                      <a:tcPr/>
                    </a:tc>
                    <a:tc>
                      <a:txBody>
                        <a:bodyPr/>
                        <a:lstStyle/>
                        <a:p>
                          <a:r>
                            <a:rPr lang="en-IN" sz="1600" dirty="0">
                              <a:solidFill>
                                <a:schemeClr val="bg2">
                                  <a:lumMod val="75000"/>
                                </a:schemeClr>
                              </a:solidFill>
                            </a:rPr>
                            <a:t>0.95</a:t>
                          </a:r>
                        </a:p>
                      </a:txBody>
                      <a:tcPr/>
                    </a:tc>
                    <a:tc>
                      <a:txBody>
                        <a:bodyPr/>
                        <a:lstStyle/>
                        <a:p>
                          <a:r>
                            <a:rPr lang="en-IN" sz="1600" dirty="0">
                              <a:solidFill>
                                <a:schemeClr val="bg2">
                                  <a:lumMod val="75000"/>
                                </a:schemeClr>
                              </a:solidFill>
                            </a:rPr>
                            <a:t>0.91</a:t>
                          </a:r>
                        </a:p>
                      </a:txBody>
                      <a:tcPr/>
                    </a:tc>
                    <a:tc>
                      <a:txBody>
                        <a:bodyPr/>
                        <a:lstStyle/>
                        <a:p>
                          <a:r>
                            <a:rPr lang="en-IN" sz="1600" dirty="0">
                              <a:solidFill>
                                <a:schemeClr val="bg2">
                                  <a:lumMod val="75000"/>
                                </a:schemeClr>
                              </a:solidFill>
                            </a:rPr>
                            <a:t>0.93</a:t>
                          </a:r>
                        </a:p>
                      </a:txBody>
                      <a:tcPr/>
                    </a:tc>
                    <a:tc>
                      <a:txBody>
                        <a:bodyPr/>
                        <a:lstStyle/>
                        <a:p>
                          <a:r>
                            <a:rPr lang="en-IN" sz="1600" dirty="0">
                              <a:solidFill>
                                <a:schemeClr val="bg2">
                                  <a:lumMod val="75000"/>
                                </a:schemeClr>
                              </a:solidFill>
                            </a:rPr>
                            <a:t>0.90</a:t>
                          </a:r>
                        </a:p>
                      </a:txBody>
                      <a:tcPr/>
                    </a:tc>
                    <a:tc>
                      <a:txBody>
                        <a:bodyPr/>
                        <a:lstStyle/>
                        <a:p>
                          <a:r>
                            <a:rPr lang="en-IN" sz="1600" dirty="0">
                              <a:solidFill>
                                <a:schemeClr val="bg2">
                                  <a:lumMod val="75000"/>
                                </a:schemeClr>
                              </a:solidFill>
                            </a:rPr>
                            <a:t>0.87</a:t>
                          </a:r>
                        </a:p>
                      </a:txBody>
                      <a:tcPr/>
                    </a:tc>
                    <a:tc>
                      <a:txBody>
                        <a:bodyPr/>
                        <a:lstStyle/>
                        <a:p>
                          <a:r>
                            <a:rPr lang="en-IN" sz="1600" dirty="0">
                              <a:solidFill>
                                <a:schemeClr val="bg2">
                                  <a:lumMod val="75000"/>
                                </a:schemeClr>
                              </a:solidFill>
                            </a:rPr>
                            <a:t>0.92</a:t>
                          </a:r>
                        </a:p>
                      </a:txBody>
                      <a:tcPr/>
                    </a:tc>
                    <a:tc>
                      <a:txBody>
                        <a:bodyPr/>
                        <a:lstStyle/>
                        <a:p>
                          <a:r>
                            <a:rPr lang="en-IN" sz="1600" dirty="0">
                              <a:solidFill>
                                <a:schemeClr val="bg2">
                                  <a:lumMod val="75000"/>
                                </a:schemeClr>
                              </a:solidFill>
                            </a:rPr>
                            <a:t>0.96</a:t>
                          </a:r>
                        </a:p>
                      </a:txBody>
                      <a:tcPr/>
                    </a:tc>
                    <a:tc>
                      <a:txBody>
                        <a:bodyPr/>
                        <a:lstStyle/>
                        <a:p>
                          <a:r>
                            <a:rPr lang="en-IN" sz="1600" dirty="0">
                              <a:solidFill>
                                <a:schemeClr val="bg2">
                                  <a:lumMod val="75000"/>
                                </a:schemeClr>
                              </a:solidFill>
                            </a:rPr>
                            <a:t>0.96</a:t>
                          </a:r>
                        </a:p>
                      </a:txBody>
                      <a:tcPr/>
                    </a:tc>
                    <a:extLst>
                      <a:ext uri="{0D108BD9-81ED-4DB2-BD59-A6C34878D82A}">
                        <a16:rowId xmlns:a16="http://schemas.microsoft.com/office/drawing/2014/main" val="182362180"/>
                      </a:ext>
                    </a:extLst>
                  </a:tr>
                  <a:tr h="579120">
                    <a:tc>
                      <a:txBody>
                        <a:bodyPr/>
                        <a:lstStyle/>
                        <a:p>
                          <a:endParaRPr lang="en-US"/>
                        </a:p>
                      </a:txBody>
                      <a:tcPr>
                        <a:blipFill>
                          <a:blip r:embed="rId5"/>
                          <a:stretch>
                            <a:fillRect l="-315" t="-131579" r="-343533" b="-235789"/>
                          </a:stretch>
                        </a:blipFill>
                      </a:tcPr>
                    </a:tc>
                    <a:tc>
                      <a:txBody>
                        <a:bodyPr/>
                        <a:lstStyle/>
                        <a:p>
                          <a:r>
                            <a:rPr lang="en-IN" sz="1600" dirty="0">
                              <a:solidFill>
                                <a:schemeClr val="bg1"/>
                              </a:solidFill>
                            </a:rPr>
                            <a:t>0.52</a:t>
                          </a:r>
                        </a:p>
                      </a:txBody>
                      <a:tcPr/>
                    </a:tc>
                    <a:tc>
                      <a:txBody>
                        <a:bodyPr/>
                        <a:lstStyle/>
                        <a:p>
                          <a:r>
                            <a:rPr lang="en-IN" sz="1600" dirty="0">
                              <a:solidFill>
                                <a:schemeClr val="bg1"/>
                              </a:solidFill>
                            </a:rPr>
                            <a:t>0.53</a:t>
                          </a:r>
                        </a:p>
                      </a:txBody>
                      <a:tcPr/>
                    </a:tc>
                    <a:tc>
                      <a:txBody>
                        <a:bodyPr/>
                        <a:lstStyle/>
                        <a:p>
                          <a:r>
                            <a:rPr lang="en-IN" sz="1600" dirty="0">
                              <a:solidFill>
                                <a:schemeClr val="bg1"/>
                              </a:solidFill>
                            </a:rPr>
                            <a:t>-0.19</a:t>
                          </a:r>
                        </a:p>
                      </a:txBody>
                      <a:tcPr/>
                    </a:tc>
                    <a:tc>
                      <a:txBody>
                        <a:bodyPr/>
                        <a:lstStyle/>
                        <a:p>
                          <a:r>
                            <a:rPr lang="en-IN" sz="1600" b="0" dirty="0">
                              <a:solidFill>
                                <a:schemeClr val="bg1"/>
                              </a:solidFill>
                            </a:rPr>
                            <a:t>0.46</a:t>
                          </a:r>
                        </a:p>
                      </a:txBody>
                      <a:tcPr/>
                    </a:tc>
                    <a:tc>
                      <a:txBody>
                        <a:bodyPr/>
                        <a:lstStyle/>
                        <a:p>
                          <a:r>
                            <a:rPr lang="en-IN" sz="1600" b="1" dirty="0">
                              <a:solidFill>
                                <a:schemeClr val="accent3">
                                  <a:lumMod val="40000"/>
                                  <a:lumOff val="60000"/>
                                </a:schemeClr>
                              </a:solidFill>
                            </a:rPr>
                            <a:t>0.87</a:t>
                          </a:r>
                        </a:p>
                      </a:txBody>
                      <a:tcPr/>
                    </a:tc>
                    <a:tc>
                      <a:txBody>
                        <a:bodyPr/>
                        <a:lstStyle/>
                        <a:p>
                          <a:r>
                            <a:rPr lang="en-IN" sz="1600" b="1" dirty="0">
                              <a:solidFill>
                                <a:schemeClr val="accent3">
                                  <a:lumMod val="40000"/>
                                  <a:lumOff val="60000"/>
                                </a:schemeClr>
                              </a:solidFill>
                            </a:rPr>
                            <a:t>0.77</a:t>
                          </a:r>
                        </a:p>
                      </a:txBody>
                      <a:tcPr/>
                    </a:tc>
                    <a:tc>
                      <a:txBody>
                        <a:bodyPr/>
                        <a:lstStyle/>
                        <a:p>
                          <a:r>
                            <a:rPr lang="en-IN" sz="1600" b="1" dirty="0">
                              <a:solidFill>
                                <a:schemeClr val="accent3">
                                  <a:lumMod val="40000"/>
                                  <a:lumOff val="60000"/>
                                </a:schemeClr>
                              </a:solidFill>
                            </a:rPr>
                            <a:t>0.86</a:t>
                          </a:r>
                        </a:p>
                      </a:txBody>
                      <a:tcPr/>
                    </a:tc>
                    <a:tc>
                      <a:txBody>
                        <a:bodyPr/>
                        <a:lstStyle/>
                        <a:p>
                          <a:r>
                            <a:rPr lang="en-IN" sz="1600" b="1" dirty="0">
                              <a:solidFill>
                                <a:schemeClr val="accent3">
                                  <a:lumMod val="40000"/>
                                  <a:lumOff val="60000"/>
                                </a:schemeClr>
                              </a:solidFill>
                            </a:rPr>
                            <a:t>0.88</a:t>
                          </a:r>
                        </a:p>
                      </a:txBody>
                      <a:tcPr/>
                    </a:tc>
                    <a:extLst>
                      <a:ext uri="{0D108BD9-81ED-4DB2-BD59-A6C34878D82A}">
                        <a16:rowId xmlns:a16="http://schemas.microsoft.com/office/drawing/2014/main" val="295155376"/>
                      </a:ext>
                    </a:extLst>
                  </a:tr>
                  <a:tr h="579120">
                    <a:tc>
                      <a:txBody>
                        <a:bodyPr/>
                        <a:lstStyle/>
                        <a:p>
                          <a:endParaRPr lang="en-US"/>
                        </a:p>
                      </a:txBody>
                      <a:tcPr>
                        <a:blipFill>
                          <a:blip r:embed="rId5"/>
                          <a:stretch>
                            <a:fillRect l="-315" t="-231579" r="-343533" b="-135789"/>
                          </a:stretch>
                        </a:blipFill>
                      </a:tcPr>
                    </a:tc>
                    <a:tc>
                      <a:txBody>
                        <a:bodyPr/>
                        <a:lstStyle/>
                        <a:p>
                          <a:r>
                            <a:rPr lang="en-IN" sz="1600" dirty="0">
                              <a:solidFill>
                                <a:schemeClr val="bg1"/>
                              </a:solidFill>
                            </a:rPr>
                            <a:t>0.74</a:t>
                          </a:r>
                        </a:p>
                      </a:txBody>
                      <a:tcPr/>
                    </a:tc>
                    <a:tc>
                      <a:txBody>
                        <a:bodyPr/>
                        <a:lstStyle/>
                        <a:p>
                          <a:r>
                            <a:rPr lang="en-IN" sz="1600" dirty="0">
                              <a:solidFill>
                                <a:schemeClr val="bg1"/>
                              </a:solidFill>
                            </a:rPr>
                            <a:t>0.80</a:t>
                          </a:r>
                        </a:p>
                      </a:txBody>
                      <a:tcPr/>
                    </a:tc>
                    <a:tc>
                      <a:txBody>
                        <a:bodyPr/>
                        <a:lstStyle/>
                        <a:p>
                          <a:r>
                            <a:rPr lang="en-IN" sz="1600" dirty="0">
                              <a:solidFill>
                                <a:schemeClr val="bg1"/>
                              </a:solidFill>
                            </a:rPr>
                            <a:t>0</a:t>
                          </a:r>
                        </a:p>
                      </a:txBody>
                      <a:tcPr/>
                    </a:tc>
                    <a:tc>
                      <a:txBody>
                        <a:bodyPr/>
                        <a:lstStyle/>
                        <a:p>
                          <a:r>
                            <a:rPr lang="en-IN" sz="1600" dirty="0">
                              <a:solidFill>
                                <a:schemeClr val="bg1"/>
                              </a:solidFill>
                            </a:rPr>
                            <a:t>0.42</a:t>
                          </a:r>
                        </a:p>
                      </a:txBody>
                      <a:tcPr/>
                    </a:tc>
                    <a:tc>
                      <a:txBody>
                        <a:bodyPr/>
                        <a:lstStyle/>
                        <a:p>
                          <a:r>
                            <a:rPr lang="en-IN" sz="1600" dirty="0">
                              <a:solidFill>
                                <a:schemeClr val="bg1"/>
                              </a:solidFill>
                            </a:rPr>
                            <a:t>-0.21</a:t>
                          </a:r>
                        </a:p>
                      </a:txBody>
                      <a:tcPr/>
                    </a:tc>
                    <a:tc>
                      <a:txBody>
                        <a:bodyPr/>
                        <a:lstStyle/>
                        <a:p>
                          <a:r>
                            <a:rPr lang="en-IN" sz="1600" dirty="0">
                              <a:solidFill>
                                <a:schemeClr val="bg1"/>
                              </a:solidFill>
                            </a:rPr>
                            <a:t>-0.18</a:t>
                          </a:r>
                        </a:p>
                      </a:txBody>
                      <a:tcPr/>
                    </a:tc>
                    <a:tc>
                      <a:txBody>
                        <a:bodyPr/>
                        <a:lstStyle/>
                        <a:p>
                          <a:r>
                            <a:rPr lang="en-IN" sz="1600" dirty="0">
                              <a:solidFill>
                                <a:schemeClr val="bg1"/>
                              </a:solidFill>
                            </a:rPr>
                            <a:t>0.48</a:t>
                          </a:r>
                        </a:p>
                      </a:txBody>
                      <a:tcPr/>
                    </a:tc>
                    <a:tc>
                      <a:txBody>
                        <a:bodyPr/>
                        <a:lstStyle/>
                        <a:p>
                          <a:r>
                            <a:rPr lang="en-IN" sz="1600" dirty="0">
                              <a:solidFill>
                                <a:schemeClr val="bg1"/>
                              </a:solidFill>
                            </a:rPr>
                            <a:t>0.47</a:t>
                          </a:r>
                        </a:p>
                      </a:txBody>
                      <a:tcPr/>
                    </a:tc>
                    <a:extLst>
                      <a:ext uri="{0D108BD9-81ED-4DB2-BD59-A6C34878D82A}">
                        <a16:rowId xmlns:a16="http://schemas.microsoft.com/office/drawing/2014/main" val="4254458147"/>
                      </a:ext>
                    </a:extLst>
                  </a:tr>
                  <a:tr h="370840">
                    <a:tc>
                      <a:txBody>
                        <a:bodyPr/>
                        <a:lstStyle/>
                        <a:p>
                          <a:r>
                            <a:rPr lang="en-IN" sz="1600" dirty="0">
                              <a:solidFill>
                                <a:schemeClr val="bg1"/>
                              </a:solidFill>
                            </a:rPr>
                            <a:t>MPO</a:t>
                          </a:r>
                        </a:p>
                      </a:txBody>
                      <a:tcPr/>
                    </a:tc>
                    <a:tc>
                      <a:txBody>
                        <a:bodyPr/>
                        <a:lstStyle/>
                        <a:p>
                          <a:r>
                            <a:rPr lang="en-IN" sz="1600" b="1" dirty="0">
                              <a:solidFill>
                                <a:schemeClr val="accent3">
                                  <a:lumMod val="40000"/>
                                  <a:lumOff val="60000"/>
                                </a:schemeClr>
                              </a:solidFill>
                            </a:rPr>
                            <a:t>0.79</a:t>
                          </a:r>
                        </a:p>
                      </a:txBody>
                      <a:tcPr/>
                    </a:tc>
                    <a:tc>
                      <a:txBody>
                        <a:bodyPr/>
                        <a:lstStyle/>
                        <a:p>
                          <a:r>
                            <a:rPr lang="en-IN" sz="1600" dirty="0">
                              <a:solidFill>
                                <a:schemeClr val="bg1"/>
                              </a:solidFill>
                            </a:rPr>
                            <a:t>0.78</a:t>
                          </a:r>
                        </a:p>
                      </a:txBody>
                      <a:tcPr/>
                    </a:tc>
                    <a:tc>
                      <a:txBody>
                        <a:bodyPr/>
                        <a:lstStyle/>
                        <a:p>
                          <a:r>
                            <a:rPr lang="en-IN" sz="1600" dirty="0">
                              <a:solidFill>
                                <a:schemeClr val="bg1"/>
                              </a:solidFill>
                            </a:rPr>
                            <a:t>-0.13</a:t>
                          </a:r>
                        </a:p>
                      </a:txBody>
                      <a:tcPr/>
                    </a:tc>
                    <a:tc>
                      <a:txBody>
                        <a:bodyPr/>
                        <a:lstStyle/>
                        <a:p>
                          <a:r>
                            <a:rPr lang="en-IN" sz="1600" b="1" dirty="0">
                              <a:solidFill>
                                <a:schemeClr val="accent3">
                                  <a:lumMod val="40000"/>
                                  <a:lumOff val="60000"/>
                                </a:schemeClr>
                              </a:solidFill>
                            </a:rPr>
                            <a:t>0.77</a:t>
                          </a:r>
                        </a:p>
                      </a:txBody>
                      <a:tcPr/>
                    </a:tc>
                    <a:tc>
                      <a:txBody>
                        <a:bodyPr/>
                        <a:lstStyle/>
                        <a:p>
                          <a:r>
                            <a:rPr lang="en-IN" sz="1600" dirty="0">
                              <a:solidFill>
                                <a:schemeClr val="bg1"/>
                              </a:solidFill>
                            </a:rPr>
                            <a:t>-0.41</a:t>
                          </a:r>
                        </a:p>
                      </a:txBody>
                      <a:tcPr/>
                    </a:tc>
                    <a:tc>
                      <a:txBody>
                        <a:bodyPr/>
                        <a:lstStyle/>
                        <a:p>
                          <a:r>
                            <a:rPr lang="en-IN" sz="1600" dirty="0">
                              <a:solidFill>
                                <a:schemeClr val="bg1"/>
                              </a:solidFill>
                            </a:rPr>
                            <a:t>-0.42</a:t>
                          </a:r>
                        </a:p>
                      </a:txBody>
                      <a:tcPr/>
                    </a:tc>
                    <a:tc>
                      <a:txBody>
                        <a:bodyPr/>
                        <a:lstStyle/>
                        <a:p>
                          <a:r>
                            <a:rPr lang="en-IN" sz="1600" dirty="0">
                              <a:solidFill>
                                <a:schemeClr val="bg1"/>
                              </a:solidFill>
                            </a:rPr>
                            <a:t>0.72</a:t>
                          </a:r>
                        </a:p>
                      </a:txBody>
                      <a:tcPr/>
                    </a:tc>
                    <a:tc>
                      <a:txBody>
                        <a:bodyPr/>
                        <a:lstStyle/>
                        <a:p>
                          <a:r>
                            <a:rPr lang="en-IN" sz="1600" dirty="0">
                              <a:solidFill>
                                <a:schemeClr val="bg1"/>
                              </a:solidFill>
                            </a:rPr>
                            <a:t>0.71</a:t>
                          </a:r>
                        </a:p>
                      </a:txBody>
                      <a:tcPr/>
                    </a:tc>
                    <a:extLst>
                      <a:ext uri="{0D108BD9-81ED-4DB2-BD59-A6C34878D82A}">
                        <a16:rowId xmlns:a16="http://schemas.microsoft.com/office/drawing/2014/main" val="2999293821"/>
                      </a:ext>
                    </a:extLst>
                  </a:tr>
                  <a:tr h="370840">
                    <a:tc>
                      <a:txBody>
                        <a:bodyPr/>
                        <a:lstStyle/>
                        <a:p>
                          <a:r>
                            <a:rPr lang="en-IN" sz="1600" dirty="0">
                              <a:solidFill>
                                <a:schemeClr val="bg1"/>
                              </a:solidFill>
                            </a:rPr>
                            <a:t>DEP + MPO</a:t>
                          </a:r>
                        </a:p>
                      </a:txBody>
                      <a:tcPr/>
                    </a:tc>
                    <a:tc>
                      <a:txBody>
                        <a:bodyPr/>
                        <a:lstStyle/>
                        <a:p>
                          <a:r>
                            <a:rPr lang="en-IN" sz="1600" dirty="0">
                              <a:solidFill>
                                <a:schemeClr val="bg1"/>
                              </a:solidFill>
                            </a:rPr>
                            <a:t>0.50</a:t>
                          </a:r>
                        </a:p>
                      </a:txBody>
                      <a:tcPr/>
                    </a:tc>
                    <a:tc>
                      <a:txBody>
                        <a:bodyPr/>
                        <a:lstStyle/>
                        <a:p>
                          <a:r>
                            <a:rPr lang="en-IN" sz="1600" b="1" dirty="0">
                              <a:solidFill>
                                <a:schemeClr val="accent3">
                                  <a:lumMod val="40000"/>
                                  <a:lumOff val="60000"/>
                                </a:schemeClr>
                              </a:solidFill>
                            </a:rPr>
                            <a:t>0.81</a:t>
                          </a:r>
                        </a:p>
                      </a:txBody>
                      <a:tcPr/>
                    </a:tc>
                    <a:tc>
                      <a:txBody>
                        <a:bodyPr/>
                        <a:lstStyle/>
                        <a:p>
                          <a:r>
                            <a:rPr lang="en-IN" sz="1600" b="1" dirty="0">
                              <a:solidFill>
                                <a:schemeClr val="accent3">
                                  <a:lumMod val="40000"/>
                                  <a:lumOff val="60000"/>
                                </a:schemeClr>
                              </a:solidFill>
                            </a:rPr>
                            <a:t>0.55</a:t>
                          </a:r>
                        </a:p>
                      </a:txBody>
                      <a:tcPr/>
                    </a:tc>
                    <a:tc>
                      <a:txBody>
                        <a:bodyPr/>
                        <a:lstStyle/>
                        <a:p>
                          <a:r>
                            <a:rPr lang="en-IN" sz="1600" dirty="0">
                              <a:solidFill>
                                <a:schemeClr val="bg1"/>
                              </a:solidFill>
                            </a:rPr>
                            <a:t>0.66</a:t>
                          </a:r>
                        </a:p>
                      </a:txBody>
                      <a:tcPr/>
                    </a:tc>
                    <a:tc>
                      <a:txBody>
                        <a:bodyPr/>
                        <a:lstStyle/>
                        <a:p>
                          <a:r>
                            <a:rPr lang="en-IN" sz="1600" dirty="0">
                              <a:solidFill>
                                <a:schemeClr val="bg1"/>
                              </a:solidFill>
                            </a:rPr>
                            <a:t>0.20</a:t>
                          </a:r>
                        </a:p>
                      </a:txBody>
                      <a:tcPr/>
                    </a:tc>
                    <a:tc>
                      <a:txBody>
                        <a:bodyPr/>
                        <a:lstStyle/>
                        <a:p>
                          <a:r>
                            <a:rPr lang="en-IN" sz="1600" dirty="0">
                              <a:solidFill>
                                <a:schemeClr val="bg1"/>
                              </a:solidFill>
                            </a:rPr>
                            <a:t>0.08</a:t>
                          </a:r>
                        </a:p>
                      </a:txBody>
                      <a:tcPr/>
                    </a:tc>
                    <a:tc>
                      <a:txBody>
                        <a:bodyPr/>
                        <a:lstStyle/>
                        <a:p>
                          <a:r>
                            <a:rPr lang="en-IN" sz="1600" dirty="0">
                              <a:solidFill>
                                <a:schemeClr val="bg1"/>
                              </a:solidFill>
                            </a:rPr>
                            <a:t>0.63</a:t>
                          </a:r>
                        </a:p>
                      </a:txBody>
                      <a:tcPr/>
                    </a:tc>
                    <a:tc>
                      <a:txBody>
                        <a:bodyPr/>
                        <a:lstStyle/>
                        <a:p>
                          <a:r>
                            <a:rPr lang="en-IN" sz="1600" dirty="0">
                              <a:solidFill>
                                <a:schemeClr val="bg1"/>
                              </a:solidFill>
                            </a:rPr>
                            <a:t>0.74</a:t>
                          </a:r>
                        </a:p>
                      </a:txBody>
                      <a:tcPr/>
                    </a:tc>
                    <a:extLst>
                      <a:ext uri="{0D108BD9-81ED-4DB2-BD59-A6C34878D82A}">
                        <a16:rowId xmlns:a16="http://schemas.microsoft.com/office/drawing/2014/main" val="4212973914"/>
                      </a:ext>
                    </a:extLst>
                  </a:tr>
                </a:tbl>
              </a:graphicData>
            </a:graphic>
          </p:graphicFrame>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B8FA28F-9EDB-93AE-6D25-9EEE4C2574C4}"/>
                  </a:ext>
                </a:extLst>
              </p:cNvPr>
              <p:cNvSpPr txBox="1"/>
              <p:nvPr/>
            </p:nvSpPr>
            <p:spPr>
              <a:xfrm>
                <a:off x="5758202" y="2847216"/>
                <a:ext cx="1897358" cy="741613"/>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rtlCol="0">
                <a:spAutoFit/>
              </a:bodyPr>
              <a:lstStyle/>
              <a:p>
                <a:pPr/>
                <a14:m>
                  <m:oMathPara xmlns:m="http://schemas.openxmlformats.org/officeDocument/2006/math">
                    <m:oMath>
                      <m:r>
                        <a:rPr lang="pt-BR" sz="2000" i="1" smtClean="0">
                          <a:solidFill>
                            <a:schemeClr val="bg1"/>
                          </a:solidFill>
                          <a:latin typeface="Cambria Math" panose="02040503050406030204" pitchFamily="18" charset="0"/>
                        </a:rPr>
                        <m:t>𝑟</m:t>
                      </m:r>
                      <m:r>
                        <a:rPr lang="pt-BR" sz="2000" i="1" smtClean="0">
                          <a:solidFill>
                            <a:schemeClr val="bg1"/>
                          </a:solidFill>
                          <a:latin typeface="Cambria Math" panose="02040503050406030204" pitchFamily="18" charset="0"/>
                        </a:rPr>
                        <m:t>=</m:t>
                      </m:r>
                      <m:f>
                        <m:fPr>
                          <m:ctrlPr>
                            <a:rPr lang="pt-BR" sz="2000" i="1">
                              <a:solidFill>
                                <a:schemeClr val="bg1"/>
                              </a:solidFill>
                              <a:latin typeface="Cambria Math" panose="02040503050406030204" pitchFamily="18" charset="0"/>
                            </a:rPr>
                          </m:ctrlPr>
                        </m:fPr>
                        <m:num>
                          <m:func>
                            <m:funcPr>
                              <m:ctrlPr>
                                <a:rPr lang="pt-BR" sz="2000" i="1">
                                  <a:solidFill>
                                    <a:schemeClr val="bg1"/>
                                  </a:solidFill>
                                  <a:latin typeface="Cambria Math" panose="02040503050406030204" pitchFamily="18" charset="0"/>
                                </a:rPr>
                              </m:ctrlPr>
                            </m:funcPr>
                            <m:fName>
                              <m:r>
                                <m:rPr>
                                  <m:sty m:val="p"/>
                                </m:rPr>
                                <a:rPr lang="pt-BR" sz="2000" i="1">
                                  <a:solidFill>
                                    <a:schemeClr val="bg1"/>
                                  </a:solidFill>
                                  <a:latin typeface="Cambria Math" panose="02040503050406030204" pitchFamily="18" charset="0"/>
                                </a:rPr>
                                <m:t>cov</m:t>
                              </m:r>
                            </m:fName>
                            <m:e>
                              <m:d>
                                <m:dPr>
                                  <m:ctrlPr>
                                    <a:rPr lang="pt-BR" sz="2000" i="1" smtClean="0">
                                      <a:solidFill>
                                        <a:schemeClr val="accent2">
                                          <a:lumMod val="60000"/>
                                          <a:lumOff val="40000"/>
                                        </a:schemeClr>
                                      </a:solidFill>
                                      <a:latin typeface="Cambria Math" panose="02040503050406030204" pitchFamily="18" charset="0"/>
                                    </a:rPr>
                                  </m:ctrlPr>
                                </m:dPr>
                                <m:e>
                                  <m:r>
                                    <a:rPr lang="pt-BR" sz="2000" i="1" smtClean="0">
                                      <a:solidFill>
                                        <a:schemeClr val="accent2">
                                          <a:lumMod val="60000"/>
                                          <a:lumOff val="40000"/>
                                        </a:schemeClr>
                                      </a:solidFill>
                                      <a:latin typeface="Cambria Math" panose="02040503050406030204" pitchFamily="18" charset="0"/>
                                    </a:rPr>
                                    <m:t>𝑎</m:t>
                                  </m:r>
                                  <m:r>
                                    <a:rPr lang="pt-BR" sz="2000" i="1">
                                      <a:solidFill>
                                        <a:schemeClr val="bg1"/>
                                      </a:solidFill>
                                      <a:latin typeface="Cambria Math" panose="02040503050406030204" pitchFamily="18" charset="0"/>
                                    </a:rPr>
                                    <m:t>,</m:t>
                                  </m:r>
                                  <m:r>
                                    <a:rPr lang="pt-BR" sz="2000" i="1" smtClean="0">
                                      <a:solidFill>
                                        <a:schemeClr val="accent1">
                                          <a:lumMod val="60000"/>
                                          <a:lumOff val="40000"/>
                                        </a:schemeClr>
                                      </a:solidFill>
                                      <a:latin typeface="Cambria Math" panose="02040503050406030204" pitchFamily="18" charset="0"/>
                                    </a:rPr>
                                    <m:t>ℎ</m:t>
                                  </m:r>
                                </m:e>
                              </m:d>
                            </m:e>
                          </m:func>
                        </m:num>
                        <m:den>
                          <m:sSub>
                            <m:sSubPr>
                              <m:ctrlPr>
                                <a:rPr lang="pt-BR" sz="2000" i="1">
                                  <a:solidFill>
                                    <a:schemeClr val="bg1"/>
                                  </a:solidFill>
                                  <a:latin typeface="Cambria Math" panose="02040503050406030204" pitchFamily="18" charset="0"/>
                                </a:rPr>
                              </m:ctrlPr>
                            </m:sSubPr>
                            <m:e>
                              <m:r>
                                <a:rPr lang="pt-BR" sz="2000" i="1">
                                  <a:solidFill>
                                    <a:schemeClr val="bg1"/>
                                  </a:solidFill>
                                  <a:latin typeface="Cambria Math" panose="02040503050406030204" pitchFamily="18" charset="0"/>
                                </a:rPr>
                                <m:t>𝜎</m:t>
                              </m:r>
                            </m:e>
                            <m:sub>
                              <m:r>
                                <a:rPr lang="pt-BR" sz="2000" i="1">
                                  <a:solidFill>
                                    <a:schemeClr val="bg1"/>
                                  </a:solidFill>
                                  <a:latin typeface="Cambria Math" panose="02040503050406030204" pitchFamily="18" charset="0"/>
                                </a:rPr>
                                <m:t>𝑎</m:t>
                              </m:r>
                            </m:sub>
                          </m:sSub>
                          <m:r>
                            <a:rPr lang="pt-BR" sz="2000" i="1">
                              <a:solidFill>
                                <a:schemeClr val="bg1"/>
                              </a:solidFill>
                              <a:latin typeface="Cambria Math" panose="02040503050406030204" pitchFamily="18" charset="0"/>
                            </a:rPr>
                            <m:t> </m:t>
                          </m:r>
                          <m:sSub>
                            <m:sSubPr>
                              <m:ctrlPr>
                                <a:rPr lang="pt-BR" sz="2000" i="1">
                                  <a:solidFill>
                                    <a:schemeClr val="bg1"/>
                                  </a:solidFill>
                                  <a:latin typeface="Cambria Math" panose="02040503050406030204" pitchFamily="18" charset="0"/>
                                </a:rPr>
                              </m:ctrlPr>
                            </m:sSubPr>
                            <m:e>
                              <m:r>
                                <a:rPr lang="pt-BR" sz="2000" i="1">
                                  <a:solidFill>
                                    <a:schemeClr val="bg1"/>
                                  </a:solidFill>
                                  <a:latin typeface="Cambria Math" panose="02040503050406030204" pitchFamily="18" charset="0"/>
                                </a:rPr>
                                <m:t>𝜎</m:t>
                              </m:r>
                            </m:e>
                            <m:sub>
                              <m:r>
                                <a:rPr lang="pt-BR" sz="2000" i="1">
                                  <a:solidFill>
                                    <a:schemeClr val="bg1"/>
                                  </a:solidFill>
                                  <a:latin typeface="Cambria Math" panose="02040503050406030204" pitchFamily="18" charset="0"/>
                                </a:rPr>
                                <m:t>ℎ</m:t>
                              </m:r>
                            </m:sub>
                          </m:sSub>
                        </m:den>
                      </m:f>
                    </m:oMath>
                  </m:oMathPara>
                </a14:m>
                <a:endParaRPr lang="en-IN" dirty="0">
                  <a:solidFill>
                    <a:schemeClr val="bg1"/>
                  </a:solidFill>
                </a:endParaRPr>
              </a:p>
            </p:txBody>
          </p:sp>
        </mc:Choice>
        <mc:Fallback xmlns="">
          <p:sp>
            <p:nvSpPr>
              <p:cNvPr id="16" name="TextBox 15">
                <a:extLst>
                  <a:ext uri="{FF2B5EF4-FFF2-40B4-BE49-F238E27FC236}">
                    <a16:creationId xmlns:a16="http://schemas.microsoft.com/office/drawing/2014/main" id="{CB8FA28F-9EDB-93AE-6D25-9EEE4C2574C4}"/>
                  </a:ext>
                </a:extLst>
              </p:cNvPr>
              <p:cNvSpPr txBox="1">
                <a:spLocks noRot="1" noChangeAspect="1" noMove="1" noResize="1" noEditPoints="1" noAdjustHandles="1" noChangeArrowheads="1" noChangeShapeType="1" noTextEdit="1"/>
              </p:cNvSpPr>
              <p:nvPr/>
            </p:nvSpPr>
            <p:spPr>
              <a:xfrm>
                <a:off x="5758202" y="2847216"/>
                <a:ext cx="1897358" cy="741613"/>
              </a:xfrm>
              <a:prstGeom prst="rect">
                <a:avLst/>
              </a:prstGeom>
              <a:blipFill>
                <a:blip r:embed="rId6"/>
                <a:stretch>
                  <a:fillRect/>
                </a:stretch>
              </a:blipFill>
              <a:ln w="9525" cap="flat" cmpd="sng" algn="ctr">
                <a:solidFill>
                  <a:schemeClr val="accent4"/>
                </a:solidFill>
                <a:prstDash val="solid"/>
                <a:round/>
                <a:headEnd type="none" w="med" len="med"/>
                <a:tailEnd type="none" w="med" len="med"/>
              </a:ln>
            </p:spPr>
            <p:txBody>
              <a:bodyPr/>
              <a:lstStyle/>
              <a:p>
                <a:r>
                  <a:rPr lang="en-IN">
                    <a:noFill/>
                  </a:rPr>
                  <a:t> </a:t>
                </a:r>
              </a:p>
            </p:txBody>
          </p:sp>
        </mc:Fallback>
      </mc:AlternateContent>
      <p:pic>
        <p:nvPicPr>
          <p:cNvPr id="20" name="Picture 19">
            <a:extLst>
              <a:ext uri="{FF2B5EF4-FFF2-40B4-BE49-F238E27FC236}">
                <a16:creationId xmlns:a16="http://schemas.microsoft.com/office/drawing/2014/main" id="{18419F9B-2904-497D-16DD-E4826E0C190D}"/>
              </a:ext>
            </a:extLst>
          </p:cNvPr>
          <p:cNvPicPr>
            <a:picLocks noChangeAspect="1"/>
          </p:cNvPicPr>
          <p:nvPr/>
        </p:nvPicPr>
        <p:blipFill>
          <a:blip r:embed="rId7"/>
          <a:srcRect t="1" r="48411" b="-24235"/>
          <a:stretch>
            <a:fillRect/>
          </a:stretch>
        </p:blipFill>
        <p:spPr>
          <a:xfrm>
            <a:off x="7502570" y="301721"/>
            <a:ext cx="4162789" cy="400987"/>
          </a:xfrm>
          <a:prstGeom prst="rect">
            <a:avLst/>
          </a:prstGeom>
        </p:spPr>
      </p:pic>
      <p:pic>
        <p:nvPicPr>
          <p:cNvPr id="23" name="Picture 22">
            <a:extLst>
              <a:ext uri="{FF2B5EF4-FFF2-40B4-BE49-F238E27FC236}">
                <a16:creationId xmlns:a16="http://schemas.microsoft.com/office/drawing/2014/main" id="{1FCFAF88-79F3-7491-E507-93624849BAA0}"/>
              </a:ext>
            </a:extLst>
          </p:cNvPr>
          <p:cNvPicPr>
            <a:picLocks noChangeAspect="1"/>
          </p:cNvPicPr>
          <p:nvPr/>
        </p:nvPicPr>
        <p:blipFill>
          <a:blip r:embed="rId7"/>
          <a:srcRect l="50000"/>
          <a:stretch>
            <a:fillRect/>
          </a:stretch>
        </p:blipFill>
        <p:spPr>
          <a:xfrm>
            <a:off x="7435515" y="646714"/>
            <a:ext cx="4304366" cy="344349"/>
          </a:xfrm>
          <a:prstGeom prst="rect">
            <a:avLst/>
          </a:prstGeom>
        </p:spPr>
      </p:pic>
      <p:cxnSp>
        <p:nvCxnSpPr>
          <p:cNvPr id="28" name="Straight Arrow Connector 27">
            <a:extLst>
              <a:ext uri="{FF2B5EF4-FFF2-40B4-BE49-F238E27FC236}">
                <a16:creationId xmlns:a16="http://schemas.microsoft.com/office/drawing/2014/main" id="{CACE2157-61C4-78AF-F728-5F79C7644B72}"/>
              </a:ext>
            </a:extLst>
          </p:cNvPr>
          <p:cNvCxnSpPr>
            <a:cxnSpLocks/>
          </p:cNvCxnSpPr>
          <p:nvPr/>
        </p:nvCxnSpPr>
        <p:spPr>
          <a:xfrm flipV="1">
            <a:off x="7014464" y="2514086"/>
            <a:ext cx="0" cy="421652"/>
          </a:xfrm>
          <a:prstGeom prst="straightConnector1">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3F09DA5-B860-C122-5533-7820959C20B0}"/>
              </a:ext>
            </a:extLst>
          </p:cNvPr>
          <p:cNvCxnSpPr>
            <a:cxnSpLocks/>
          </p:cNvCxnSpPr>
          <p:nvPr/>
        </p:nvCxnSpPr>
        <p:spPr>
          <a:xfrm flipV="1">
            <a:off x="7279641" y="2543491"/>
            <a:ext cx="200151" cy="373200"/>
          </a:xfrm>
          <a:prstGeom prst="straightConnector1">
            <a:avLst/>
          </a:prstGeom>
          <a:ln>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A09E5047-0AD3-1F9C-4344-D5DAAEEE8640}"/>
              </a:ext>
            </a:extLst>
          </p:cNvPr>
          <p:cNvSpPr txBox="1"/>
          <p:nvPr/>
        </p:nvSpPr>
        <p:spPr>
          <a:xfrm>
            <a:off x="5425930" y="2219663"/>
            <a:ext cx="1703608" cy="338554"/>
          </a:xfrm>
          <a:prstGeom prst="rect">
            <a:avLst/>
          </a:prstGeom>
          <a:noFill/>
        </p:spPr>
        <p:txBody>
          <a:bodyPr wrap="none" rtlCol="0">
            <a:spAutoFit/>
          </a:bodyPr>
          <a:lstStyle/>
          <a:p>
            <a:r>
              <a:rPr lang="en-IN" sz="1600" dirty="0">
                <a:solidFill>
                  <a:schemeClr val="accent2">
                    <a:lumMod val="60000"/>
                    <a:lumOff val="40000"/>
                  </a:schemeClr>
                </a:solidFill>
              </a:rPr>
              <a:t>model waveform </a:t>
            </a:r>
          </a:p>
        </p:txBody>
      </p:sp>
      <p:sp>
        <p:nvSpPr>
          <p:cNvPr id="41" name="TextBox 40">
            <a:extLst>
              <a:ext uri="{FF2B5EF4-FFF2-40B4-BE49-F238E27FC236}">
                <a16:creationId xmlns:a16="http://schemas.microsoft.com/office/drawing/2014/main" id="{541E37FF-634B-38EA-5F3D-CBF4393017D5}"/>
              </a:ext>
            </a:extLst>
          </p:cNvPr>
          <p:cNvSpPr txBox="1"/>
          <p:nvPr/>
        </p:nvSpPr>
        <p:spPr>
          <a:xfrm>
            <a:off x="7129538" y="2219663"/>
            <a:ext cx="1766125" cy="338554"/>
          </a:xfrm>
          <a:prstGeom prst="rect">
            <a:avLst/>
          </a:prstGeom>
          <a:noFill/>
        </p:spPr>
        <p:txBody>
          <a:bodyPr wrap="none" rtlCol="0">
            <a:spAutoFit/>
          </a:bodyPr>
          <a:lstStyle/>
          <a:p>
            <a:r>
              <a:rPr lang="en-IN" sz="1600" dirty="0">
                <a:solidFill>
                  <a:schemeClr val="accent1">
                    <a:lumMod val="60000"/>
                    <a:lumOff val="40000"/>
                  </a:schemeClr>
                </a:solidFill>
              </a:rPr>
              <a:t>human waveform </a:t>
            </a:r>
          </a:p>
        </p:txBody>
      </p:sp>
      <p:sp>
        <p:nvSpPr>
          <p:cNvPr id="46" name="TextBox 45">
            <a:extLst>
              <a:ext uri="{FF2B5EF4-FFF2-40B4-BE49-F238E27FC236}">
                <a16:creationId xmlns:a16="http://schemas.microsoft.com/office/drawing/2014/main" id="{8EE0C77C-C5F6-459A-270E-F7C66AC272B0}"/>
              </a:ext>
            </a:extLst>
          </p:cNvPr>
          <p:cNvSpPr txBox="1"/>
          <p:nvPr/>
        </p:nvSpPr>
        <p:spPr>
          <a:xfrm>
            <a:off x="9160839" y="2108552"/>
            <a:ext cx="2711166" cy="1477328"/>
          </a:xfrm>
          <a:prstGeom prst="rect">
            <a:avLst/>
          </a:prstGeom>
          <a:noFill/>
        </p:spPr>
        <p:txBody>
          <a:bodyPr wrap="square">
            <a:spAutoFit/>
          </a:bodyPr>
          <a:lstStyle/>
          <a:p>
            <a:pPr marL="0" algn="l" rtl="0" eaLnBrk="1" latinLnBrk="0" hangingPunct="1">
              <a:buNone/>
            </a:pPr>
            <a:r>
              <a:rPr lang="en-US" sz="1800" kern="1200" dirty="0">
                <a:solidFill>
                  <a:schemeClr val="bg1"/>
                </a:solidFill>
                <a:effectLst/>
                <a:latin typeface="+mn-lt"/>
                <a:ea typeface="+mn-ea"/>
                <a:cs typeface="+mn-cs"/>
              </a:rPr>
              <a:t>The task leaves coordination open and real content resolves it where an unconstrained policy can’t!</a:t>
            </a:r>
            <a:endParaRPr lang="en-IN" dirty="0">
              <a:solidFill>
                <a:schemeClr val="bg1"/>
              </a:solidFill>
              <a:effectLst/>
            </a:endParaRPr>
          </a:p>
        </p:txBody>
      </p:sp>
      <p:sp>
        <p:nvSpPr>
          <p:cNvPr id="4" name="TextBox 3">
            <a:extLst>
              <a:ext uri="{FF2B5EF4-FFF2-40B4-BE49-F238E27FC236}">
                <a16:creationId xmlns:a16="http://schemas.microsoft.com/office/drawing/2014/main" id="{8C879334-F42E-6572-26AC-EF12791054DF}"/>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19</a:t>
            </a:r>
          </a:p>
        </p:txBody>
      </p:sp>
      <p:sp>
        <p:nvSpPr>
          <p:cNvPr id="3" name="Rectangle 2">
            <a:extLst>
              <a:ext uri="{FF2B5EF4-FFF2-40B4-BE49-F238E27FC236}">
                <a16:creationId xmlns:a16="http://schemas.microsoft.com/office/drawing/2014/main" id="{B23F4764-929C-2CBE-1488-0F22282A3233}"/>
              </a:ext>
            </a:extLst>
          </p:cNvPr>
          <p:cNvSpPr/>
          <p:nvPr/>
        </p:nvSpPr>
        <p:spPr>
          <a:xfrm>
            <a:off x="1828800" y="4740351"/>
            <a:ext cx="8910320" cy="573330"/>
          </a:xfrm>
          <a:prstGeom prst="rect">
            <a:avLst/>
          </a:prstGeom>
          <a:no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73463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D1C44-FD42-1BB8-E2FF-EF243C3A66BF}"/>
              </a:ext>
            </a:extLst>
          </p:cNvPr>
          <p:cNvSpPr>
            <a:spLocks noGrp="1"/>
          </p:cNvSpPr>
          <p:nvPr>
            <p:ph type="title"/>
          </p:nvPr>
        </p:nvSpPr>
        <p:spPr/>
        <p:txBody>
          <a:bodyPr/>
          <a:lstStyle/>
          <a:p>
            <a:r>
              <a:rPr lang="en-IN" b="1" dirty="0">
                <a:solidFill>
                  <a:srgbClr val="00B0F0"/>
                </a:solidFill>
              </a:rPr>
              <a:t>Conclusion</a:t>
            </a:r>
          </a:p>
        </p:txBody>
      </p:sp>
      <p:sp>
        <p:nvSpPr>
          <p:cNvPr id="3" name="Content Placeholder 2">
            <a:extLst>
              <a:ext uri="{FF2B5EF4-FFF2-40B4-BE49-F238E27FC236}">
                <a16:creationId xmlns:a16="http://schemas.microsoft.com/office/drawing/2014/main" id="{E79731E7-BE1E-BE2B-8DA9-5CFF3E2332E8}"/>
              </a:ext>
            </a:extLst>
          </p:cNvPr>
          <p:cNvSpPr>
            <a:spLocks noGrp="1"/>
          </p:cNvSpPr>
          <p:nvPr>
            <p:ph idx="1"/>
          </p:nvPr>
        </p:nvSpPr>
        <p:spPr/>
        <p:txBody>
          <a:bodyPr>
            <a:normAutofit/>
          </a:bodyPr>
          <a:lstStyle/>
          <a:p>
            <a:r>
              <a:rPr lang="en-US" dirty="0">
                <a:solidFill>
                  <a:schemeClr val="bg1"/>
                </a:solidFill>
              </a:rPr>
              <a:t>We built an action-space prior from real human EMG, capturing how muscles coordinate during walking.</a:t>
            </a:r>
          </a:p>
          <a:p>
            <a:r>
              <a:rPr lang="en-US" dirty="0">
                <a:solidFill>
                  <a:schemeClr val="bg1"/>
                </a:solidFill>
              </a:rPr>
              <a:t>Balancing the prior with a learned residual improved several measures of biomechanical fidelity over the baselines.</a:t>
            </a:r>
          </a:p>
          <a:p>
            <a:r>
              <a:rPr lang="en-US" dirty="0">
                <a:solidFill>
                  <a:schemeClr val="bg1"/>
                </a:solidFill>
              </a:rPr>
              <a:t> Using EMG-based models offers a promising foundation to achieve physiologically realistic simulation performance of human movement.</a:t>
            </a:r>
          </a:p>
        </p:txBody>
      </p:sp>
      <p:sp>
        <p:nvSpPr>
          <p:cNvPr id="5" name="TextBox 4">
            <a:extLst>
              <a:ext uri="{FF2B5EF4-FFF2-40B4-BE49-F238E27FC236}">
                <a16:creationId xmlns:a16="http://schemas.microsoft.com/office/drawing/2014/main" id="{2201C743-9528-909F-408D-35D531B9FE13}"/>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20</a:t>
            </a:r>
          </a:p>
        </p:txBody>
      </p:sp>
    </p:spTree>
    <p:extLst>
      <p:ext uri="{BB962C8B-B14F-4D97-AF65-F5344CB8AC3E}">
        <p14:creationId xmlns:p14="http://schemas.microsoft.com/office/powerpoint/2010/main" val="557643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91205-1CAB-C82B-B65E-49EE2DE47AA1}"/>
              </a:ext>
            </a:extLst>
          </p:cNvPr>
          <p:cNvSpPr>
            <a:spLocks noGrp="1"/>
          </p:cNvSpPr>
          <p:nvPr>
            <p:ph type="title"/>
          </p:nvPr>
        </p:nvSpPr>
        <p:spPr/>
        <p:txBody>
          <a:bodyPr/>
          <a:lstStyle/>
          <a:p>
            <a:r>
              <a:rPr lang="en-IN" b="1" dirty="0">
                <a:solidFill>
                  <a:schemeClr val="accent1">
                    <a:lumMod val="60000"/>
                    <a:lumOff val="40000"/>
                  </a:schemeClr>
                </a:solidFill>
              </a:rPr>
              <a:t>Limitations/Future Work</a:t>
            </a:r>
          </a:p>
        </p:txBody>
      </p:sp>
      <p:sp>
        <p:nvSpPr>
          <p:cNvPr id="3" name="Content Placeholder 2">
            <a:extLst>
              <a:ext uri="{FF2B5EF4-FFF2-40B4-BE49-F238E27FC236}">
                <a16:creationId xmlns:a16="http://schemas.microsoft.com/office/drawing/2014/main" id="{1A4F17A6-B6AA-510E-EEF6-F1293ACA5136}"/>
              </a:ext>
            </a:extLst>
          </p:cNvPr>
          <p:cNvSpPr>
            <a:spLocks noGrp="1"/>
          </p:cNvSpPr>
          <p:nvPr>
            <p:ph idx="1"/>
          </p:nvPr>
        </p:nvSpPr>
        <p:spPr/>
        <p:txBody>
          <a:bodyPr/>
          <a:lstStyle/>
          <a:p>
            <a:r>
              <a:rPr lang="en-US" dirty="0">
                <a:solidFill>
                  <a:schemeClr val="bg1"/>
                </a:solidFill>
              </a:rPr>
              <a:t>Data is just from a few healthy subjects one </a:t>
            </a:r>
            <a:r>
              <a:rPr lang="en-IN" dirty="0">
                <a:solidFill>
                  <a:schemeClr val="bg1"/>
                </a:solidFill>
              </a:rPr>
              <a:t>dataset.</a:t>
            </a:r>
          </a:p>
          <a:p>
            <a:r>
              <a:rPr lang="en-IN" dirty="0">
                <a:solidFill>
                  <a:schemeClr val="bg1"/>
                </a:solidFill>
              </a:rPr>
              <a:t>Results are only from a 3 seed training budget.</a:t>
            </a:r>
          </a:p>
          <a:p>
            <a:r>
              <a:rPr lang="en-US" dirty="0">
                <a:solidFill>
                  <a:schemeClr val="bg1"/>
                </a:solidFill>
              </a:rPr>
              <a:t>Deliberately simple velocity reward, to isolate the prior's effect; not tuned for natural or robust gait.</a:t>
            </a:r>
          </a:p>
          <a:p>
            <a:r>
              <a:rPr lang="en-US" dirty="0">
                <a:solidFill>
                  <a:schemeClr val="bg1"/>
                </a:solidFill>
              </a:rPr>
              <a:t>Prior captures muscle coordination per timestep, not temporal structure.</a:t>
            </a:r>
          </a:p>
        </p:txBody>
      </p:sp>
      <p:sp>
        <p:nvSpPr>
          <p:cNvPr id="5" name="TextBox 4">
            <a:extLst>
              <a:ext uri="{FF2B5EF4-FFF2-40B4-BE49-F238E27FC236}">
                <a16:creationId xmlns:a16="http://schemas.microsoft.com/office/drawing/2014/main" id="{985913F9-C2F0-76C0-7B72-024797D73FB3}"/>
              </a:ext>
            </a:extLst>
          </p:cNvPr>
          <p:cNvSpPr txBox="1"/>
          <p:nvPr/>
        </p:nvSpPr>
        <p:spPr>
          <a:xfrm>
            <a:off x="11780520" y="6372106"/>
            <a:ext cx="579120" cy="369332"/>
          </a:xfrm>
          <a:prstGeom prst="rect">
            <a:avLst/>
          </a:prstGeom>
          <a:noFill/>
        </p:spPr>
        <p:txBody>
          <a:bodyPr wrap="square" rtlCol="0">
            <a:spAutoFit/>
          </a:bodyPr>
          <a:lstStyle/>
          <a:p>
            <a:r>
              <a:rPr lang="en-IN" b="1" dirty="0">
                <a:solidFill>
                  <a:schemeClr val="accent1">
                    <a:lumMod val="60000"/>
                    <a:lumOff val="40000"/>
                  </a:schemeClr>
                </a:solidFill>
              </a:rPr>
              <a:t>21</a:t>
            </a:r>
          </a:p>
        </p:txBody>
      </p:sp>
    </p:spTree>
    <p:extLst>
      <p:ext uri="{BB962C8B-B14F-4D97-AF65-F5344CB8AC3E}">
        <p14:creationId xmlns:p14="http://schemas.microsoft.com/office/powerpoint/2010/main" val="32933439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F594C-D9D5-FE45-D461-BD623B0F3F14}"/>
              </a:ext>
            </a:extLst>
          </p:cNvPr>
          <p:cNvSpPr>
            <a:spLocks noGrp="1"/>
          </p:cNvSpPr>
          <p:nvPr>
            <p:ph type="title"/>
          </p:nvPr>
        </p:nvSpPr>
        <p:spPr>
          <a:xfrm>
            <a:off x="3341933" y="2766218"/>
            <a:ext cx="7686040" cy="1325563"/>
          </a:xfrm>
        </p:spPr>
        <p:txBody>
          <a:bodyPr/>
          <a:lstStyle/>
          <a:p>
            <a:r>
              <a:rPr lang="en-IN" dirty="0">
                <a:solidFill>
                  <a:schemeClr val="bg2"/>
                </a:solidFill>
              </a:rPr>
              <a:t>Thanks for your time. </a:t>
            </a:r>
            <a:br>
              <a:rPr lang="en-IN" dirty="0">
                <a:solidFill>
                  <a:schemeClr val="bg2"/>
                </a:solidFill>
              </a:rPr>
            </a:br>
            <a:r>
              <a:rPr lang="en-IN" dirty="0">
                <a:solidFill>
                  <a:schemeClr val="bg2"/>
                </a:solidFill>
              </a:rPr>
              <a:t>Questions?</a:t>
            </a:r>
          </a:p>
        </p:txBody>
      </p:sp>
    </p:spTree>
    <p:extLst>
      <p:ext uri="{BB962C8B-B14F-4D97-AF65-F5344CB8AC3E}">
        <p14:creationId xmlns:p14="http://schemas.microsoft.com/office/powerpoint/2010/main" val="19247053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C9B73-76B1-A957-0AE7-41F650FB2F78}"/>
              </a:ext>
            </a:extLst>
          </p:cNvPr>
          <p:cNvSpPr>
            <a:spLocks noGrp="1"/>
          </p:cNvSpPr>
          <p:nvPr>
            <p:ph type="title"/>
          </p:nvPr>
        </p:nvSpPr>
        <p:spPr>
          <a:xfrm>
            <a:off x="1071880" y="2766218"/>
            <a:ext cx="10515600" cy="1325563"/>
          </a:xfrm>
        </p:spPr>
        <p:txBody>
          <a:bodyPr/>
          <a:lstStyle/>
          <a:p>
            <a:r>
              <a:rPr lang="en-IN" b="1" dirty="0">
                <a:solidFill>
                  <a:srgbClr val="BD9943"/>
                </a:solidFill>
              </a:rPr>
              <a:t>Supplementary</a:t>
            </a:r>
          </a:p>
        </p:txBody>
      </p:sp>
    </p:spTree>
    <p:extLst>
      <p:ext uri="{BB962C8B-B14F-4D97-AF65-F5344CB8AC3E}">
        <p14:creationId xmlns:p14="http://schemas.microsoft.com/office/powerpoint/2010/main" val="559337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637D0-5783-5B41-BF2A-202CDC2371B5}"/>
              </a:ext>
            </a:extLst>
          </p:cNvPr>
          <p:cNvSpPr>
            <a:spLocks noGrp="1"/>
          </p:cNvSpPr>
          <p:nvPr>
            <p:ph type="title"/>
          </p:nvPr>
        </p:nvSpPr>
        <p:spPr>
          <a:xfrm>
            <a:off x="345468" y="365125"/>
            <a:ext cx="11008332" cy="1325563"/>
          </a:xfrm>
        </p:spPr>
        <p:txBody>
          <a:bodyPr/>
          <a:lstStyle/>
          <a:p>
            <a:pPr algn="ctr"/>
            <a:r>
              <a:rPr lang="en-IN" dirty="0">
                <a:solidFill>
                  <a:srgbClr val="00B0F0"/>
                </a:solidFill>
              </a:rPr>
              <a:t>Test Performance</a:t>
            </a:r>
            <a:r>
              <a:rPr lang="en-IN" b="1" dirty="0">
                <a:solidFill>
                  <a:srgbClr val="00B0F0"/>
                </a:solidFill>
              </a:rPr>
              <a:t> H1622</a:t>
            </a:r>
            <a:endParaRPr lang="en-IN" dirty="0">
              <a:solidFill>
                <a:srgbClr val="00B0F0"/>
              </a:solidFill>
            </a:endParaRPr>
          </a:p>
        </p:txBody>
      </p:sp>
      <p:sp>
        <p:nvSpPr>
          <p:cNvPr id="57" name="TextBox 56">
            <a:extLst>
              <a:ext uri="{FF2B5EF4-FFF2-40B4-BE49-F238E27FC236}">
                <a16:creationId xmlns:a16="http://schemas.microsoft.com/office/drawing/2014/main" id="{F02274CE-2439-90E7-B883-90547631B08E}"/>
              </a:ext>
            </a:extLst>
          </p:cNvPr>
          <p:cNvSpPr txBox="1"/>
          <p:nvPr/>
        </p:nvSpPr>
        <p:spPr>
          <a:xfrm>
            <a:off x="207652" y="4403982"/>
            <a:ext cx="11795295" cy="646331"/>
          </a:xfrm>
          <a:prstGeom prst="rect">
            <a:avLst/>
          </a:prstGeom>
          <a:noFill/>
        </p:spPr>
        <p:txBody>
          <a:bodyPr wrap="square" rtlCol="0">
            <a:spAutoFit/>
          </a:bodyPr>
          <a:lstStyle/>
          <a:p>
            <a:pPr marL="285750" indent="-285750">
              <a:buFontTx/>
              <a:buChar char="-"/>
            </a:pPr>
            <a:endParaRPr lang="en-IN" dirty="0">
              <a:solidFill>
                <a:schemeClr val="bg1"/>
              </a:solidFill>
            </a:endParaRPr>
          </a:p>
          <a:p>
            <a:pPr marL="285750" indent="-285750">
              <a:buFontTx/>
              <a:buChar char="-"/>
            </a:pPr>
            <a:endParaRPr lang="en-IN" dirty="0">
              <a:solidFill>
                <a:schemeClr val="bg1"/>
              </a:solidFill>
            </a:endParaRPr>
          </a:p>
        </p:txBody>
      </p:sp>
      <p:grpSp>
        <p:nvGrpSpPr>
          <p:cNvPr id="58" name="Group 57">
            <a:extLst>
              <a:ext uri="{FF2B5EF4-FFF2-40B4-BE49-F238E27FC236}">
                <a16:creationId xmlns:a16="http://schemas.microsoft.com/office/drawing/2014/main" id="{C9B21179-3B94-42C9-2621-DE86F4A7C6FF}"/>
              </a:ext>
            </a:extLst>
          </p:cNvPr>
          <p:cNvGrpSpPr/>
          <p:nvPr/>
        </p:nvGrpSpPr>
        <p:grpSpPr>
          <a:xfrm>
            <a:off x="6239294" y="3869234"/>
            <a:ext cx="2668016" cy="947396"/>
            <a:chOff x="7903292" y="4571512"/>
            <a:chExt cx="2292268" cy="947396"/>
          </a:xfrm>
        </p:grpSpPr>
        <p:cxnSp>
          <p:nvCxnSpPr>
            <p:cNvPr id="59" name="Straight Connector 58">
              <a:extLst>
                <a:ext uri="{FF2B5EF4-FFF2-40B4-BE49-F238E27FC236}">
                  <a16:creationId xmlns:a16="http://schemas.microsoft.com/office/drawing/2014/main" id="{A3901C49-B4F5-C5A4-B715-035C889B0F70}"/>
                </a:ext>
              </a:extLst>
            </p:cNvPr>
            <p:cNvCxnSpPr/>
            <p:nvPr/>
          </p:nvCxnSpPr>
          <p:spPr>
            <a:xfrm>
              <a:off x="7918256" y="4695536"/>
              <a:ext cx="396240" cy="0"/>
            </a:xfrm>
            <a:prstGeom prst="line">
              <a:avLst/>
            </a:prstGeom>
            <a:ln>
              <a:solidFill>
                <a:srgbClr val="398BEB"/>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3D09E3B7-CB5C-95E7-3657-D837AAC44054}"/>
                </a:ext>
              </a:extLst>
            </p:cNvPr>
            <p:cNvCxnSpPr/>
            <p:nvPr/>
          </p:nvCxnSpPr>
          <p:spPr>
            <a:xfrm>
              <a:off x="7918256" y="4847936"/>
              <a:ext cx="396240" cy="0"/>
            </a:xfrm>
            <a:prstGeom prst="line">
              <a:avLst/>
            </a:prstGeom>
            <a:ln>
              <a:solidFill>
                <a:srgbClr val="DA5926"/>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9F4F6DE1-A34C-7E9E-FD97-8BD181818932}"/>
                </a:ext>
              </a:extLst>
            </p:cNvPr>
            <p:cNvCxnSpPr/>
            <p:nvPr/>
          </p:nvCxnSpPr>
          <p:spPr>
            <a:xfrm>
              <a:off x="7918256" y="5008945"/>
              <a:ext cx="396240" cy="0"/>
            </a:xfrm>
            <a:prstGeom prst="line">
              <a:avLst/>
            </a:prstGeom>
            <a:ln>
              <a:solidFill>
                <a:srgbClr val="168A62"/>
              </a:solidFill>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980725DA-3039-1699-3A41-0E5BDEC237F6}"/>
                </a:ext>
              </a:extLst>
            </p:cNvPr>
            <p:cNvSpPr txBox="1"/>
            <p:nvPr/>
          </p:nvSpPr>
          <p:spPr>
            <a:xfrm>
              <a:off x="8314496" y="4571512"/>
              <a:ext cx="1881064" cy="415498"/>
            </a:xfrm>
            <a:prstGeom prst="rect">
              <a:avLst/>
            </a:prstGeom>
            <a:noFill/>
          </p:spPr>
          <p:txBody>
            <a:bodyPr wrap="square" rtlCol="0">
              <a:spAutoFit/>
            </a:bodyPr>
            <a:lstStyle/>
            <a:p>
              <a:r>
                <a:rPr lang="en-IN" sz="1050" dirty="0">
                  <a:solidFill>
                    <a:schemeClr val="bg1"/>
                  </a:solidFill>
                </a:rPr>
                <a:t>Only prior + MPO with res (w=0)</a:t>
              </a:r>
            </a:p>
          </p:txBody>
        </p:sp>
        <p:sp>
          <p:nvSpPr>
            <p:cNvPr id="64" name="TextBox 63">
              <a:extLst>
                <a:ext uri="{FF2B5EF4-FFF2-40B4-BE49-F238E27FC236}">
                  <a16:creationId xmlns:a16="http://schemas.microsoft.com/office/drawing/2014/main" id="{45D6CC24-46B7-DDC4-6486-C9AC98597B95}"/>
                </a:ext>
              </a:extLst>
            </p:cNvPr>
            <p:cNvSpPr txBox="1"/>
            <p:nvPr/>
          </p:nvSpPr>
          <p:spPr>
            <a:xfrm>
              <a:off x="8341645" y="4735097"/>
              <a:ext cx="1685827" cy="253916"/>
            </a:xfrm>
            <a:prstGeom prst="rect">
              <a:avLst/>
            </a:prstGeom>
            <a:noFill/>
          </p:spPr>
          <p:txBody>
            <a:bodyPr wrap="square" rtlCol="0">
              <a:spAutoFit/>
            </a:bodyPr>
            <a:lstStyle/>
            <a:p>
              <a:r>
                <a:rPr lang="en-IN" sz="1050" dirty="0">
                  <a:solidFill>
                    <a:schemeClr val="bg1"/>
                  </a:solidFill>
                </a:rPr>
                <a:t>Prior + MPO with res (w=0.1)</a:t>
              </a:r>
            </a:p>
          </p:txBody>
        </p:sp>
        <p:sp>
          <p:nvSpPr>
            <p:cNvPr id="65" name="TextBox 64">
              <a:extLst>
                <a:ext uri="{FF2B5EF4-FFF2-40B4-BE49-F238E27FC236}">
                  <a16:creationId xmlns:a16="http://schemas.microsoft.com/office/drawing/2014/main" id="{F9E85B96-505D-4850-32E0-19884334DA46}"/>
                </a:ext>
              </a:extLst>
            </p:cNvPr>
            <p:cNvSpPr txBox="1"/>
            <p:nvPr/>
          </p:nvSpPr>
          <p:spPr>
            <a:xfrm>
              <a:off x="8341645" y="4893529"/>
              <a:ext cx="1685827" cy="261610"/>
            </a:xfrm>
            <a:prstGeom prst="rect">
              <a:avLst/>
            </a:prstGeom>
            <a:noFill/>
          </p:spPr>
          <p:txBody>
            <a:bodyPr wrap="square" rtlCol="0">
              <a:spAutoFit/>
            </a:bodyPr>
            <a:lstStyle/>
            <a:p>
              <a:r>
                <a:rPr lang="en-IN" sz="1100" dirty="0">
                  <a:solidFill>
                    <a:schemeClr val="bg1"/>
                  </a:solidFill>
                </a:rPr>
                <a:t>Prior + MPO with res (w=0.5)</a:t>
              </a:r>
            </a:p>
          </p:txBody>
        </p:sp>
        <p:cxnSp>
          <p:nvCxnSpPr>
            <p:cNvPr id="69" name="Straight Connector 68">
              <a:extLst>
                <a:ext uri="{FF2B5EF4-FFF2-40B4-BE49-F238E27FC236}">
                  <a16:creationId xmlns:a16="http://schemas.microsoft.com/office/drawing/2014/main" id="{DF8735D7-55C2-09AB-B9E6-2FFDDE57E181}"/>
                </a:ext>
              </a:extLst>
            </p:cNvPr>
            <p:cNvCxnSpPr/>
            <p:nvPr/>
          </p:nvCxnSpPr>
          <p:spPr>
            <a:xfrm>
              <a:off x="7903292" y="5185219"/>
              <a:ext cx="39624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5D64FCE4-4E77-FF74-8F4C-9A419D311CF6}"/>
                </a:ext>
              </a:extLst>
            </p:cNvPr>
            <p:cNvCxnSpPr/>
            <p:nvPr/>
          </p:nvCxnSpPr>
          <p:spPr>
            <a:xfrm>
              <a:off x="7918256" y="5370848"/>
              <a:ext cx="396240" cy="0"/>
            </a:xfrm>
            <a:prstGeom prst="line">
              <a:avLst/>
            </a:prstGeom>
            <a:ln>
              <a:solidFill>
                <a:srgbClr val="9488EF"/>
              </a:solidFill>
            </a:ln>
          </p:spPr>
          <p:style>
            <a:lnRef idx="2">
              <a:schemeClr val="accent1"/>
            </a:lnRef>
            <a:fillRef idx="0">
              <a:schemeClr val="accent1"/>
            </a:fillRef>
            <a:effectRef idx="1">
              <a:schemeClr val="accent1"/>
            </a:effectRef>
            <a:fontRef idx="minor">
              <a:schemeClr val="tx1"/>
            </a:fontRef>
          </p:style>
        </p:cxnSp>
        <p:sp>
          <p:nvSpPr>
            <p:cNvPr id="71" name="TextBox 70">
              <a:extLst>
                <a:ext uri="{FF2B5EF4-FFF2-40B4-BE49-F238E27FC236}">
                  <a16:creationId xmlns:a16="http://schemas.microsoft.com/office/drawing/2014/main" id="{EC47A405-A2E7-19EE-4357-A5323D01E7D5}"/>
                </a:ext>
              </a:extLst>
            </p:cNvPr>
            <p:cNvSpPr txBox="1"/>
            <p:nvPr/>
          </p:nvSpPr>
          <p:spPr>
            <a:xfrm>
              <a:off x="8341645" y="5264992"/>
              <a:ext cx="1685827" cy="253916"/>
            </a:xfrm>
            <a:prstGeom prst="rect">
              <a:avLst/>
            </a:prstGeom>
            <a:noFill/>
          </p:spPr>
          <p:txBody>
            <a:bodyPr wrap="square" rtlCol="0">
              <a:spAutoFit/>
            </a:bodyPr>
            <a:lstStyle/>
            <a:p>
              <a:r>
                <a:rPr lang="en-IN" sz="1050" dirty="0">
                  <a:solidFill>
                    <a:schemeClr val="bg1"/>
                  </a:solidFill>
                </a:rPr>
                <a:t>DEP + MPO</a:t>
              </a:r>
            </a:p>
          </p:txBody>
        </p:sp>
        <p:sp>
          <p:nvSpPr>
            <p:cNvPr id="72" name="TextBox 71">
              <a:extLst>
                <a:ext uri="{FF2B5EF4-FFF2-40B4-BE49-F238E27FC236}">
                  <a16:creationId xmlns:a16="http://schemas.microsoft.com/office/drawing/2014/main" id="{E940D840-EA18-83DF-60ED-FA767648EA37}"/>
                </a:ext>
              </a:extLst>
            </p:cNvPr>
            <p:cNvSpPr txBox="1"/>
            <p:nvPr/>
          </p:nvSpPr>
          <p:spPr>
            <a:xfrm>
              <a:off x="8353554" y="5083791"/>
              <a:ext cx="1685827" cy="253916"/>
            </a:xfrm>
            <a:prstGeom prst="rect">
              <a:avLst/>
            </a:prstGeom>
            <a:noFill/>
          </p:spPr>
          <p:txBody>
            <a:bodyPr wrap="square" rtlCol="0">
              <a:spAutoFit/>
            </a:bodyPr>
            <a:lstStyle/>
            <a:p>
              <a:r>
                <a:rPr lang="en-IN" sz="1050" dirty="0">
                  <a:solidFill>
                    <a:schemeClr val="bg1"/>
                  </a:solidFill>
                </a:rPr>
                <a:t>MPO</a:t>
              </a:r>
              <a:endParaRPr lang="en-IN" sz="900" dirty="0">
                <a:solidFill>
                  <a:schemeClr val="bg1"/>
                </a:solidFill>
              </a:endParaRPr>
            </a:p>
          </p:txBody>
        </p:sp>
      </p:grpSp>
      <p:pic>
        <p:nvPicPr>
          <p:cNvPr id="5" name="h1622_emglap">
            <a:hlinkClick r:id="" action="ppaction://media"/>
            <a:extLst>
              <a:ext uri="{FF2B5EF4-FFF2-40B4-BE49-F238E27FC236}">
                <a16:creationId xmlns:a16="http://schemas.microsoft.com/office/drawing/2014/main" id="{331B35B8-0417-35A3-0776-422739692B2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274788" y="2741106"/>
            <a:ext cx="2544763" cy="2789237"/>
          </a:xfrm>
          <a:prstGeom prst="roundRect">
            <a:avLst>
              <a:gd name="adj" fmla="val 5299"/>
            </a:avLst>
          </a:prstGeom>
          <a:ln>
            <a:noFill/>
          </a:ln>
          <a:effectLst/>
          <a:scene3d>
            <a:camera prst="orthographicFront"/>
            <a:lightRig rig="balanced" dir="t"/>
          </a:scene3d>
          <a:sp3d prstMaterial="plastic">
            <a:bevelT/>
            <a:contourClr>
              <a:srgbClr val="FFFFFF"/>
            </a:contourClr>
          </a:sp3d>
        </p:spPr>
      </p:pic>
      <p:pic>
        <p:nvPicPr>
          <p:cNvPr id="7" name="Picture 6">
            <a:extLst>
              <a:ext uri="{FF2B5EF4-FFF2-40B4-BE49-F238E27FC236}">
                <a16:creationId xmlns:a16="http://schemas.microsoft.com/office/drawing/2014/main" id="{13A5B08C-93EC-8D7E-A298-E30F5B0653F4}"/>
              </a:ext>
            </a:extLst>
          </p:cNvPr>
          <p:cNvPicPr>
            <a:picLocks noChangeAspect="1"/>
          </p:cNvPicPr>
          <p:nvPr/>
        </p:nvPicPr>
        <p:blipFill>
          <a:blip r:embed="rId6"/>
          <a:srcRect t="15218"/>
          <a:stretch>
            <a:fillRect/>
          </a:stretch>
        </p:blipFill>
        <p:spPr>
          <a:xfrm>
            <a:off x="758526" y="1832983"/>
            <a:ext cx="8148784" cy="4072502"/>
          </a:xfrm>
          <a:prstGeom prst="rect">
            <a:avLst/>
          </a:prstGeom>
        </p:spPr>
      </p:pic>
      <p:sp>
        <p:nvSpPr>
          <p:cNvPr id="10" name="TextBox 9">
            <a:extLst>
              <a:ext uri="{FF2B5EF4-FFF2-40B4-BE49-F238E27FC236}">
                <a16:creationId xmlns:a16="http://schemas.microsoft.com/office/drawing/2014/main" id="{A0C1ACA9-B3E2-945D-00B1-68D682E7A4B3}"/>
              </a:ext>
            </a:extLst>
          </p:cNvPr>
          <p:cNvSpPr txBox="1"/>
          <p:nvPr/>
        </p:nvSpPr>
        <p:spPr>
          <a:xfrm>
            <a:off x="207652" y="5905485"/>
            <a:ext cx="11611899" cy="369332"/>
          </a:xfrm>
          <a:prstGeom prst="rect">
            <a:avLst/>
          </a:prstGeom>
          <a:noFill/>
        </p:spPr>
        <p:txBody>
          <a:bodyPr wrap="square">
            <a:spAutoFit/>
          </a:bodyPr>
          <a:lstStyle/>
          <a:p>
            <a:r>
              <a:rPr lang="en-IN" sz="1800" dirty="0">
                <a:solidFill>
                  <a:schemeClr val="bg1"/>
                </a:solidFill>
              </a:rPr>
              <a:t>EMG prior variants converge around </a:t>
            </a:r>
            <a:r>
              <a:rPr lang="en-IN" b="1" dirty="0">
                <a:solidFill>
                  <a:schemeClr val="accent1">
                    <a:lumMod val="60000"/>
                    <a:lumOff val="40000"/>
                  </a:schemeClr>
                </a:solidFill>
              </a:rPr>
              <a:t>7</a:t>
            </a:r>
            <a:r>
              <a:rPr lang="en-IN" sz="1800" b="1" dirty="0">
                <a:solidFill>
                  <a:schemeClr val="accent1">
                    <a:lumMod val="60000"/>
                    <a:lumOff val="40000"/>
                  </a:schemeClr>
                </a:solidFill>
              </a:rPr>
              <a:t>M </a:t>
            </a:r>
            <a:r>
              <a:rPr lang="en-IN" sz="1800" dirty="0">
                <a:solidFill>
                  <a:schemeClr val="bg1"/>
                </a:solidFill>
              </a:rPr>
              <a:t>steps (slower than control and baseline variants) with a </a:t>
            </a:r>
            <a:r>
              <a:rPr lang="en-IN" b="1" dirty="0">
                <a:solidFill>
                  <a:schemeClr val="accent1">
                    <a:lumMod val="60000"/>
                    <a:lumOff val="40000"/>
                  </a:schemeClr>
                </a:solidFill>
              </a:rPr>
              <a:t>4-10</a:t>
            </a:r>
            <a:r>
              <a:rPr lang="en-IN" sz="1800" b="1" dirty="0">
                <a:solidFill>
                  <a:schemeClr val="accent1">
                    <a:lumMod val="60000"/>
                    <a:lumOff val="40000"/>
                  </a:schemeClr>
                </a:solidFill>
              </a:rPr>
              <a:t>%</a:t>
            </a:r>
            <a:r>
              <a:rPr lang="en-IN" sz="1800" dirty="0">
                <a:solidFill>
                  <a:schemeClr val="accent1">
                    <a:lumMod val="60000"/>
                    <a:lumOff val="40000"/>
                  </a:schemeClr>
                </a:solidFill>
              </a:rPr>
              <a:t> </a:t>
            </a:r>
            <a:r>
              <a:rPr lang="en-IN" sz="1800" dirty="0">
                <a:solidFill>
                  <a:schemeClr val="bg1"/>
                </a:solidFill>
              </a:rPr>
              <a:t>fall rate.</a:t>
            </a:r>
          </a:p>
        </p:txBody>
      </p:sp>
      <p:cxnSp>
        <p:nvCxnSpPr>
          <p:cNvPr id="4" name="Straight Arrow Connector 3">
            <a:extLst>
              <a:ext uri="{FF2B5EF4-FFF2-40B4-BE49-F238E27FC236}">
                <a16:creationId xmlns:a16="http://schemas.microsoft.com/office/drawing/2014/main" id="{875D3360-D5CF-CE52-D94C-0B04AE38960F}"/>
              </a:ext>
            </a:extLst>
          </p:cNvPr>
          <p:cNvCxnSpPr/>
          <p:nvPr/>
        </p:nvCxnSpPr>
        <p:spPr>
          <a:xfrm flipV="1">
            <a:off x="8725530" y="2381250"/>
            <a:ext cx="466095" cy="114300"/>
          </a:xfrm>
          <a:prstGeom prst="straightConnector1">
            <a:avLst/>
          </a:prstGeom>
          <a:ln>
            <a:solidFill>
              <a:srgbClr val="3987E5"/>
            </a:solidFill>
            <a:tailEnd type="triangle"/>
          </a:ln>
        </p:spPr>
        <p:style>
          <a:lnRef idx="2">
            <a:schemeClr val="accent4"/>
          </a:lnRef>
          <a:fillRef idx="0">
            <a:schemeClr val="accent4"/>
          </a:fillRef>
          <a:effectRef idx="1">
            <a:schemeClr val="accent4"/>
          </a:effectRef>
          <a:fontRef idx="minor">
            <a:schemeClr val="tx1"/>
          </a:fontRef>
        </p:style>
      </p:cxnSp>
      <p:sp>
        <p:nvSpPr>
          <p:cNvPr id="6" name="TextBox 5">
            <a:extLst>
              <a:ext uri="{FF2B5EF4-FFF2-40B4-BE49-F238E27FC236}">
                <a16:creationId xmlns:a16="http://schemas.microsoft.com/office/drawing/2014/main" id="{55DDD999-FD37-DC61-F21F-4978D756BD72}"/>
              </a:ext>
            </a:extLst>
          </p:cNvPr>
          <p:cNvSpPr txBox="1"/>
          <p:nvPr/>
        </p:nvSpPr>
        <p:spPr>
          <a:xfrm>
            <a:off x="9191625" y="1756956"/>
            <a:ext cx="2811322" cy="646331"/>
          </a:xfrm>
          <a:prstGeom prst="rect">
            <a:avLst/>
          </a:prstGeom>
          <a:noFill/>
        </p:spPr>
        <p:txBody>
          <a:bodyPr wrap="square" rtlCol="0">
            <a:spAutoFit/>
          </a:bodyPr>
          <a:lstStyle/>
          <a:p>
            <a:r>
              <a:rPr lang="en-IN" sz="1200" dirty="0">
                <a:solidFill>
                  <a:schemeClr val="bg1"/>
                </a:solidFill>
              </a:rPr>
              <a:t>Fully constraining leads to hopping behaviour in 2/3 seeds due to stiffened knee!</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D020A23-2A3D-2FDB-5F7C-E3B5967599BD}"/>
                  </a:ext>
                </a:extLst>
              </p:cNvPr>
              <p:cNvSpPr txBox="1"/>
              <p:nvPr/>
            </p:nvSpPr>
            <p:spPr>
              <a:xfrm>
                <a:off x="9791260" y="5531863"/>
                <a:ext cx="2119989" cy="369332"/>
              </a:xfrm>
              <a:prstGeom prst="rect">
                <a:avLst/>
              </a:prstGeom>
              <a:noFill/>
            </p:spPr>
            <p:txBody>
              <a:bodyPr wrap="square">
                <a:spAutoFit/>
              </a:bodyPr>
              <a:lstStyle/>
              <a:p>
                <a:r>
                  <a:rPr lang="en-IN" b="1" dirty="0">
                    <a:solidFill>
                      <a:schemeClr val="bg1"/>
                    </a:solidFill>
                  </a:rPr>
                  <a:t>Prior + </a:t>
                </a:r>
                <a14:m>
                  <m:oMath xmlns:m="http://schemas.openxmlformats.org/officeDocument/2006/math">
                    <m:r>
                      <a:rPr lang="en-IN" b="1" i="1">
                        <a:solidFill>
                          <a:schemeClr val="bg1"/>
                        </a:solidFill>
                        <a:latin typeface="Cambria Math" panose="02040503050406030204" pitchFamily="18" charset="0"/>
                        <a:ea typeface="Cambria Math" panose="02040503050406030204" pitchFamily="18" charset="0"/>
                      </a:rPr>
                      <m:t>𝝎</m:t>
                    </m:r>
                    <m:r>
                      <a:rPr lang="en-IN" b="1">
                        <a:solidFill>
                          <a:schemeClr val="bg1"/>
                        </a:solidFill>
                        <a:latin typeface="Cambria Math" panose="02040503050406030204" pitchFamily="18" charset="0"/>
                        <a:ea typeface="Cambria Math" panose="02040503050406030204" pitchFamily="18" charset="0"/>
                      </a:rPr>
                      <m:t>=0.</m:t>
                    </m:r>
                    <m:r>
                      <a:rPr lang="en-IN" b="1" i="0" smtClean="0">
                        <a:solidFill>
                          <a:schemeClr val="bg1"/>
                        </a:solidFill>
                        <a:latin typeface="Cambria Math" panose="02040503050406030204" pitchFamily="18" charset="0"/>
                        <a:ea typeface="Cambria Math" panose="02040503050406030204" pitchFamily="18" charset="0"/>
                      </a:rPr>
                      <m:t>1</m:t>
                    </m:r>
                  </m:oMath>
                </a14:m>
                <a:r>
                  <a:rPr lang="en-IN" b="1" dirty="0">
                    <a:solidFill>
                      <a:schemeClr val="bg1"/>
                    </a:solidFill>
                  </a:rPr>
                  <a:t> </a:t>
                </a:r>
                <a:endParaRPr lang="en-IN" sz="1400" dirty="0"/>
              </a:p>
            </p:txBody>
          </p:sp>
        </mc:Choice>
        <mc:Fallback xmlns="">
          <p:sp>
            <p:nvSpPr>
              <p:cNvPr id="9" name="TextBox 8">
                <a:extLst>
                  <a:ext uri="{FF2B5EF4-FFF2-40B4-BE49-F238E27FC236}">
                    <a16:creationId xmlns:a16="http://schemas.microsoft.com/office/drawing/2014/main" id="{3D020A23-2A3D-2FDB-5F7C-E3B5967599BD}"/>
                  </a:ext>
                </a:extLst>
              </p:cNvPr>
              <p:cNvSpPr txBox="1">
                <a:spLocks noRot="1" noChangeAspect="1" noMove="1" noResize="1" noEditPoints="1" noAdjustHandles="1" noChangeArrowheads="1" noChangeShapeType="1" noTextEdit="1"/>
              </p:cNvSpPr>
              <p:nvPr/>
            </p:nvSpPr>
            <p:spPr>
              <a:xfrm>
                <a:off x="9791260" y="5531863"/>
                <a:ext cx="2119989" cy="369332"/>
              </a:xfrm>
              <a:prstGeom prst="rect">
                <a:avLst/>
              </a:prstGeom>
              <a:blipFill>
                <a:blip r:embed="rId7"/>
                <a:stretch>
                  <a:fillRect l="-2299" t="-6557" b="-26230"/>
                </a:stretch>
              </a:blipFill>
            </p:spPr>
            <p:txBody>
              <a:bodyPr/>
              <a:lstStyle/>
              <a:p>
                <a:r>
                  <a:rPr lang="en-IN">
                    <a:noFill/>
                  </a:rPr>
                  <a:t> </a:t>
                </a:r>
              </a:p>
            </p:txBody>
          </p:sp>
        </mc:Fallback>
      </mc:AlternateContent>
    </p:spTree>
    <p:extLst>
      <p:ext uri="{BB962C8B-B14F-4D97-AF65-F5344CB8AC3E}">
        <p14:creationId xmlns:p14="http://schemas.microsoft.com/office/powerpoint/2010/main" val="1135658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589"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22BD6-5D01-6474-AEBB-1AE4BBA6327E}"/>
              </a:ext>
            </a:extLst>
          </p:cNvPr>
          <p:cNvSpPr>
            <a:spLocks noGrp="1"/>
          </p:cNvSpPr>
          <p:nvPr>
            <p:ph type="title"/>
          </p:nvPr>
        </p:nvSpPr>
        <p:spPr>
          <a:xfrm>
            <a:off x="208344" y="365125"/>
            <a:ext cx="11145456" cy="1325563"/>
          </a:xfrm>
        </p:spPr>
        <p:txBody>
          <a:bodyPr/>
          <a:lstStyle/>
          <a:p>
            <a:r>
              <a:rPr lang="en-IN" dirty="0">
                <a:solidFill>
                  <a:srgbClr val="00B0F0"/>
                </a:solidFill>
              </a:rPr>
              <a:t>			Test Performance</a:t>
            </a:r>
            <a:r>
              <a:rPr lang="en-IN" b="1" dirty="0">
                <a:solidFill>
                  <a:srgbClr val="00B0F0"/>
                </a:solidFill>
              </a:rPr>
              <a:t> H2190</a:t>
            </a:r>
            <a:endParaRPr lang="en-IN" dirty="0">
              <a:solidFill>
                <a:srgbClr val="00B0F0"/>
              </a:solidFill>
            </a:endParaRPr>
          </a:p>
        </p:txBody>
      </p:sp>
      <p:sp>
        <p:nvSpPr>
          <p:cNvPr id="100" name="TextBox 99">
            <a:extLst>
              <a:ext uri="{FF2B5EF4-FFF2-40B4-BE49-F238E27FC236}">
                <a16:creationId xmlns:a16="http://schemas.microsoft.com/office/drawing/2014/main" id="{F4ED5232-46A0-D89B-7DC4-457045471A76}"/>
              </a:ext>
            </a:extLst>
          </p:cNvPr>
          <p:cNvSpPr txBox="1"/>
          <p:nvPr/>
        </p:nvSpPr>
        <p:spPr>
          <a:xfrm>
            <a:off x="2926080" y="5817042"/>
            <a:ext cx="6116320" cy="646331"/>
          </a:xfrm>
          <a:prstGeom prst="rect">
            <a:avLst/>
          </a:prstGeom>
          <a:noFill/>
        </p:spPr>
        <p:txBody>
          <a:bodyPr wrap="square">
            <a:spAutoFit/>
          </a:bodyPr>
          <a:lstStyle/>
          <a:p>
            <a:pPr algn="ctr"/>
            <a:r>
              <a:rPr lang="en-US" sz="1800" dirty="0">
                <a:solidFill>
                  <a:schemeClr val="accent4">
                    <a:lumMod val="40000"/>
                    <a:lumOff val="60000"/>
                  </a:schemeClr>
                </a:solidFill>
              </a:rPr>
              <a:t> Inconsistent model, but we have individual episodes in all cases reaching scores in the range of 957-1000. </a:t>
            </a:r>
            <a:endParaRPr lang="en-IN" sz="1800" dirty="0">
              <a:solidFill>
                <a:schemeClr val="accent4">
                  <a:lumMod val="40000"/>
                  <a:lumOff val="60000"/>
                </a:schemeClr>
              </a:solidFill>
            </a:endParaRPr>
          </a:p>
        </p:txBody>
      </p:sp>
      <p:pic>
        <p:nvPicPr>
          <p:cNvPr id="3" name="h2190_emglap">
            <a:hlinkClick r:id="" action="ppaction://media"/>
            <a:extLst>
              <a:ext uri="{FF2B5EF4-FFF2-40B4-BE49-F238E27FC236}">
                <a16:creationId xmlns:a16="http://schemas.microsoft.com/office/drawing/2014/main" id="{4BA6D042-9A7A-5DA0-DDF7-29CA9C5BE77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9376002" y="1872258"/>
            <a:ext cx="2255837" cy="2879725"/>
          </a:xfrm>
          <a:prstGeom prst="roundRect">
            <a:avLst>
              <a:gd name="adj" fmla="val 5299"/>
            </a:avLst>
          </a:prstGeom>
          <a:ln>
            <a:noFill/>
          </a:ln>
          <a:effectLst/>
          <a:scene3d>
            <a:camera prst="orthographicFront"/>
            <a:lightRig rig="balanced" dir="t"/>
          </a:scene3d>
          <a:sp3d prstMaterial="plastic">
            <a:bevelT/>
            <a:contourClr>
              <a:srgbClr val="FFFFFF"/>
            </a:contourClr>
          </a:sp3d>
        </p:spPr>
      </p:pic>
      <p:pic>
        <p:nvPicPr>
          <p:cNvPr id="5" name="Picture 4">
            <a:extLst>
              <a:ext uri="{FF2B5EF4-FFF2-40B4-BE49-F238E27FC236}">
                <a16:creationId xmlns:a16="http://schemas.microsoft.com/office/drawing/2014/main" id="{843910D1-8AD2-D916-F529-FB2D0564C84E}"/>
              </a:ext>
            </a:extLst>
          </p:cNvPr>
          <p:cNvPicPr>
            <a:picLocks noChangeAspect="1"/>
          </p:cNvPicPr>
          <p:nvPr/>
        </p:nvPicPr>
        <p:blipFill>
          <a:blip r:embed="rId6"/>
          <a:srcRect t="13004"/>
          <a:stretch>
            <a:fillRect/>
          </a:stretch>
        </p:blipFill>
        <p:spPr>
          <a:xfrm>
            <a:off x="838200" y="1661611"/>
            <a:ext cx="8037597" cy="4121789"/>
          </a:xfrm>
          <a:prstGeom prst="rect">
            <a:avLst/>
          </a:prstGeom>
        </p:spPr>
      </p:pic>
      <p:grpSp>
        <p:nvGrpSpPr>
          <p:cNvPr id="6" name="Group 5">
            <a:extLst>
              <a:ext uri="{FF2B5EF4-FFF2-40B4-BE49-F238E27FC236}">
                <a16:creationId xmlns:a16="http://schemas.microsoft.com/office/drawing/2014/main" id="{C2895B2F-25FF-5BF4-B0A8-2DFE99536558}"/>
              </a:ext>
            </a:extLst>
          </p:cNvPr>
          <p:cNvGrpSpPr/>
          <p:nvPr/>
        </p:nvGrpSpPr>
        <p:grpSpPr>
          <a:xfrm>
            <a:off x="6112775" y="1724330"/>
            <a:ext cx="2668016" cy="947396"/>
            <a:chOff x="7903292" y="4571512"/>
            <a:chExt cx="2292268" cy="947396"/>
          </a:xfrm>
        </p:grpSpPr>
        <p:cxnSp>
          <p:nvCxnSpPr>
            <p:cNvPr id="7" name="Straight Connector 6">
              <a:extLst>
                <a:ext uri="{FF2B5EF4-FFF2-40B4-BE49-F238E27FC236}">
                  <a16:creationId xmlns:a16="http://schemas.microsoft.com/office/drawing/2014/main" id="{C5EEEE42-D2BF-53CE-C689-8146E2C08A58}"/>
                </a:ext>
              </a:extLst>
            </p:cNvPr>
            <p:cNvCxnSpPr/>
            <p:nvPr/>
          </p:nvCxnSpPr>
          <p:spPr>
            <a:xfrm>
              <a:off x="7918256" y="4695536"/>
              <a:ext cx="396240" cy="0"/>
            </a:xfrm>
            <a:prstGeom prst="line">
              <a:avLst/>
            </a:prstGeom>
            <a:ln>
              <a:solidFill>
                <a:srgbClr val="398BEB"/>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26D34D6-521A-6B20-5541-877D63F0E4A1}"/>
                </a:ext>
              </a:extLst>
            </p:cNvPr>
            <p:cNvCxnSpPr/>
            <p:nvPr/>
          </p:nvCxnSpPr>
          <p:spPr>
            <a:xfrm>
              <a:off x="7918256" y="4847936"/>
              <a:ext cx="396240" cy="0"/>
            </a:xfrm>
            <a:prstGeom prst="line">
              <a:avLst/>
            </a:prstGeom>
            <a:ln>
              <a:solidFill>
                <a:srgbClr val="DA5926"/>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1DD60C62-7BA4-5064-06C7-8C276C85E66A}"/>
                </a:ext>
              </a:extLst>
            </p:cNvPr>
            <p:cNvCxnSpPr/>
            <p:nvPr/>
          </p:nvCxnSpPr>
          <p:spPr>
            <a:xfrm>
              <a:off x="7918256" y="5008945"/>
              <a:ext cx="396240" cy="0"/>
            </a:xfrm>
            <a:prstGeom prst="line">
              <a:avLst/>
            </a:prstGeom>
            <a:ln>
              <a:solidFill>
                <a:srgbClr val="168A62"/>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C5E561E-5003-410C-3863-FCC1E4042B7D}"/>
                </a:ext>
              </a:extLst>
            </p:cNvPr>
            <p:cNvSpPr txBox="1"/>
            <p:nvPr/>
          </p:nvSpPr>
          <p:spPr>
            <a:xfrm>
              <a:off x="8314496" y="4571512"/>
              <a:ext cx="1881064" cy="415498"/>
            </a:xfrm>
            <a:prstGeom prst="rect">
              <a:avLst/>
            </a:prstGeom>
            <a:noFill/>
          </p:spPr>
          <p:txBody>
            <a:bodyPr wrap="square" rtlCol="0">
              <a:spAutoFit/>
            </a:bodyPr>
            <a:lstStyle/>
            <a:p>
              <a:r>
                <a:rPr lang="en-IN" sz="1050" dirty="0">
                  <a:solidFill>
                    <a:schemeClr val="bg1"/>
                  </a:solidFill>
                </a:rPr>
                <a:t>Only prior + MPO with res (w=0)</a:t>
              </a:r>
            </a:p>
          </p:txBody>
        </p:sp>
        <p:sp>
          <p:nvSpPr>
            <p:cNvPr id="11" name="TextBox 10">
              <a:extLst>
                <a:ext uri="{FF2B5EF4-FFF2-40B4-BE49-F238E27FC236}">
                  <a16:creationId xmlns:a16="http://schemas.microsoft.com/office/drawing/2014/main" id="{1013E6FF-CFF4-D8D3-F8FE-7437E8D91E67}"/>
                </a:ext>
              </a:extLst>
            </p:cNvPr>
            <p:cNvSpPr txBox="1"/>
            <p:nvPr/>
          </p:nvSpPr>
          <p:spPr>
            <a:xfrm>
              <a:off x="8341645" y="4735097"/>
              <a:ext cx="1685827" cy="253916"/>
            </a:xfrm>
            <a:prstGeom prst="rect">
              <a:avLst/>
            </a:prstGeom>
            <a:noFill/>
          </p:spPr>
          <p:txBody>
            <a:bodyPr wrap="square" rtlCol="0">
              <a:spAutoFit/>
            </a:bodyPr>
            <a:lstStyle/>
            <a:p>
              <a:r>
                <a:rPr lang="en-IN" sz="1050" dirty="0">
                  <a:solidFill>
                    <a:schemeClr val="bg1"/>
                  </a:solidFill>
                </a:rPr>
                <a:t>Prior + MPO with res (w=0.1)</a:t>
              </a:r>
            </a:p>
          </p:txBody>
        </p:sp>
        <p:sp>
          <p:nvSpPr>
            <p:cNvPr id="12" name="TextBox 11">
              <a:extLst>
                <a:ext uri="{FF2B5EF4-FFF2-40B4-BE49-F238E27FC236}">
                  <a16:creationId xmlns:a16="http://schemas.microsoft.com/office/drawing/2014/main" id="{4E378C45-CA2F-C5D1-3C13-2F437A809D53}"/>
                </a:ext>
              </a:extLst>
            </p:cNvPr>
            <p:cNvSpPr txBox="1"/>
            <p:nvPr/>
          </p:nvSpPr>
          <p:spPr>
            <a:xfrm>
              <a:off x="8341645" y="4893529"/>
              <a:ext cx="1685827" cy="261610"/>
            </a:xfrm>
            <a:prstGeom prst="rect">
              <a:avLst/>
            </a:prstGeom>
            <a:noFill/>
          </p:spPr>
          <p:txBody>
            <a:bodyPr wrap="square" rtlCol="0">
              <a:spAutoFit/>
            </a:bodyPr>
            <a:lstStyle/>
            <a:p>
              <a:r>
                <a:rPr lang="en-IN" sz="1100" dirty="0">
                  <a:solidFill>
                    <a:schemeClr val="bg1"/>
                  </a:solidFill>
                </a:rPr>
                <a:t>Prior + MPO with res (w=0.5)</a:t>
              </a:r>
            </a:p>
          </p:txBody>
        </p:sp>
        <p:cxnSp>
          <p:nvCxnSpPr>
            <p:cNvPr id="13" name="Straight Connector 12">
              <a:extLst>
                <a:ext uri="{FF2B5EF4-FFF2-40B4-BE49-F238E27FC236}">
                  <a16:creationId xmlns:a16="http://schemas.microsoft.com/office/drawing/2014/main" id="{CD2FA6BE-0EBA-0D2F-1042-F9ECE38AFD45}"/>
                </a:ext>
              </a:extLst>
            </p:cNvPr>
            <p:cNvCxnSpPr/>
            <p:nvPr/>
          </p:nvCxnSpPr>
          <p:spPr>
            <a:xfrm>
              <a:off x="7903292" y="5185219"/>
              <a:ext cx="396240" cy="0"/>
            </a:xfrm>
            <a:prstGeom prst="line">
              <a:avLst/>
            </a:prstGeom>
            <a:ln>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15EA4A0-09C1-8AB7-D70B-29C4C260D5A7}"/>
                </a:ext>
              </a:extLst>
            </p:cNvPr>
            <p:cNvCxnSpPr/>
            <p:nvPr/>
          </p:nvCxnSpPr>
          <p:spPr>
            <a:xfrm>
              <a:off x="7918256" y="5370848"/>
              <a:ext cx="396240" cy="0"/>
            </a:xfrm>
            <a:prstGeom prst="line">
              <a:avLst/>
            </a:prstGeom>
            <a:ln>
              <a:solidFill>
                <a:srgbClr val="9488EF"/>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FB97E54E-EFC2-8048-4E8E-9E4BC9C546B6}"/>
                </a:ext>
              </a:extLst>
            </p:cNvPr>
            <p:cNvSpPr txBox="1"/>
            <p:nvPr/>
          </p:nvSpPr>
          <p:spPr>
            <a:xfrm>
              <a:off x="8341645" y="5264992"/>
              <a:ext cx="1685827" cy="253916"/>
            </a:xfrm>
            <a:prstGeom prst="rect">
              <a:avLst/>
            </a:prstGeom>
            <a:noFill/>
          </p:spPr>
          <p:txBody>
            <a:bodyPr wrap="square" rtlCol="0">
              <a:spAutoFit/>
            </a:bodyPr>
            <a:lstStyle/>
            <a:p>
              <a:r>
                <a:rPr lang="en-IN" sz="1050" dirty="0">
                  <a:solidFill>
                    <a:schemeClr val="bg1"/>
                  </a:solidFill>
                </a:rPr>
                <a:t>DEP + MPO</a:t>
              </a:r>
            </a:p>
          </p:txBody>
        </p:sp>
        <p:sp>
          <p:nvSpPr>
            <p:cNvPr id="16" name="TextBox 15">
              <a:extLst>
                <a:ext uri="{FF2B5EF4-FFF2-40B4-BE49-F238E27FC236}">
                  <a16:creationId xmlns:a16="http://schemas.microsoft.com/office/drawing/2014/main" id="{0E6B71CF-F1E5-47B3-14E4-C2C367EC67BE}"/>
                </a:ext>
              </a:extLst>
            </p:cNvPr>
            <p:cNvSpPr txBox="1"/>
            <p:nvPr/>
          </p:nvSpPr>
          <p:spPr>
            <a:xfrm>
              <a:off x="8353554" y="5083791"/>
              <a:ext cx="1685827" cy="253916"/>
            </a:xfrm>
            <a:prstGeom prst="rect">
              <a:avLst/>
            </a:prstGeom>
            <a:noFill/>
          </p:spPr>
          <p:txBody>
            <a:bodyPr wrap="square" rtlCol="0">
              <a:spAutoFit/>
            </a:bodyPr>
            <a:lstStyle/>
            <a:p>
              <a:r>
                <a:rPr lang="en-IN" sz="1050" dirty="0">
                  <a:solidFill>
                    <a:schemeClr val="bg1"/>
                  </a:solidFill>
                </a:rPr>
                <a:t>MPO</a:t>
              </a:r>
              <a:endParaRPr lang="en-IN" sz="900" dirty="0">
                <a:solidFill>
                  <a:schemeClr val="bg1"/>
                </a:solidFill>
              </a:endParaRPr>
            </a:p>
          </p:txBody>
        </p:sp>
      </p:gr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DF26307-8F7A-970D-7AC9-450936A14B09}"/>
                  </a:ext>
                </a:extLst>
              </p:cNvPr>
              <p:cNvSpPr txBox="1"/>
              <p:nvPr/>
            </p:nvSpPr>
            <p:spPr>
              <a:xfrm>
                <a:off x="9831700" y="4914503"/>
                <a:ext cx="2119989" cy="369332"/>
              </a:xfrm>
              <a:prstGeom prst="rect">
                <a:avLst/>
              </a:prstGeom>
              <a:noFill/>
            </p:spPr>
            <p:txBody>
              <a:bodyPr wrap="square">
                <a:spAutoFit/>
              </a:bodyPr>
              <a:lstStyle/>
              <a:p>
                <a:r>
                  <a:rPr lang="en-IN" b="1" dirty="0">
                    <a:solidFill>
                      <a:schemeClr val="bg1"/>
                    </a:solidFill>
                  </a:rPr>
                  <a:t>Prior + </a:t>
                </a:r>
                <a14:m>
                  <m:oMath xmlns:m="http://schemas.openxmlformats.org/officeDocument/2006/math">
                    <m:r>
                      <a:rPr lang="en-IN" b="1" i="1">
                        <a:solidFill>
                          <a:schemeClr val="bg1"/>
                        </a:solidFill>
                        <a:latin typeface="Cambria Math" panose="02040503050406030204" pitchFamily="18" charset="0"/>
                        <a:ea typeface="Cambria Math" panose="02040503050406030204" pitchFamily="18" charset="0"/>
                      </a:rPr>
                      <m:t>𝝎</m:t>
                    </m:r>
                    <m:r>
                      <a:rPr lang="en-IN" b="1">
                        <a:solidFill>
                          <a:schemeClr val="bg1"/>
                        </a:solidFill>
                        <a:latin typeface="Cambria Math" panose="02040503050406030204" pitchFamily="18" charset="0"/>
                        <a:ea typeface="Cambria Math" panose="02040503050406030204" pitchFamily="18" charset="0"/>
                      </a:rPr>
                      <m:t>=0.</m:t>
                    </m:r>
                    <m:r>
                      <a:rPr lang="en-IN" b="1" i="0" smtClean="0">
                        <a:solidFill>
                          <a:schemeClr val="bg1"/>
                        </a:solidFill>
                        <a:latin typeface="Cambria Math" panose="02040503050406030204" pitchFamily="18" charset="0"/>
                        <a:ea typeface="Cambria Math" panose="02040503050406030204" pitchFamily="18" charset="0"/>
                      </a:rPr>
                      <m:t>1</m:t>
                    </m:r>
                  </m:oMath>
                </a14:m>
                <a:r>
                  <a:rPr lang="en-IN" b="1" dirty="0">
                    <a:solidFill>
                      <a:schemeClr val="bg1"/>
                    </a:solidFill>
                  </a:rPr>
                  <a:t> </a:t>
                </a:r>
                <a:endParaRPr lang="en-IN" sz="1400" dirty="0"/>
              </a:p>
            </p:txBody>
          </p:sp>
        </mc:Choice>
        <mc:Fallback xmlns="">
          <p:sp>
            <p:nvSpPr>
              <p:cNvPr id="17" name="TextBox 16">
                <a:extLst>
                  <a:ext uri="{FF2B5EF4-FFF2-40B4-BE49-F238E27FC236}">
                    <a16:creationId xmlns:a16="http://schemas.microsoft.com/office/drawing/2014/main" id="{ADF26307-8F7A-970D-7AC9-450936A14B09}"/>
                  </a:ext>
                </a:extLst>
              </p:cNvPr>
              <p:cNvSpPr txBox="1">
                <a:spLocks noRot="1" noChangeAspect="1" noMove="1" noResize="1" noEditPoints="1" noAdjustHandles="1" noChangeArrowheads="1" noChangeShapeType="1" noTextEdit="1"/>
              </p:cNvSpPr>
              <p:nvPr/>
            </p:nvSpPr>
            <p:spPr>
              <a:xfrm>
                <a:off x="9831700" y="4914503"/>
                <a:ext cx="2119989" cy="369332"/>
              </a:xfrm>
              <a:prstGeom prst="rect">
                <a:avLst/>
              </a:prstGeom>
              <a:blipFill>
                <a:blip r:embed="rId7"/>
                <a:stretch>
                  <a:fillRect l="-2586" t="-6557" b="-26230"/>
                </a:stretch>
              </a:blipFill>
            </p:spPr>
            <p:txBody>
              <a:bodyPr/>
              <a:lstStyle/>
              <a:p>
                <a:r>
                  <a:rPr lang="en-IN">
                    <a:noFill/>
                  </a:rPr>
                  <a:t> </a:t>
                </a:r>
              </a:p>
            </p:txBody>
          </p:sp>
        </mc:Fallback>
      </mc:AlternateContent>
    </p:spTree>
    <p:extLst>
      <p:ext uri="{BB962C8B-B14F-4D97-AF65-F5344CB8AC3E}">
        <p14:creationId xmlns:p14="http://schemas.microsoft.com/office/powerpoint/2010/main" val="3938093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999"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A2F05-8380-3005-756A-6337D4805E05}"/>
              </a:ext>
            </a:extLst>
          </p:cNvPr>
          <p:cNvSpPr>
            <a:spLocks noGrp="1"/>
          </p:cNvSpPr>
          <p:nvPr>
            <p:ph type="title"/>
          </p:nvPr>
        </p:nvSpPr>
        <p:spPr/>
        <p:txBody>
          <a:bodyPr/>
          <a:lstStyle/>
          <a:p>
            <a:r>
              <a:rPr lang="en-IN" dirty="0">
                <a:solidFill>
                  <a:schemeClr val="bg1"/>
                </a:solidFill>
              </a:rPr>
              <a:t>Full Rewards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9A6C9F-E6AE-5AFE-4E7C-0BE8F9EFA4B2}"/>
                  </a:ext>
                </a:extLst>
              </p:cNvPr>
              <p:cNvSpPr>
                <a:spLocks noGrp="1"/>
              </p:cNvSpPr>
              <p:nvPr>
                <p:ph idx="1"/>
              </p:nvPr>
            </p:nvSpPr>
            <p:spPr/>
            <p:txBody>
              <a:bodyPr>
                <a:normAutofit/>
              </a:bodyPr>
              <a:lstStyle/>
              <a:p>
                <a:pPr marL="0" indent="0">
                  <a:buNone/>
                </a:pPr>
                <a14:m>
                  <m:oMathPara xmlns:m="http://schemas.openxmlformats.org/officeDocument/2006/math">
                    <m:oMath>
                      <m:r>
                        <a:rPr lang="en-IN" sz="2400" i="1" smtClean="0">
                          <a:solidFill>
                            <a:srgbClr val="00B0F0"/>
                          </a:solidFill>
                          <a:latin typeface="Cambria Math" panose="02040503050406030204" pitchFamily="18" charset="0"/>
                        </a:rPr>
                        <m:t>𝑅</m:t>
                      </m:r>
                      <m:r>
                        <a:rPr lang="en-IN" sz="2400" i="1" smtClean="0">
                          <a:solidFill>
                            <a:srgbClr val="00B0F0"/>
                          </a:solidFill>
                          <a:latin typeface="Cambria Math" panose="02040503050406030204" pitchFamily="18" charset="0"/>
                        </a:rPr>
                        <m:t>=10 </m:t>
                      </m:r>
                      <m:r>
                        <a:rPr lang="en-IN" sz="2400" i="1" smtClean="0">
                          <a:solidFill>
                            <a:schemeClr val="bg1"/>
                          </a:solidFill>
                          <a:latin typeface="Cambria Math" panose="02040503050406030204" pitchFamily="18" charset="0"/>
                        </a:rPr>
                        <m:t>𝑔</m:t>
                      </m:r>
                      <m:d>
                        <m:dPr>
                          <m:ctrlPr>
                            <a:rPr lang="en-IN" sz="2400" i="1">
                              <a:solidFill>
                                <a:schemeClr val="bg1"/>
                              </a:solidFill>
                              <a:latin typeface="Cambria Math" panose="02040503050406030204" pitchFamily="18" charset="0"/>
                            </a:rPr>
                          </m:ctrlPr>
                        </m:dPr>
                        <m:e>
                          <m:r>
                            <a:rPr lang="en-IN" sz="2400" i="1">
                              <a:solidFill>
                                <a:schemeClr val="bg1"/>
                              </a:solidFill>
                              <a:latin typeface="Cambria Math" panose="02040503050406030204" pitchFamily="18" charset="0"/>
                            </a:rPr>
                            <m:t>𝑣</m:t>
                          </m:r>
                        </m:e>
                      </m:d>
                      <m:r>
                        <a:rPr lang="en-IN" sz="2400" i="1">
                          <a:solidFill>
                            <a:srgbClr val="00B0F0"/>
                          </a:solidFill>
                          <a:latin typeface="Cambria Math" panose="02040503050406030204" pitchFamily="18" charset="0"/>
                        </a:rPr>
                        <m:t>−0.17281 </m:t>
                      </m:r>
                      <m:sSub>
                        <m:sSubPr>
                          <m:ctrlPr>
                            <a:rPr lang="en-IN" sz="2400" i="1">
                              <a:solidFill>
                                <a:schemeClr val="bg1"/>
                              </a:solidFill>
                              <a:latin typeface="Cambria Math" panose="02040503050406030204" pitchFamily="18" charset="0"/>
                            </a:rPr>
                          </m:ctrlPr>
                        </m:sSubPr>
                        <m:e>
                          <m:r>
                            <a:rPr lang="en-IN" sz="2400" i="1">
                              <a:solidFill>
                                <a:schemeClr val="bg1"/>
                              </a:solidFill>
                              <a:latin typeface="Cambria Math" panose="02040503050406030204" pitchFamily="18" charset="0"/>
                            </a:rPr>
                            <m:t>𝑟</m:t>
                          </m:r>
                        </m:e>
                        <m:sub>
                          <m:r>
                            <a:rPr lang="en-IN" sz="2400" i="1">
                              <a:solidFill>
                                <a:schemeClr val="bg1"/>
                              </a:solidFill>
                              <a:latin typeface="Cambria Math" panose="02040503050406030204" pitchFamily="18" charset="0"/>
                            </a:rPr>
                            <m:t>𝐺𝑅𝐹</m:t>
                          </m:r>
                        </m:sub>
                      </m:sSub>
                      <m:r>
                        <a:rPr lang="en-IN" sz="2400" i="1">
                          <a:solidFill>
                            <a:srgbClr val="00B0F0"/>
                          </a:solidFill>
                          <a:latin typeface="Cambria Math" panose="02040503050406030204" pitchFamily="18" charset="0"/>
                        </a:rPr>
                        <m:t>−0.1307 </m:t>
                      </m:r>
                      <m:sSub>
                        <m:sSubPr>
                          <m:ctrlPr>
                            <a:rPr lang="en-IN" sz="2400" i="1">
                              <a:solidFill>
                                <a:schemeClr val="bg1"/>
                              </a:solidFill>
                              <a:latin typeface="Cambria Math" panose="02040503050406030204" pitchFamily="18" charset="0"/>
                            </a:rPr>
                          </m:ctrlPr>
                        </m:sSubPr>
                        <m:e>
                          <m:r>
                            <a:rPr lang="en-IN" sz="2400" i="1">
                              <a:solidFill>
                                <a:schemeClr val="bg1"/>
                              </a:solidFill>
                              <a:latin typeface="Cambria Math" panose="02040503050406030204" pitchFamily="18" charset="0"/>
                            </a:rPr>
                            <m:t>𝜏</m:t>
                          </m:r>
                        </m:e>
                        <m:sub>
                          <m:r>
                            <a:rPr lang="en-IN" sz="2400" i="1">
                              <a:solidFill>
                                <a:schemeClr val="bg1"/>
                              </a:solidFill>
                              <a:latin typeface="Cambria Math" panose="02040503050406030204" pitchFamily="18" charset="0"/>
                            </a:rPr>
                            <m:t>𝑙𝑖𝑚</m:t>
                          </m:r>
                        </m:sub>
                      </m:sSub>
                      <m:r>
                        <a:rPr lang="en-IN" sz="2400" i="1">
                          <a:solidFill>
                            <a:srgbClr val="00B0F0"/>
                          </a:solidFill>
                          <a:latin typeface="Cambria Math" panose="02040503050406030204" pitchFamily="18" charset="0"/>
                        </a:rPr>
                        <m:t>−1.57929 </m:t>
                      </m:r>
                      <m:sSub>
                        <m:sSubPr>
                          <m:ctrlPr>
                            <a:rPr lang="en-IN" sz="2400" i="1">
                              <a:solidFill>
                                <a:schemeClr val="bg1"/>
                              </a:solidFill>
                              <a:latin typeface="Cambria Math" panose="02040503050406030204" pitchFamily="18" charset="0"/>
                            </a:rPr>
                          </m:ctrlPr>
                        </m:sSubPr>
                        <m:e>
                          <m:r>
                            <a:rPr lang="en-IN" sz="2400" i="1">
                              <a:solidFill>
                                <a:schemeClr val="bg1"/>
                              </a:solidFill>
                              <a:latin typeface="Cambria Math" panose="02040503050406030204" pitchFamily="18" charset="0"/>
                            </a:rPr>
                            <m:t>𝑓</m:t>
                          </m:r>
                        </m:e>
                        <m:sub>
                          <m:r>
                            <a:rPr lang="en-IN" sz="2400" i="1">
                              <a:solidFill>
                                <a:schemeClr val="bg1"/>
                              </a:solidFill>
                              <a:latin typeface="Cambria Math" panose="02040503050406030204" pitchFamily="18" charset="0"/>
                            </a:rPr>
                            <m:t>𝑚𝑢𝑠𝑐</m:t>
                          </m:r>
                        </m:sub>
                      </m:sSub>
                      <m:r>
                        <a:rPr lang="en-IN" sz="2400" i="1">
                          <a:solidFill>
                            <a:srgbClr val="00B0F0"/>
                          </a:solidFill>
                          <a:latin typeface="Cambria Math" panose="02040503050406030204" pitchFamily="18" charset="0"/>
                        </a:rPr>
                        <m:t>−0.097 </m:t>
                      </m:r>
                      <m:sSub>
                        <m:sSubPr>
                          <m:ctrlPr>
                            <a:rPr lang="en-IN" sz="2400" i="1">
                              <a:solidFill>
                                <a:schemeClr val="bg1"/>
                              </a:solidFill>
                              <a:latin typeface="Cambria Math" panose="02040503050406030204" pitchFamily="18" charset="0"/>
                            </a:rPr>
                          </m:ctrlPr>
                        </m:sSubPr>
                        <m:e>
                          <m:r>
                            <a:rPr lang="en-IN" sz="2400" i="1">
                              <a:solidFill>
                                <a:schemeClr val="bg1"/>
                              </a:solidFill>
                              <a:latin typeface="Cambria Math" panose="02040503050406030204" pitchFamily="18" charset="0"/>
                            </a:rPr>
                            <m:t>𝑠</m:t>
                          </m:r>
                        </m:e>
                        <m:sub>
                          <m:r>
                            <a:rPr lang="en-IN" sz="2400" i="1">
                              <a:solidFill>
                                <a:schemeClr val="bg1"/>
                              </a:solidFill>
                              <a:latin typeface="Cambria Math" panose="02040503050406030204" pitchFamily="18" charset="0"/>
                            </a:rPr>
                            <m:t>𝑒𝑥𝑐</m:t>
                          </m:r>
                        </m:sub>
                      </m:sSub>
                    </m:oMath>
                  </m:oMathPara>
                </a14:m>
                <a:endParaRPr lang="en-IN" dirty="0">
                  <a:solidFill>
                    <a:srgbClr val="00B0F0"/>
                  </a:solidFill>
                </a:endParaRPr>
              </a:p>
              <a:p>
                <a:pPr marL="0" indent="0">
                  <a:buNone/>
                </a:pPr>
                <a:endParaRPr lang="en-IN" dirty="0">
                  <a:solidFill>
                    <a:srgbClr val="00B0F0"/>
                  </a:solidFill>
                </a:endParaRPr>
              </a:p>
            </p:txBody>
          </p:sp>
        </mc:Choice>
        <mc:Fallback xmlns="">
          <p:sp>
            <p:nvSpPr>
              <p:cNvPr id="3" name="Content Placeholder 2">
                <a:extLst>
                  <a:ext uri="{FF2B5EF4-FFF2-40B4-BE49-F238E27FC236}">
                    <a16:creationId xmlns:a16="http://schemas.microsoft.com/office/drawing/2014/main" id="{779A6C9F-E6AE-5AFE-4E7C-0BE8F9EFA4B2}"/>
                  </a:ext>
                </a:extLst>
              </p:cNvPr>
              <p:cNvSpPr>
                <a:spLocks noGrp="1" noRot="1" noChangeAspect="1" noMove="1" noResize="1" noEditPoints="1" noAdjustHandles="1" noChangeArrowheads="1" noChangeShapeType="1" noTextEdit="1"/>
              </p:cNvSpPr>
              <p:nvPr>
                <p:ph idx="1"/>
              </p:nvPr>
            </p:nvSpPr>
            <p:spPr>
              <a:blipFill>
                <a:blip r:embed="rId5"/>
                <a:stretch>
                  <a:fillRect/>
                </a:stretch>
              </a:blipFill>
            </p:spPr>
            <p:txBody>
              <a:bodyPr/>
              <a:lstStyle/>
              <a:p>
                <a:r>
                  <a:rPr lang="en-IN">
                    <a:noFill/>
                  </a:rPr>
                  <a:t> </a:t>
                </a:r>
              </a:p>
            </p:txBody>
          </p:sp>
        </mc:Fallback>
      </mc:AlternateContent>
      <p:pic>
        <p:nvPicPr>
          <p:cNvPr id="4" name="fullrew_emglap_k6_corrected">
            <a:hlinkClick r:id="" action="ppaction://media"/>
            <a:extLst>
              <a:ext uri="{FF2B5EF4-FFF2-40B4-BE49-F238E27FC236}">
                <a16:creationId xmlns:a16="http://schemas.microsoft.com/office/drawing/2014/main" id="{B3D237D3-1291-A75E-318A-35512044C5A2}"/>
              </a:ext>
            </a:extLst>
          </p:cNvPr>
          <p:cNvPicPr>
            <a:picLocks noChangeAspect="1"/>
          </p:cNvPicPr>
          <p:nvPr>
            <a:videoFile r:link="rId1"/>
            <p:extLst>
              <p:ext uri="{DAA4B4D4-6D71-4841-9C94-3DE7FCFB9230}">
                <p14:media xmlns:p14="http://schemas.microsoft.com/office/powerpoint/2010/main" r:embed="rId2">
                  <p14:trim end="2039.3124"/>
                </p14:media>
              </p:ext>
            </p:extLst>
          </p:nvPr>
        </p:nvPicPr>
        <p:blipFill>
          <a:blip r:embed="rId6"/>
          <a:srcRect l="20690" r="22622"/>
          <a:stretch>
            <a:fillRect/>
          </a:stretch>
        </p:blipFill>
        <p:spPr>
          <a:xfrm>
            <a:off x="7599679" y="2620963"/>
            <a:ext cx="3576321" cy="3565525"/>
          </a:xfrm>
          <a:prstGeom prst="flowChartAlternateProcess">
            <a:avLst/>
          </a:prstGeom>
        </p:spPr>
      </p:pic>
      <p:pic>
        <p:nvPicPr>
          <p:cNvPr id="6" name="Picture 5">
            <a:extLst>
              <a:ext uri="{FF2B5EF4-FFF2-40B4-BE49-F238E27FC236}">
                <a16:creationId xmlns:a16="http://schemas.microsoft.com/office/drawing/2014/main" id="{4FE3A4D2-5FA5-6F0F-3952-C1FD5A4F6983}"/>
              </a:ext>
            </a:extLst>
          </p:cNvPr>
          <p:cNvPicPr>
            <a:picLocks noChangeAspect="1"/>
          </p:cNvPicPr>
          <p:nvPr/>
        </p:nvPicPr>
        <p:blipFill>
          <a:blip r:embed="rId7"/>
          <a:srcRect t="16788"/>
          <a:stretch>
            <a:fillRect/>
          </a:stretch>
        </p:blipFill>
        <p:spPr>
          <a:xfrm>
            <a:off x="714376" y="2804489"/>
            <a:ext cx="6481860" cy="3179422"/>
          </a:xfrm>
          <a:prstGeom prst="rect">
            <a:avLst/>
          </a:prstGeom>
        </p:spPr>
      </p:pic>
      <p:cxnSp>
        <p:nvCxnSpPr>
          <p:cNvPr id="8" name="Straight Connector 7">
            <a:extLst>
              <a:ext uri="{FF2B5EF4-FFF2-40B4-BE49-F238E27FC236}">
                <a16:creationId xmlns:a16="http://schemas.microsoft.com/office/drawing/2014/main" id="{43E47AA7-96BA-C934-6C64-B17AEA57DAC9}"/>
              </a:ext>
            </a:extLst>
          </p:cNvPr>
          <p:cNvCxnSpPr/>
          <p:nvPr/>
        </p:nvCxnSpPr>
        <p:spPr>
          <a:xfrm>
            <a:off x="4943856" y="4480560"/>
            <a:ext cx="463296" cy="0"/>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20A62B8-9EB0-60E2-3676-0F1024151FD9}"/>
              </a:ext>
            </a:extLst>
          </p:cNvPr>
          <p:cNvCxnSpPr/>
          <p:nvPr/>
        </p:nvCxnSpPr>
        <p:spPr>
          <a:xfrm>
            <a:off x="4943856" y="4681728"/>
            <a:ext cx="463296" cy="0"/>
          </a:xfrm>
          <a:prstGeom prst="line">
            <a:avLst/>
          </a:prstGeom>
          <a:ln>
            <a:solidFill>
              <a:srgbClr val="DB5A26"/>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00FA48AC-93BA-C6A6-BA4F-ECE6AF6C08A1}"/>
              </a:ext>
            </a:extLst>
          </p:cNvPr>
          <p:cNvSpPr txBox="1"/>
          <p:nvPr/>
        </p:nvSpPr>
        <p:spPr>
          <a:xfrm>
            <a:off x="5565648" y="4297680"/>
            <a:ext cx="1121664" cy="276999"/>
          </a:xfrm>
          <a:prstGeom prst="rect">
            <a:avLst/>
          </a:prstGeom>
          <a:noFill/>
        </p:spPr>
        <p:txBody>
          <a:bodyPr wrap="square" rtlCol="0">
            <a:spAutoFit/>
          </a:bodyPr>
          <a:lstStyle/>
          <a:p>
            <a:r>
              <a:rPr lang="en-IN" sz="1200" dirty="0">
                <a:solidFill>
                  <a:schemeClr val="bg1"/>
                </a:solidFill>
              </a:rPr>
              <a:t>MPO</a:t>
            </a:r>
          </a:p>
        </p:txBody>
      </p:sp>
      <p:sp>
        <p:nvSpPr>
          <p:cNvPr id="12" name="TextBox 11">
            <a:extLst>
              <a:ext uri="{FF2B5EF4-FFF2-40B4-BE49-F238E27FC236}">
                <a16:creationId xmlns:a16="http://schemas.microsoft.com/office/drawing/2014/main" id="{1A9F0B57-EAFE-B2B2-5C02-205F7BCAB290}"/>
              </a:ext>
            </a:extLst>
          </p:cNvPr>
          <p:cNvSpPr txBox="1"/>
          <p:nvPr/>
        </p:nvSpPr>
        <p:spPr>
          <a:xfrm>
            <a:off x="5565648" y="4532706"/>
            <a:ext cx="1121664" cy="461665"/>
          </a:xfrm>
          <a:prstGeom prst="rect">
            <a:avLst/>
          </a:prstGeom>
          <a:noFill/>
        </p:spPr>
        <p:txBody>
          <a:bodyPr wrap="square" rtlCol="0">
            <a:spAutoFit/>
          </a:bodyPr>
          <a:lstStyle/>
          <a:p>
            <a:r>
              <a:rPr lang="en-IN" sz="1200" dirty="0">
                <a:solidFill>
                  <a:schemeClr val="bg1"/>
                </a:solidFill>
              </a:rPr>
              <a:t>Prior + MPO (w=0.1)</a:t>
            </a:r>
          </a:p>
        </p:txBody>
      </p:sp>
      <p:sp>
        <p:nvSpPr>
          <p:cNvPr id="13" name="TextBox 12">
            <a:extLst>
              <a:ext uri="{FF2B5EF4-FFF2-40B4-BE49-F238E27FC236}">
                <a16:creationId xmlns:a16="http://schemas.microsoft.com/office/drawing/2014/main" id="{E3B9D2B9-F2DD-AF54-410F-192ED30E3226}"/>
              </a:ext>
            </a:extLst>
          </p:cNvPr>
          <p:cNvSpPr txBox="1"/>
          <p:nvPr/>
        </p:nvSpPr>
        <p:spPr>
          <a:xfrm>
            <a:off x="7599679" y="6308209"/>
            <a:ext cx="3973395" cy="369332"/>
          </a:xfrm>
          <a:prstGeom prst="rect">
            <a:avLst/>
          </a:prstGeom>
          <a:noFill/>
        </p:spPr>
        <p:txBody>
          <a:bodyPr wrap="none" rtlCol="0">
            <a:spAutoFit/>
          </a:bodyPr>
          <a:lstStyle/>
          <a:p>
            <a:r>
              <a:rPr lang="en-IN" b="1" dirty="0">
                <a:solidFill>
                  <a:schemeClr val="bg1"/>
                </a:solidFill>
              </a:rPr>
              <a:t>Same pattern </a:t>
            </a:r>
            <a:r>
              <a:rPr lang="en-IN" dirty="0">
                <a:solidFill>
                  <a:schemeClr val="bg1"/>
                </a:solidFill>
              </a:rPr>
              <a:t>in other cases x bodies!</a:t>
            </a:r>
          </a:p>
        </p:txBody>
      </p:sp>
      <p:sp>
        <p:nvSpPr>
          <p:cNvPr id="7" name="TextBox 6">
            <a:extLst>
              <a:ext uri="{FF2B5EF4-FFF2-40B4-BE49-F238E27FC236}">
                <a16:creationId xmlns:a16="http://schemas.microsoft.com/office/drawing/2014/main" id="{5F6B5C9A-BCDF-8E4C-2B2B-45F5BE3EC127}"/>
              </a:ext>
            </a:extLst>
          </p:cNvPr>
          <p:cNvSpPr txBox="1"/>
          <p:nvPr/>
        </p:nvSpPr>
        <p:spPr>
          <a:xfrm>
            <a:off x="81024" y="6550223"/>
            <a:ext cx="5559920" cy="276999"/>
          </a:xfrm>
          <a:prstGeom prst="rect">
            <a:avLst/>
          </a:prstGeom>
          <a:noFill/>
        </p:spPr>
        <p:txBody>
          <a:bodyPr wrap="none" rtlCol="0">
            <a:spAutoFit/>
          </a:bodyPr>
          <a:lstStyle/>
          <a:p>
            <a:r>
              <a:rPr lang="en-IN" sz="1200" i="1" dirty="0">
                <a:solidFill>
                  <a:schemeClr val="bg1"/>
                </a:solidFill>
              </a:rPr>
              <a:t>[5] </a:t>
            </a:r>
            <a:r>
              <a:rPr lang="fr-FR" sz="1200" i="1" dirty="0">
                <a:solidFill>
                  <a:schemeClr val="bg1"/>
                </a:solidFill>
              </a:rPr>
              <a:t>Schumacher et al. (2025), </a:t>
            </a:r>
            <a:r>
              <a:rPr lang="fr-FR" sz="1200" i="1" dirty="0" err="1">
                <a:solidFill>
                  <a:schemeClr val="bg1"/>
                </a:solidFill>
              </a:rPr>
              <a:t>iScience</a:t>
            </a:r>
            <a:r>
              <a:rPr lang="fr-FR" sz="1200" i="1" dirty="0">
                <a:solidFill>
                  <a:schemeClr val="bg1"/>
                </a:solidFill>
              </a:rPr>
              <a:t>. https://doi.org/10.1016/j.isci.2025.112203</a:t>
            </a:r>
            <a:endParaRPr lang="en-IN" sz="1200" i="1" dirty="0">
              <a:solidFill>
                <a:schemeClr val="bg1"/>
              </a:solidFill>
            </a:endParaRPr>
          </a:p>
        </p:txBody>
      </p:sp>
    </p:spTree>
    <p:extLst>
      <p:ext uri="{BB962C8B-B14F-4D97-AF65-F5344CB8AC3E}">
        <p14:creationId xmlns:p14="http://schemas.microsoft.com/office/powerpoint/2010/main" val="3419631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41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10108D5-F64D-2E83-FDAA-9327C5FA25D5}"/>
              </a:ext>
            </a:extLst>
          </p:cNvPr>
          <p:cNvSpPr/>
          <p:nvPr/>
        </p:nvSpPr>
        <p:spPr>
          <a:xfrm>
            <a:off x="1638300" y="1866900"/>
            <a:ext cx="33782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Saggital</a:t>
            </a:r>
            <a:endParaRPr lang="en-IN" dirty="0"/>
          </a:p>
        </p:txBody>
      </p:sp>
      <p:sp>
        <p:nvSpPr>
          <p:cNvPr id="12" name="Rectangle 11">
            <a:extLst>
              <a:ext uri="{FF2B5EF4-FFF2-40B4-BE49-F238E27FC236}">
                <a16:creationId xmlns:a16="http://schemas.microsoft.com/office/drawing/2014/main" id="{A977B5EF-EF0D-7F77-FB7D-A862781BBA7C}"/>
              </a:ext>
            </a:extLst>
          </p:cNvPr>
          <p:cNvSpPr/>
          <p:nvPr/>
        </p:nvSpPr>
        <p:spPr>
          <a:xfrm>
            <a:off x="7581900" y="1866900"/>
            <a:ext cx="33782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Lateral</a:t>
            </a:r>
          </a:p>
        </p:txBody>
      </p:sp>
      <p:pic>
        <p:nvPicPr>
          <p:cNvPr id="16" name="Picture 15">
            <a:extLst>
              <a:ext uri="{FF2B5EF4-FFF2-40B4-BE49-F238E27FC236}">
                <a16:creationId xmlns:a16="http://schemas.microsoft.com/office/drawing/2014/main" id="{3997F7FA-02F3-A29C-EE1B-AD2857CF5EA8}"/>
              </a:ext>
            </a:extLst>
          </p:cNvPr>
          <p:cNvPicPr>
            <a:picLocks noChangeAspect="1"/>
          </p:cNvPicPr>
          <p:nvPr/>
        </p:nvPicPr>
        <p:blipFill>
          <a:blip r:embed="rId3"/>
          <a:srcRect r="59569"/>
          <a:stretch>
            <a:fillRect/>
          </a:stretch>
        </p:blipFill>
        <p:spPr>
          <a:xfrm>
            <a:off x="9324975" y="753998"/>
            <a:ext cx="2065758" cy="317810"/>
          </a:xfrm>
          <a:prstGeom prst="rect">
            <a:avLst/>
          </a:prstGeom>
        </p:spPr>
      </p:pic>
      <p:sp>
        <p:nvSpPr>
          <p:cNvPr id="17" name="Rectangle 16">
            <a:extLst>
              <a:ext uri="{FF2B5EF4-FFF2-40B4-BE49-F238E27FC236}">
                <a16:creationId xmlns:a16="http://schemas.microsoft.com/office/drawing/2014/main" id="{95253593-2C79-9C95-25BD-90D3884439BA}"/>
              </a:ext>
            </a:extLst>
          </p:cNvPr>
          <p:cNvSpPr/>
          <p:nvPr/>
        </p:nvSpPr>
        <p:spPr>
          <a:xfrm>
            <a:off x="6053884" y="2835076"/>
            <a:ext cx="381000" cy="2527300"/>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6E992505-013C-5DE9-B4C5-7549B9A9FB00}"/>
              </a:ext>
            </a:extLst>
          </p:cNvPr>
          <p:cNvSpPr/>
          <p:nvPr/>
        </p:nvSpPr>
        <p:spPr>
          <a:xfrm>
            <a:off x="11971148" y="2927350"/>
            <a:ext cx="184896" cy="2527300"/>
          </a:xfrm>
          <a:prstGeom prst="rect">
            <a:avLst/>
          </a:prstGeom>
          <a:ln>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pic>
        <p:nvPicPr>
          <p:cNvPr id="23" name="Picture 22">
            <a:extLst>
              <a:ext uri="{FF2B5EF4-FFF2-40B4-BE49-F238E27FC236}">
                <a16:creationId xmlns:a16="http://schemas.microsoft.com/office/drawing/2014/main" id="{EF44D963-9D73-BA1A-713A-44FAC3E3A5EC}"/>
              </a:ext>
            </a:extLst>
          </p:cNvPr>
          <p:cNvPicPr>
            <a:picLocks noChangeAspect="1"/>
          </p:cNvPicPr>
          <p:nvPr/>
        </p:nvPicPr>
        <p:blipFill>
          <a:blip r:embed="rId4"/>
          <a:srcRect t="5556" r="20722" b="21809"/>
          <a:stretch>
            <a:fillRect/>
          </a:stretch>
        </p:blipFill>
        <p:spPr>
          <a:xfrm>
            <a:off x="5991281" y="2347912"/>
            <a:ext cx="6101511" cy="3648429"/>
          </a:xfrm>
          <a:prstGeom prst="rect">
            <a:avLst/>
          </a:prstGeom>
        </p:spPr>
      </p:pic>
      <p:sp>
        <p:nvSpPr>
          <p:cNvPr id="24" name="Rectangle 23">
            <a:extLst>
              <a:ext uri="{FF2B5EF4-FFF2-40B4-BE49-F238E27FC236}">
                <a16:creationId xmlns:a16="http://schemas.microsoft.com/office/drawing/2014/main" id="{14434635-0FCA-0825-52CD-1D23154D05EB}"/>
              </a:ext>
            </a:extLst>
          </p:cNvPr>
          <p:cNvSpPr/>
          <p:nvPr/>
        </p:nvSpPr>
        <p:spPr>
          <a:xfrm>
            <a:off x="11966569" y="3429000"/>
            <a:ext cx="220852" cy="12573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a:solidFill>
                  <a:sysClr val="windowText" lastClr="000000"/>
                </a:solidFill>
              </a:ln>
            </a:endParaRPr>
          </a:p>
        </p:txBody>
      </p:sp>
      <p:sp>
        <p:nvSpPr>
          <p:cNvPr id="26" name="Title 25">
            <a:extLst>
              <a:ext uri="{FF2B5EF4-FFF2-40B4-BE49-F238E27FC236}">
                <a16:creationId xmlns:a16="http://schemas.microsoft.com/office/drawing/2014/main" id="{2DCD3F82-DF8D-9CCA-71C8-C104056695F4}"/>
              </a:ext>
            </a:extLst>
          </p:cNvPr>
          <p:cNvSpPr>
            <a:spLocks noGrp="1"/>
          </p:cNvSpPr>
          <p:nvPr>
            <p:ph type="title"/>
          </p:nvPr>
        </p:nvSpPr>
        <p:spPr/>
        <p:txBody>
          <a:bodyPr/>
          <a:lstStyle/>
          <a:p>
            <a:r>
              <a:rPr lang="en-IN" dirty="0">
                <a:solidFill>
                  <a:srgbClr val="00B0F0"/>
                </a:solidFill>
              </a:rPr>
              <a:t>Torso Oscillations</a:t>
            </a:r>
            <a:br>
              <a:rPr lang="en-IN" dirty="0">
                <a:solidFill>
                  <a:srgbClr val="00B0F0"/>
                </a:solidFill>
              </a:rPr>
            </a:br>
            <a:r>
              <a:rPr lang="en-IN" sz="1800" b="1" dirty="0">
                <a:solidFill>
                  <a:schemeClr val="bg1"/>
                </a:solidFill>
              </a:rPr>
              <a:t>Prior variants (except for w=0) perform equally well in all bodies</a:t>
            </a:r>
            <a:endParaRPr lang="en-IN" b="1" dirty="0">
              <a:solidFill>
                <a:schemeClr val="bg1"/>
              </a:solidFill>
            </a:endParaRPr>
          </a:p>
        </p:txBody>
      </p:sp>
      <p:pic>
        <p:nvPicPr>
          <p:cNvPr id="28" name="Picture 27">
            <a:extLst>
              <a:ext uri="{FF2B5EF4-FFF2-40B4-BE49-F238E27FC236}">
                <a16:creationId xmlns:a16="http://schemas.microsoft.com/office/drawing/2014/main" id="{A9DCFF76-EDFD-72DF-E5B0-155AA390B6A8}"/>
              </a:ext>
            </a:extLst>
          </p:cNvPr>
          <p:cNvPicPr>
            <a:picLocks noChangeAspect="1"/>
          </p:cNvPicPr>
          <p:nvPr/>
        </p:nvPicPr>
        <p:blipFill>
          <a:blip r:embed="rId5"/>
          <a:srcRect t="5324" r="20418" b="23750"/>
          <a:stretch>
            <a:fillRect/>
          </a:stretch>
        </p:blipFill>
        <p:spPr>
          <a:xfrm>
            <a:off x="35956" y="2310378"/>
            <a:ext cx="6008059" cy="3494543"/>
          </a:xfrm>
          <a:prstGeom prst="rect">
            <a:avLst/>
          </a:prstGeom>
        </p:spPr>
      </p:pic>
      <p:sp>
        <p:nvSpPr>
          <p:cNvPr id="30" name="Rectangle 29">
            <a:extLst>
              <a:ext uri="{FF2B5EF4-FFF2-40B4-BE49-F238E27FC236}">
                <a16:creationId xmlns:a16="http://schemas.microsoft.com/office/drawing/2014/main" id="{63E86A48-CB71-C246-AE5A-F87EBBBA8A33}"/>
              </a:ext>
            </a:extLst>
          </p:cNvPr>
          <p:cNvSpPr/>
          <p:nvPr/>
        </p:nvSpPr>
        <p:spPr>
          <a:xfrm>
            <a:off x="5883694" y="3248025"/>
            <a:ext cx="220852" cy="12573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ln>
                <a:solidFill>
                  <a:sysClr val="windowText" lastClr="000000"/>
                </a:solidFill>
              </a:ln>
            </a:endParaRPr>
          </a:p>
        </p:txBody>
      </p:sp>
      <p:pic>
        <p:nvPicPr>
          <p:cNvPr id="32" name="Picture 31">
            <a:extLst>
              <a:ext uri="{FF2B5EF4-FFF2-40B4-BE49-F238E27FC236}">
                <a16:creationId xmlns:a16="http://schemas.microsoft.com/office/drawing/2014/main" id="{E3C75DD5-DE7E-22C8-2967-AE75E0AD67ED}"/>
              </a:ext>
            </a:extLst>
          </p:cNvPr>
          <p:cNvPicPr>
            <a:picLocks noChangeAspect="1"/>
          </p:cNvPicPr>
          <p:nvPr/>
        </p:nvPicPr>
        <p:blipFill>
          <a:blip r:embed="rId3"/>
          <a:srcRect l="58513" t="-10148"/>
          <a:stretch>
            <a:fillRect/>
          </a:stretch>
        </p:blipFill>
        <p:spPr>
          <a:xfrm>
            <a:off x="9271000" y="366401"/>
            <a:ext cx="2119733" cy="350063"/>
          </a:xfrm>
          <a:prstGeom prst="rect">
            <a:avLst/>
          </a:prstGeom>
        </p:spPr>
      </p:pic>
    </p:spTree>
    <p:extLst>
      <p:ext uri="{BB962C8B-B14F-4D97-AF65-F5344CB8AC3E}">
        <p14:creationId xmlns:p14="http://schemas.microsoft.com/office/powerpoint/2010/main" val="2401274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9A406-3BCA-00FB-CB57-E12D6AA883E5}"/>
              </a:ext>
            </a:extLst>
          </p:cNvPr>
          <p:cNvSpPr>
            <a:spLocks noGrp="1"/>
          </p:cNvSpPr>
          <p:nvPr>
            <p:ph type="title"/>
          </p:nvPr>
        </p:nvSpPr>
        <p:spPr/>
        <p:txBody>
          <a:bodyPr/>
          <a:lstStyle/>
          <a:p>
            <a:r>
              <a:rPr lang="en-IN" sz="1400" dirty="0">
                <a:solidFill>
                  <a:schemeClr val="accent4">
                    <a:lumMod val="60000"/>
                    <a:lumOff val="40000"/>
                  </a:schemeClr>
                </a:solidFill>
              </a:rPr>
              <a:t>Kinematics</a:t>
            </a:r>
            <a:r>
              <a:rPr lang="en-IN" dirty="0">
                <a:solidFill>
                  <a:schemeClr val="accent4">
                    <a:lumMod val="60000"/>
                    <a:lumOff val="40000"/>
                  </a:schemeClr>
                </a:solidFill>
              </a:rPr>
              <a:t> </a:t>
            </a:r>
            <a:r>
              <a:rPr lang="en-IN" sz="1400" dirty="0">
                <a:solidFill>
                  <a:schemeClr val="accent4">
                    <a:lumMod val="60000"/>
                    <a:lumOff val="40000"/>
                  </a:schemeClr>
                </a:solidFill>
              </a:rPr>
              <a:t>H0918 Full</a:t>
            </a:r>
          </a:p>
        </p:txBody>
      </p:sp>
      <p:pic>
        <p:nvPicPr>
          <p:cNvPr id="5" name="Picture 4">
            <a:extLst>
              <a:ext uri="{FF2B5EF4-FFF2-40B4-BE49-F238E27FC236}">
                <a16:creationId xmlns:a16="http://schemas.microsoft.com/office/drawing/2014/main" id="{1621E548-2E6E-88CC-F959-E8F9E9B86002}"/>
              </a:ext>
            </a:extLst>
          </p:cNvPr>
          <p:cNvPicPr>
            <a:picLocks noChangeAspect="1"/>
          </p:cNvPicPr>
          <p:nvPr/>
        </p:nvPicPr>
        <p:blipFill>
          <a:blip r:embed="rId2"/>
          <a:srcRect t="7851"/>
          <a:stretch>
            <a:fillRect/>
          </a:stretch>
        </p:blipFill>
        <p:spPr>
          <a:xfrm>
            <a:off x="2932307" y="457200"/>
            <a:ext cx="7079226" cy="6319520"/>
          </a:xfrm>
          <a:prstGeom prst="rect">
            <a:avLst/>
          </a:prstGeom>
        </p:spPr>
      </p:pic>
    </p:spTree>
    <p:extLst>
      <p:ext uri="{BB962C8B-B14F-4D97-AF65-F5344CB8AC3E}">
        <p14:creationId xmlns:p14="http://schemas.microsoft.com/office/powerpoint/2010/main" val="2373972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B6563-99AE-7364-B380-ACDF63DD49A0}"/>
              </a:ext>
            </a:extLst>
          </p:cNvPr>
          <p:cNvSpPr>
            <a:spLocks noGrp="1"/>
          </p:cNvSpPr>
          <p:nvPr>
            <p:ph type="title"/>
          </p:nvPr>
        </p:nvSpPr>
        <p:spPr/>
        <p:txBody>
          <a:bodyPr/>
          <a:lstStyle/>
          <a:p>
            <a:r>
              <a:rPr lang="en-IN" dirty="0">
                <a:solidFill>
                  <a:schemeClr val="accent1">
                    <a:lumMod val="60000"/>
                    <a:lumOff val="40000"/>
                  </a:schemeClr>
                </a:solidFill>
              </a:rPr>
              <a:t>H0918</a:t>
            </a:r>
          </a:p>
        </p:txBody>
      </p:sp>
      <p:pic>
        <p:nvPicPr>
          <p:cNvPr id="5" name="Picture 4">
            <a:extLst>
              <a:ext uri="{FF2B5EF4-FFF2-40B4-BE49-F238E27FC236}">
                <a16:creationId xmlns:a16="http://schemas.microsoft.com/office/drawing/2014/main" id="{51A8D310-EEBB-F6C5-F2FA-A5F63248E19D}"/>
              </a:ext>
            </a:extLst>
          </p:cNvPr>
          <p:cNvPicPr>
            <a:picLocks noChangeAspect="1"/>
          </p:cNvPicPr>
          <p:nvPr/>
        </p:nvPicPr>
        <p:blipFill>
          <a:blip r:embed="rId2"/>
          <a:srcRect t="7915"/>
          <a:stretch>
            <a:fillRect/>
          </a:stretch>
        </p:blipFill>
        <p:spPr>
          <a:xfrm>
            <a:off x="0" y="1543050"/>
            <a:ext cx="12192000" cy="3522195"/>
          </a:xfrm>
          <a:prstGeom prst="rect">
            <a:avLst/>
          </a:prstGeom>
        </p:spPr>
      </p:pic>
    </p:spTree>
    <p:extLst>
      <p:ext uri="{BB962C8B-B14F-4D97-AF65-F5344CB8AC3E}">
        <p14:creationId xmlns:p14="http://schemas.microsoft.com/office/powerpoint/2010/main" val="3887586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01448A-5397-AF5B-E0A5-7A8389A0A508}"/>
              </a:ext>
            </a:extLst>
          </p:cNvPr>
          <p:cNvPicPr>
            <a:picLocks noChangeAspect="1"/>
          </p:cNvPicPr>
          <p:nvPr/>
        </p:nvPicPr>
        <p:blipFill>
          <a:blip r:embed="rId2"/>
          <a:srcRect t="10904"/>
          <a:stretch>
            <a:fillRect/>
          </a:stretch>
        </p:blipFill>
        <p:spPr>
          <a:xfrm>
            <a:off x="0" y="1571625"/>
            <a:ext cx="12192000" cy="3407895"/>
          </a:xfrm>
          <a:prstGeom prst="rect">
            <a:avLst/>
          </a:prstGeom>
        </p:spPr>
      </p:pic>
      <p:sp>
        <p:nvSpPr>
          <p:cNvPr id="6" name="TextBox 5">
            <a:extLst>
              <a:ext uri="{FF2B5EF4-FFF2-40B4-BE49-F238E27FC236}">
                <a16:creationId xmlns:a16="http://schemas.microsoft.com/office/drawing/2014/main" id="{1E77FC76-D29E-1215-5D67-62561B3AD73C}"/>
              </a:ext>
            </a:extLst>
          </p:cNvPr>
          <p:cNvSpPr txBox="1"/>
          <p:nvPr/>
        </p:nvSpPr>
        <p:spPr>
          <a:xfrm>
            <a:off x="806450" y="517525"/>
            <a:ext cx="1789272" cy="769441"/>
          </a:xfrm>
          <a:prstGeom prst="rect">
            <a:avLst/>
          </a:prstGeom>
          <a:noFill/>
        </p:spPr>
        <p:txBody>
          <a:bodyPr wrap="none" rtlCol="0">
            <a:spAutoFit/>
          </a:bodyPr>
          <a:lstStyle/>
          <a:p>
            <a:r>
              <a:rPr lang="en-IN" sz="4400" dirty="0">
                <a:solidFill>
                  <a:schemeClr val="accent1">
                    <a:lumMod val="60000"/>
                    <a:lumOff val="40000"/>
                  </a:schemeClr>
                </a:solidFill>
              </a:rPr>
              <a:t>H2190</a:t>
            </a:r>
          </a:p>
        </p:txBody>
      </p:sp>
    </p:spTree>
    <p:extLst>
      <p:ext uri="{BB962C8B-B14F-4D97-AF65-F5344CB8AC3E}">
        <p14:creationId xmlns:p14="http://schemas.microsoft.com/office/powerpoint/2010/main" val="35821574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933CF-64CF-56DD-A07C-D5D16E249E9C}"/>
              </a:ext>
            </a:extLst>
          </p:cNvPr>
          <p:cNvSpPr>
            <a:spLocks noGrp="1"/>
          </p:cNvSpPr>
          <p:nvPr>
            <p:ph type="title"/>
          </p:nvPr>
        </p:nvSpPr>
        <p:spPr/>
        <p:txBody>
          <a:bodyPr/>
          <a:lstStyle/>
          <a:p>
            <a:pPr algn="ctr"/>
            <a:r>
              <a:rPr lang="en-IN" b="1" dirty="0">
                <a:solidFill>
                  <a:schemeClr val="accent1">
                    <a:lumMod val="60000"/>
                    <a:lumOff val="40000"/>
                  </a:schemeClr>
                </a:solidFill>
              </a:rPr>
              <a:t>Training Locomotion Policies</a:t>
            </a:r>
            <a:br>
              <a:rPr lang="en-IN" b="1" dirty="0">
                <a:solidFill>
                  <a:schemeClr val="accent1">
                    <a:lumMod val="60000"/>
                    <a:lumOff val="40000"/>
                  </a:schemeClr>
                </a:solidFill>
              </a:rPr>
            </a:br>
            <a:r>
              <a:rPr lang="en-IN" sz="1800" b="1" dirty="0">
                <a:solidFill>
                  <a:schemeClr val="bg1"/>
                </a:solidFill>
              </a:rPr>
              <a:t>SOTA Baselines</a:t>
            </a:r>
          </a:p>
        </p:txBody>
      </p:sp>
      <p:sp>
        <p:nvSpPr>
          <p:cNvPr id="9" name="TextBox 8">
            <a:extLst>
              <a:ext uri="{FF2B5EF4-FFF2-40B4-BE49-F238E27FC236}">
                <a16:creationId xmlns:a16="http://schemas.microsoft.com/office/drawing/2014/main" id="{2895CCD8-893F-60F7-8036-51D162A1ADEC}"/>
              </a:ext>
            </a:extLst>
          </p:cNvPr>
          <p:cNvSpPr txBox="1"/>
          <p:nvPr/>
        </p:nvSpPr>
        <p:spPr>
          <a:xfrm>
            <a:off x="3087330" y="3667121"/>
            <a:ext cx="6096000" cy="369332"/>
          </a:xfrm>
          <a:prstGeom prst="rect">
            <a:avLst/>
          </a:prstGeom>
          <a:noFill/>
        </p:spPr>
        <p:txBody>
          <a:bodyPr wrap="square">
            <a:spAutoFit/>
          </a:bodyPr>
          <a:lstStyle/>
          <a:p>
            <a:r>
              <a:rPr lang="en-IN" dirty="0"/>
              <a:t>https://www.nature.com/articles/s41598-025-34956-7</a:t>
            </a:r>
          </a:p>
        </p:txBody>
      </p:sp>
      <p:sp>
        <p:nvSpPr>
          <p:cNvPr id="11" name="TextBox 10">
            <a:extLst>
              <a:ext uri="{FF2B5EF4-FFF2-40B4-BE49-F238E27FC236}">
                <a16:creationId xmlns:a16="http://schemas.microsoft.com/office/drawing/2014/main" id="{C1AF7F01-3DC4-7999-D6C8-158CB18590D1}"/>
              </a:ext>
            </a:extLst>
          </p:cNvPr>
          <p:cNvSpPr txBox="1"/>
          <p:nvPr/>
        </p:nvSpPr>
        <p:spPr>
          <a:xfrm>
            <a:off x="3087330" y="3667121"/>
            <a:ext cx="6096000" cy="369332"/>
          </a:xfrm>
          <a:prstGeom prst="rect">
            <a:avLst/>
          </a:prstGeom>
          <a:noFill/>
        </p:spPr>
        <p:txBody>
          <a:bodyPr wrap="square">
            <a:spAutoFit/>
          </a:bodyPr>
          <a:lstStyle/>
          <a:p>
            <a:r>
              <a:rPr lang="en-IN" dirty="0"/>
              <a:t>https://www.nature.com/articles/s41598-025-34956-7</a:t>
            </a:r>
          </a:p>
        </p:txBody>
      </p:sp>
      <p:sp>
        <p:nvSpPr>
          <p:cNvPr id="6" name="Rectangle 5">
            <a:extLst>
              <a:ext uri="{FF2B5EF4-FFF2-40B4-BE49-F238E27FC236}">
                <a16:creationId xmlns:a16="http://schemas.microsoft.com/office/drawing/2014/main" id="{F38B0630-0769-5A44-FD00-43FC8A85BC58}"/>
              </a:ext>
            </a:extLst>
          </p:cNvPr>
          <p:cNvSpPr/>
          <p:nvPr/>
        </p:nvSpPr>
        <p:spPr>
          <a:xfrm>
            <a:off x="397916" y="3465841"/>
            <a:ext cx="1663557" cy="693292"/>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600" b="1" dirty="0"/>
              <a:t>Environment</a:t>
            </a:r>
          </a:p>
          <a:p>
            <a:pPr algn="ctr"/>
            <a:r>
              <a:rPr lang="en-IN" sz="1000" dirty="0"/>
              <a:t>Musculoskeletal sim</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B5BE9AC-8357-7B92-F0AE-47420C2BB219}"/>
                  </a:ext>
                </a:extLst>
              </p:cNvPr>
              <p:cNvSpPr txBox="1"/>
              <p:nvPr/>
            </p:nvSpPr>
            <p:spPr>
              <a:xfrm>
                <a:off x="2479691" y="3255306"/>
                <a:ext cx="291119" cy="369332"/>
              </a:xfrm>
              <a:prstGeom prst="rect">
                <a:avLst/>
              </a:prstGeom>
              <a:noFill/>
            </p:spPr>
            <p:txBody>
              <a:bodyPr wrap="square" lIns="0" tIns="0" rIns="0" bIns="0" rtlCol="0">
                <a:spAutoFit/>
              </a:bodyPr>
              <a:lstStyle/>
              <a:p>
                <a:pPr/>
                <a14:m>
                  <m:oMathPara xmlns:m="http://schemas.openxmlformats.org/officeDocument/2006/math">
                    <m:oMath>
                      <m:sSub>
                        <m:sSubPr>
                          <m:ctrlPr>
                            <a:rPr lang="en-IN" sz="2400" b="0" i="1" smtClean="0">
                              <a:solidFill>
                                <a:schemeClr val="bg1"/>
                              </a:solidFill>
                              <a:latin typeface="Cambria Math" panose="02040503050406030204" pitchFamily="18" charset="0"/>
                            </a:rPr>
                          </m:ctrlPr>
                        </m:sSubPr>
                        <m:e>
                          <m:r>
                            <a:rPr lang="en-IN" sz="2400" b="0" i="1" smtClean="0">
                              <a:solidFill>
                                <a:schemeClr val="bg1"/>
                              </a:solidFill>
                              <a:latin typeface="Cambria Math" panose="02040503050406030204" pitchFamily="18" charset="0"/>
                            </a:rPr>
                            <m:t>𝑠</m:t>
                          </m:r>
                        </m:e>
                        <m:sub>
                          <m:r>
                            <a:rPr lang="en-IN" sz="2400" b="0" i="1" smtClean="0">
                              <a:solidFill>
                                <a:schemeClr val="bg1"/>
                              </a:solidFill>
                              <a:latin typeface="Cambria Math" panose="02040503050406030204" pitchFamily="18" charset="0"/>
                            </a:rPr>
                            <m:t>𝑡</m:t>
                          </m:r>
                        </m:sub>
                      </m:sSub>
                    </m:oMath>
                  </m:oMathPara>
                </a14:m>
                <a:endParaRPr lang="en-IN" dirty="0">
                  <a:solidFill>
                    <a:schemeClr val="bg1"/>
                  </a:solidFill>
                </a:endParaRPr>
              </a:p>
            </p:txBody>
          </p:sp>
        </mc:Choice>
        <mc:Fallback xmlns="">
          <p:sp>
            <p:nvSpPr>
              <p:cNvPr id="12" name="TextBox 11">
                <a:extLst>
                  <a:ext uri="{FF2B5EF4-FFF2-40B4-BE49-F238E27FC236}">
                    <a16:creationId xmlns:a16="http://schemas.microsoft.com/office/drawing/2014/main" id="{EB5BE9AC-8357-7B92-F0AE-47420C2BB219}"/>
                  </a:ext>
                </a:extLst>
              </p:cNvPr>
              <p:cNvSpPr txBox="1">
                <a:spLocks noRot="1" noChangeAspect="1" noMove="1" noResize="1" noEditPoints="1" noAdjustHandles="1" noChangeArrowheads="1" noChangeShapeType="1" noTextEdit="1"/>
              </p:cNvSpPr>
              <p:nvPr/>
            </p:nvSpPr>
            <p:spPr>
              <a:xfrm>
                <a:off x="2479691" y="3255306"/>
                <a:ext cx="291119" cy="369332"/>
              </a:xfrm>
              <a:prstGeom prst="rect">
                <a:avLst/>
              </a:prstGeom>
              <a:blipFill>
                <a:blip r:embed="rId3"/>
                <a:stretch>
                  <a:fillRect l="-20833" r="-10417" b="-114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7C566B5-B45D-6C29-8793-51AE27DB9D87}"/>
                  </a:ext>
                </a:extLst>
              </p:cNvPr>
              <p:cNvSpPr txBox="1"/>
              <p:nvPr/>
            </p:nvSpPr>
            <p:spPr>
              <a:xfrm>
                <a:off x="1814499" y="3805592"/>
                <a:ext cx="2175282" cy="738664"/>
              </a:xfrm>
              <a:prstGeom prst="rect">
                <a:avLst/>
              </a:prstGeom>
              <a:noFill/>
            </p:spPr>
            <p:txBody>
              <a:bodyPr wrap="square" rtlCol="0">
                <a:spAutoFit/>
              </a:bodyPr>
              <a:lstStyle/>
              <a:p>
                <a:pPr algn="ctr"/>
                <a:r>
                  <a:rPr lang="en-IN" sz="1050" dirty="0">
                    <a:solidFill>
                      <a:schemeClr val="bg1"/>
                    </a:solidFill>
                  </a:rPr>
                  <a:t>Joint positions and velocities</a:t>
                </a:r>
              </a:p>
              <a:p>
                <a:pPr algn="ctr"/>
                <a:r>
                  <a:rPr lang="en-IN" sz="1050" dirty="0">
                    <a:solidFill>
                      <a:schemeClr val="bg1"/>
                    </a:solidFill>
                  </a:rPr>
                  <a:t>Muscle state parameters</a:t>
                </a:r>
              </a:p>
              <a:p>
                <a:pPr algn="ctr"/>
                <a14:m>
                  <m:oMathPara xmlns:m="http://schemas.openxmlformats.org/officeDocument/2006/math">
                    <m:oMath>
                      <m:r>
                        <a:rPr lang="en-IN" sz="1050" i="0" smtClean="0">
                          <a:solidFill>
                            <a:schemeClr val="bg1"/>
                          </a:solidFill>
                          <a:latin typeface="Cambria Math" panose="02040503050406030204" pitchFamily="18" charset="0"/>
                        </a:rPr>
                        <m:t>⋮</m:t>
                      </m:r>
                    </m:oMath>
                  </m:oMathPara>
                </a14:m>
                <a:endParaRPr lang="en-IN" sz="1050" dirty="0">
                  <a:solidFill>
                    <a:schemeClr val="bg1"/>
                  </a:solidFill>
                </a:endParaRPr>
              </a:p>
              <a:p>
                <a:pPr algn="ctr"/>
                <a:r>
                  <a:rPr lang="en-IN" sz="1050" dirty="0">
                    <a:solidFill>
                      <a:schemeClr val="bg1"/>
                    </a:solidFill>
                  </a:rPr>
                  <a:t>GRF at each foot</a:t>
                </a:r>
              </a:p>
            </p:txBody>
          </p:sp>
        </mc:Choice>
        <mc:Fallback xmlns="">
          <p:sp>
            <p:nvSpPr>
              <p:cNvPr id="17" name="TextBox 16">
                <a:extLst>
                  <a:ext uri="{FF2B5EF4-FFF2-40B4-BE49-F238E27FC236}">
                    <a16:creationId xmlns:a16="http://schemas.microsoft.com/office/drawing/2014/main" id="{B7C566B5-B45D-6C29-8793-51AE27DB9D87}"/>
                  </a:ext>
                </a:extLst>
              </p:cNvPr>
              <p:cNvSpPr txBox="1">
                <a:spLocks noRot="1" noChangeAspect="1" noMove="1" noResize="1" noEditPoints="1" noAdjustHandles="1" noChangeArrowheads="1" noChangeShapeType="1" noTextEdit="1"/>
              </p:cNvSpPr>
              <p:nvPr/>
            </p:nvSpPr>
            <p:spPr>
              <a:xfrm>
                <a:off x="1814499" y="3805592"/>
                <a:ext cx="2175282" cy="738664"/>
              </a:xfrm>
              <a:prstGeom prst="rect">
                <a:avLst/>
              </a:prstGeom>
              <a:blipFill>
                <a:blip r:embed="rId4"/>
                <a:stretch>
                  <a:fillRect b="-413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5D9237E4-6B21-06E7-3369-EDAE2E9F2394}"/>
                  </a:ext>
                </a:extLst>
              </p:cNvPr>
              <p:cNvSpPr/>
              <p:nvPr/>
            </p:nvSpPr>
            <p:spPr>
              <a:xfrm>
                <a:off x="3771328" y="3431330"/>
                <a:ext cx="1663557" cy="795780"/>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400" b="1" dirty="0"/>
                  <a:t>MPO Policy</a:t>
                </a:r>
              </a:p>
              <a:p>
                <a:pPr algn="ctr"/>
                <a14:m>
                  <m:oMath xmlns:m="http://schemas.openxmlformats.org/officeDocument/2006/math">
                    <m:sSub>
                      <m:sSubPr>
                        <m:ctrlPr>
                          <a:rPr lang="en-IN" sz="1600" i="1" smtClean="0">
                            <a:latin typeface="Cambria Math" panose="02040503050406030204" pitchFamily="18" charset="0"/>
                            <a:ea typeface="Cambria Math" panose="02040503050406030204" pitchFamily="18" charset="0"/>
                          </a:rPr>
                        </m:ctrlPr>
                      </m:sSubPr>
                      <m:e>
                        <m:r>
                          <a:rPr lang="en-IN" sz="1600" i="1" smtClean="0">
                            <a:latin typeface="Cambria Math" panose="02040503050406030204" pitchFamily="18" charset="0"/>
                            <a:ea typeface="Cambria Math" panose="02040503050406030204" pitchFamily="18" charset="0"/>
                          </a:rPr>
                          <m:t>𝜋</m:t>
                        </m:r>
                      </m:e>
                      <m:sub>
                        <m:r>
                          <a:rPr lang="en-IN" sz="1600" i="1" smtClean="0">
                            <a:latin typeface="Cambria Math" panose="02040503050406030204" pitchFamily="18" charset="0"/>
                            <a:ea typeface="Cambria Math" panose="02040503050406030204" pitchFamily="18" charset="0"/>
                          </a:rPr>
                          <m:t>𝜃</m:t>
                        </m:r>
                      </m:sub>
                    </m:sSub>
                    <m:r>
                      <a:rPr lang="en-IN" sz="1600" b="0" i="1" smtClean="0">
                        <a:latin typeface="Cambria Math" panose="02040503050406030204" pitchFamily="18" charset="0"/>
                      </a:rPr>
                      <m:t> (</m:t>
                    </m:r>
                    <m:sSub>
                      <m:sSubPr>
                        <m:ctrlPr>
                          <a:rPr lang="en-IN" sz="1600" b="0" i="1" smtClean="0">
                            <a:latin typeface="Cambria Math" panose="02040503050406030204" pitchFamily="18" charset="0"/>
                          </a:rPr>
                        </m:ctrlPr>
                      </m:sSubPr>
                      <m:e>
                        <m:r>
                          <a:rPr lang="en-IN" sz="1600" b="0" i="1" smtClean="0">
                            <a:latin typeface="Cambria Math" panose="02040503050406030204" pitchFamily="18" charset="0"/>
                          </a:rPr>
                          <m:t>𝑠</m:t>
                        </m:r>
                      </m:e>
                      <m:sub>
                        <m:r>
                          <a:rPr lang="en-IN" sz="1600" b="0" i="1" smtClean="0">
                            <a:latin typeface="Cambria Math" panose="02040503050406030204" pitchFamily="18" charset="0"/>
                          </a:rPr>
                          <m:t>𝑡</m:t>
                        </m:r>
                      </m:sub>
                    </m:sSub>
                  </m:oMath>
                </a14:m>
                <a:r>
                  <a:rPr lang="en-IN" sz="1600" dirty="0"/>
                  <a:t>) </a:t>
                </a:r>
              </a:p>
            </p:txBody>
          </p:sp>
        </mc:Choice>
        <mc:Fallback xmlns="">
          <p:sp>
            <p:nvSpPr>
              <p:cNvPr id="19" name="Rectangle 18">
                <a:extLst>
                  <a:ext uri="{FF2B5EF4-FFF2-40B4-BE49-F238E27FC236}">
                    <a16:creationId xmlns:a16="http://schemas.microsoft.com/office/drawing/2014/main" id="{5D9237E4-6B21-06E7-3369-EDAE2E9F2394}"/>
                  </a:ext>
                </a:extLst>
              </p:cNvPr>
              <p:cNvSpPr>
                <a:spLocks noRot="1" noChangeAspect="1" noMove="1" noResize="1" noEditPoints="1" noAdjustHandles="1" noChangeArrowheads="1" noChangeShapeType="1" noTextEdit="1"/>
              </p:cNvSpPr>
              <p:nvPr/>
            </p:nvSpPr>
            <p:spPr>
              <a:xfrm>
                <a:off x="3771328" y="3431330"/>
                <a:ext cx="1663557" cy="795780"/>
              </a:xfrm>
              <a:prstGeom prst="rect">
                <a:avLst/>
              </a:prstGeom>
              <a:blipFill>
                <a:blip r:embed="rId5"/>
                <a:stretch>
                  <a:fillRect/>
                </a:stretch>
              </a:blipFill>
              <a:ln>
                <a:noFill/>
              </a:ln>
            </p:spPr>
            <p:txBody>
              <a:bodyPr/>
              <a:lstStyle/>
              <a:p>
                <a:r>
                  <a:rPr lang="en-IN">
                    <a:noFill/>
                  </a:rPr>
                  <a:t> </a:t>
                </a:r>
              </a:p>
            </p:txBody>
          </p:sp>
        </mc:Fallback>
      </mc:AlternateContent>
      <p:cxnSp>
        <p:nvCxnSpPr>
          <p:cNvPr id="20" name="Straight Arrow Connector 19">
            <a:extLst>
              <a:ext uri="{FF2B5EF4-FFF2-40B4-BE49-F238E27FC236}">
                <a16:creationId xmlns:a16="http://schemas.microsoft.com/office/drawing/2014/main" id="{6E0A06CF-F300-801E-E9B6-8075CE5E8D4D}"/>
              </a:ext>
            </a:extLst>
          </p:cNvPr>
          <p:cNvCxnSpPr>
            <a:cxnSpLocks/>
          </p:cNvCxnSpPr>
          <p:nvPr/>
        </p:nvCxnSpPr>
        <p:spPr>
          <a:xfrm flipV="1">
            <a:off x="2064430" y="3736808"/>
            <a:ext cx="1617260" cy="940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A21FB80E-F3E4-D37E-EF53-A08FFF126681}"/>
              </a:ext>
            </a:extLst>
          </p:cNvPr>
          <p:cNvCxnSpPr>
            <a:cxnSpLocks/>
          </p:cNvCxnSpPr>
          <p:nvPr/>
        </p:nvCxnSpPr>
        <p:spPr>
          <a:xfrm flipH="1">
            <a:off x="1030376" y="2914650"/>
            <a:ext cx="331349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75636FA-23DA-5329-5635-C102036C4A94}"/>
              </a:ext>
            </a:extLst>
          </p:cNvPr>
          <p:cNvCxnSpPr>
            <a:cxnSpLocks/>
          </p:cNvCxnSpPr>
          <p:nvPr/>
        </p:nvCxnSpPr>
        <p:spPr>
          <a:xfrm>
            <a:off x="4408491" y="4225363"/>
            <a:ext cx="0" cy="629284"/>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FDA7A74-8BB8-BC2B-614E-7A9831D2D082}"/>
              </a:ext>
            </a:extLst>
          </p:cNvPr>
          <p:cNvCxnSpPr>
            <a:cxnSpLocks/>
          </p:cNvCxnSpPr>
          <p:nvPr/>
        </p:nvCxnSpPr>
        <p:spPr>
          <a:xfrm>
            <a:off x="1030376" y="4846781"/>
            <a:ext cx="3378115"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FFF4B9C-C7A2-9A7F-4D04-69556FE17FEB}"/>
              </a:ext>
            </a:extLst>
          </p:cNvPr>
          <p:cNvCxnSpPr>
            <a:cxnSpLocks/>
          </p:cNvCxnSpPr>
          <p:nvPr/>
        </p:nvCxnSpPr>
        <p:spPr>
          <a:xfrm flipV="1">
            <a:off x="1030376" y="4173481"/>
            <a:ext cx="10662" cy="681166"/>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9BC471F-4251-8EA0-2DE9-3579070E5237}"/>
                  </a:ext>
                </a:extLst>
              </p:cNvPr>
              <p:cNvSpPr txBox="1"/>
              <p:nvPr/>
            </p:nvSpPr>
            <p:spPr>
              <a:xfrm>
                <a:off x="2447028" y="4854647"/>
                <a:ext cx="323782" cy="369332"/>
              </a:xfrm>
              <a:prstGeom prst="rect">
                <a:avLst/>
              </a:prstGeom>
              <a:noFill/>
            </p:spPr>
            <p:txBody>
              <a:bodyPr wrap="square" lIns="0" tIns="0" rIns="0" bIns="0" rtlCol="0">
                <a:spAutoFit/>
              </a:bodyPr>
              <a:lstStyle/>
              <a:p>
                <a:pPr/>
                <a14:m>
                  <m:oMathPara xmlns:m="http://schemas.openxmlformats.org/officeDocument/2006/math">
                    <m:oMath>
                      <m:sSub>
                        <m:sSubPr>
                          <m:ctrlPr>
                            <a:rPr lang="en-IN" sz="2400" b="0" i="1" smtClean="0">
                              <a:solidFill>
                                <a:schemeClr val="bg1"/>
                              </a:solidFill>
                              <a:latin typeface="Cambria Math" panose="02040503050406030204" pitchFamily="18" charset="0"/>
                            </a:rPr>
                          </m:ctrlPr>
                        </m:sSubPr>
                        <m:e>
                          <m:r>
                            <a:rPr lang="en-IN" sz="2400" b="0" i="1" smtClean="0">
                              <a:solidFill>
                                <a:schemeClr val="bg1"/>
                              </a:solidFill>
                              <a:latin typeface="Cambria Math" panose="02040503050406030204" pitchFamily="18" charset="0"/>
                            </a:rPr>
                            <m:t>𝑎</m:t>
                          </m:r>
                        </m:e>
                        <m:sub>
                          <m:r>
                            <a:rPr lang="en-IN" sz="2400" b="0" i="1" smtClean="0">
                              <a:solidFill>
                                <a:schemeClr val="bg1"/>
                              </a:solidFill>
                              <a:latin typeface="Cambria Math" panose="02040503050406030204" pitchFamily="18" charset="0"/>
                            </a:rPr>
                            <m:t>𝑡</m:t>
                          </m:r>
                        </m:sub>
                      </m:sSub>
                    </m:oMath>
                  </m:oMathPara>
                </a14:m>
                <a:endParaRPr lang="en-IN" dirty="0">
                  <a:solidFill>
                    <a:schemeClr val="bg1"/>
                  </a:solidFill>
                </a:endParaRPr>
              </a:p>
            </p:txBody>
          </p:sp>
        </mc:Choice>
        <mc:Fallback xmlns="">
          <p:sp>
            <p:nvSpPr>
              <p:cNvPr id="44" name="TextBox 43">
                <a:extLst>
                  <a:ext uri="{FF2B5EF4-FFF2-40B4-BE49-F238E27FC236}">
                    <a16:creationId xmlns:a16="http://schemas.microsoft.com/office/drawing/2014/main" id="{79BC471F-4251-8EA0-2DE9-3579070E5237}"/>
                  </a:ext>
                </a:extLst>
              </p:cNvPr>
              <p:cNvSpPr txBox="1">
                <a:spLocks noRot="1" noChangeAspect="1" noMove="1" noResize="1" noEditPoints="1" noAdjustHandles="1" noChangeArrowheads="1" noChangeShapeType="1" noTextEdit="1"/>
              </p:cNvSpPr>
              <p:nvPr/>
            </p:nvSpPr>
            <p:spPr>
              <a:xfrm>
                <a:off x="2447028" y="4854647"/>
                <a:ext cx="323782" cy="369332"/>
              </a:xfrm>
              <a:prstGeom prst="rect">
                <a:avLst/>
              </a:prstGeom>
              <a:blipFill>
                <a:blip r:embed="rId6"/>
                <a:stretch>
                  <a:fillRect l="-16667" r="-9259" b="-11475"/>
                </a:stretch>
              </a:blipFill>
            </p:spPr>
            <p:txBody>
              <a:bodyPr/>
              <a:lstStyle/>
              <a:p>
                <a:r>
                  <a:rPr lang="en-IN">
                    <a:noFill/>
                  </a:rPr>
                  <a:t> </a:t>
                </a:r>
              </a:p>
            </p:txBody>
          </p:sp>
        </mc:Fallback>
      </mc:AlternateContent>
      <p:cxnSp>
        <p:nvCxnSpPr>
          <p:cNvPr id="49" name="Straight Connector 48">
            <a:extLst>
              <a:ext uri="{FF2B5EF4-FFF2-40B4-BE49-F238E27FC236}">
                <a16:creationId xmlns:a16="http://schemas.microsoft.com/office/drawing/2014/main" id="{D391EC40-2603-A6C0-A14A-243AF2BD9E0F}"/>
              </a:ext>
            </a:extLst>
          </p:cNvPr>
          <p:cNvCxnSpPr>
            <a:cxnSpLocks/>
          </p:cNvCxnSpPr>
          <p:nvPr/>
        </p:nvCxnSpPr>
        <p:spPr>
          <a:xfrm>
            <a:off x="1041038" y="2914650"/>
            <a:ext cx="1" cy="420513"/>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7A68A0BD-F9F9-1A1D-50F4-1B9059B5BAD9}"/>
              </a:ext>
            </a:extLst>
          </p:cNvPr>
          <p:cNvCxnSpPr>
            <a:cxnSpLocks/>
          </p:cNvCxnSpPr>
          <p:nvPr/>
        </p:nvCxnSpPr>
        <p:spPr>
          <a:xfrm>
            <a:off x="4343871" y="2929018"/>
            <a:ext cx="0" cy="406145"/>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52B5B220-9DF6-658E-821B-C2847DAE7339}"/>
                  </a:ext>
                </a:extLst>
              </p:cNvPr>
              <p:cNvSpPr txBox="1"/>
              <p:nvPr/>
            </p:nvSpPr>
            <p:spPr>
              <a:xfrm>
                <a:off x="2491263" y="2446703"/>
                <a:ext cx="195860" cy="369332"/>
              </a:xfrm>
              <a:prstGeom prst="rect">
                <a:avLst/>
              </a:prstGeom>
              <a:noFill/>
            </p:spPr>
            <p:txBody>
              <a:bodyPr wrap="square" lIns="0" tIns="0" rIns="0" bIns="0" rtlCol="0">
                <a:spAutoFit/>
              </a:bodyPr>
              <a:lstStyle/>
              <a:p>
                <a:pPr/>
                <a14:m>
                  <m:oMathPara xmlns:m="http://schemas.openxmlformats.org/officeDocument/2006/math">
                    <m:oMath>
                      <m:sSub>
                        <m:sSubPr>
                          <m:ctrlPr>
                            <a:rPr lang="en-IN" sz="2400" b="0" i="1" smtClean="0">
                              <a:solidFill>
                                <a:schemeClr val="bg1"/>
                              </a:solidFill>
                              <a:latin typeface="Cambria Math" panose="02040503050406030204" pitchFamily="18" charset="0"/>
                            </a:rPr>
                          </m:ctrlPr>
                        </m:sSubPr>
                        <m:e>
                          <m:r>
                            <a:rPr lang="en-IN" sz="2400" b="0" i="1" smtClean="0">
                              <a:solidFill>
                                <a:schemeClr val="bg1"/>
                              </a:solidFill>
                              <a:latin typeface="Cambria Math" panose="02040503050406030204" pitchFamily="18" charset="0"/>
                            </a:rPr>
                            <m:t>𝑟</m:t>
                          </m:r>
                        </m:e>
                        <m:sub>
                          <m:r>
                            <a:rPr lang="en-IN" sz="2400" b="0" i="1" smtClean="0">
                              <a:solidFill>
                                <a:schemeClr val="bg1"/>
                              </a:solidFill>
                              <a:latin typeface="Cambria Math" panose="02040503050406030204" pitchFamily="18" charset="0"/>
                            </a:rPr>
                            <m:t>𝑡</m:t>
                          </m:r>
                        </m:sub>
                      </m:sSub>
                    </m:oMath>
                  </m:oMathPara>
                </a14:m>
                <a:endParaRPr lang="en-IN" dirty="0">
                  <a:solidFill>
                    <a:schemeClr val="bg1"/>
                  </a:solidFill>
                </a:endParaRPr>
              </a:p>
            </p:txBody>
          </p:sp>
        </mc:Choice>
        <mc:Fallback xmlns="">
          <p:sp>
            <p:nvSpPr>
              <p:cNvPr id="54" name="TextBox 53">
                <a:extLst>
                  <a:ext uri="{FF2B5EF4-FFF2-40B4-BE49-F238E27FC236}">
                    <a16:creationId xmlns:a16="http://schemas.microsoft.com/office/drawing/2014/main" id="{52B5B220-9DF6-658E-821B-C2847DAE7339}"/>
                  </a:ext>
                </a:extLst>
              </p:cNvPr>
              <p:cNvSpPr txBox="1">
                <a:spLocks noRot="1" noChangeAspect="1" noMove="1" noResize="1" noEditPoints="1" noAdjustHandles="1" noChangeArrowheads="1" noChangeShapeType="1" noTextEdit="1"/>
              </p:cNvSpPr>
              <p:nvPr/>
            </p:nvSpPr>
            <p:spPr>
              <a:xfrm>
                <a:off x="2491263" y="2446703"/>
                <a:ext cx="195860" cy="369332"/>
              </a:xfrm>
              <a:prstGeom prst="rect">
                <a:avLst/>
              </a:prstGeom>
              <a:blipFill>
                <a:blip r:embed="rId7"/>
                <a:stretch>
                  <a:fillRect l="-40625" r="-46875" b="-11475"/>
                </a:stretch>
              </a:blipFill>
            </p:spPr>
            <p:txBody>
              <a:bodyPr/>
              <a:lstStyle/>
              <a:p>
                <a:r>
                  <a:rPr lang="en-IN">
                    <a:noFill/>
                  </a:rPr>
                  <a:t> </a:t>
                </a:r>
              </a:p>
            </p:txBody>
          </p:sp>
        </mc:Fallback>
      </mc:AlternateContent>
      <p:sp>
        <p:nvSpPr>
          <p:cNvPr id="55" name="Rectangle 54">
            <a:extLst>
              <a:ext uri="{FF2B5EF4-FFF2-40B4-BE49-F238E27FC236}">
                <a16:creationId xmlns:a16="http://schemas.microsoft.com/office/drawing/2014/main" id="{A21EFBF2-0BDE-3AA6-5E48-DC4B95590011}"/>
              </a:ext>
            </a:extLst>
          </p:cNvPr>
          <p:cNvSpPr/>
          <p:nvPr/>
        </p:nvSpPr>
        <p:spPr>
          <a:xfrm>
            <a:off x="5943242" y="3416200"/>
            <a:ext cx="1817099" cy="757281"/>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600" b="1" dirty="0"/>
              <a:t>Environment</a:t>
            </a:r>
            <a:endParaRPr lang="en-IN" sz="1400" b="1" dirty="0"/>
          </a:p>
          <a:p>
            <a:pPr algn="ctr"/>
            <a:r>
              <a:rPr lang="en-IN" sz="1000" dirty="0"/>
              <a:t>Musculoskeletal sim</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E45FD2BE-9D44-4F3F-11C5-DE56972DB50B}"/>
                  </a:ext>
                </a:extLst>
              </p:cNvPr>
              <p:cNvSpPr txBox="1"/>
              <p:nvPr/>
            </p:nvSpPr>
            <p:spPr>
              <a:xfrm>
                <a:off x="8400719" y="3251291"/>
                <a:ext cx="317989" cy="369332"/>
              </a:xfrm>
              <a:prstGeom prst="rect">
                <a:avLst/>
              </a:prstGeom>
              <a:noFill/>
            </p:spPr>
            <p:txBody>
              <a:bodyPr wrap="square" lIns="0" tIns="0" rIns="0" bIns="0" rtlCol="0">
                <a:spAutoFit/>
              </a:bodyPr>
              <a:lstStyle/>
              <a:p>
                <a:pPr/>
                <a14:m>
                  <m:oMathPara xmlns:m="http://schemas.openxmlformats.org/officeDocument/2006/math">
                    <m:oMath>
                      <m:sSub>
                        <m:sSubPr>
                          <m:ctrlPr>
                            <a:rPr lang="en-IN" sz="2400" b="0" i="1" smtClean="0">
                              <a:solidFill>
                                <a:schemeClr val="bg1"/>
                              </a:solidFill>
                              <a:latin typeface="Cambria Math" panose="02040503050406030204" pitchFamily="18" charset="0"/>
                            </a:rPr>
                          </m:ctrlPr>
                        </m:sSubPr>
                        <m:e>
                          <m:r>
                            <a:rPr lang="en-IN" sz="2400" b="0" i="1" smtClean="0">
                              <a:solidFill>
                                <a:schemeClr val="bg1"/>
                              </a:solidFill>
                              <a:latin typeface="Cambria Math" panose="02040503050406030204" pitchFamily="18" charset="0"/>
                            </a:rPr>
                            <m:t>𝑠</m:t>
                          </m:r>
                        </m:e>
                        <m:sub>
                          <m:r>
                            <a:rPr lang="en-IN" sz="2400" b="0" i="1" smtClean="0">
                              <a:solidFill>
                                <a:schemeClr val="bg1"/>
                              </a:solidFill>
                              <a:latin typeface="Cambria Math" panose="02040503050406030204" pitchFamily="18" charset="0"/>
                            </a:rPr>
                            <m:t>𝑡</m:t>
                          </m:r>
                        </m:sub>
                      </m:sSub>
                    </m:oMath>
                  </m:oMathPara>
                </a14:m>
                <a:endParaRPr lang="en-IN" sz="2400" dirty="0">
                  <a:solidFill>
                    <a:schemeClr val="bg1"/>
                  </a:solidFill>
                </a:endParaRPr>
              </a:p>
            </p:txBody>
          </p:sp>
        </mc:Choice>
        <mc:Fallback xmlns="">
          <p:sp>
            <p:nvSpPr>
              <p:cNvPr id="56" name="TextBox 55">
                <a:extLst>
                  <a:ext uri="{FF2B5EF4-FFF2-40B4-BE49-F238E27FC236}">
                    <a16:creationId xmlns:a16="http://schemas.microsoft.com/office/drawing/2014/main" id="{E45FD2BE-9D44-4F3F-11C5-DE56972DB50B}"/>
                  </a:ext>
                </a:extLst>
              </p:cNvPr>
              <p:cNvSpPr txBox="1">
                <a:spLocks noRot="1" noChangeAspect="1" noMove="1" noResize="1" noEditPoints="1" noAdjustHandles="1" noChangeArrowheads="1" noChangeShapeType="1" noTextEdit="1"/>
              </p:cNvSpPr>
              <p:nvPr/>
            </p:nvSpPr>
            <p:spPr>
              <a:xfrm>
                <a:off x="8400719" y="3251291"/>
                <a:ext cx="317989" cy="369332"/>
              </a:xfrm>
              <a:prstGeom prst="rect">
                <a:avLst/>
              </a:prstGeom>
              <a:blipFill>
                <a:blip r:embed="rId8"/>
                <a:stretch>
                  <a:fillRect l="-13462" r="-5769" b="-114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CEC5F08C-F786-4CA9-9310-19C542DDA8E0}"/>
                  </a:ext>
                </a:extLst>
              </p:cNvPr>
              <p:cNvSpPr txBox="1"/>
              <p:nvPr/>
            </p:nvSpPr>
            <p:spPr>
              <a:xfrm>
                <a:off x="7518769" y="3771419"/>
                <a:ext cx="2376056" cy="738664"/>
              </a:xfrm>
              <a:prstGeom prst="rect">
                <a:avLst/>
              </a:prstGeom>
              <a:noFill/>
            </p:spPr>
            <p:txBody>
              <a:bodyPr wrap="square" rtlCol="0">
                <a:spAutoFit/>
              </a:bodyPr>
              <a:lstStyle/>
              <a:p>
                <a:pPr algn="ctr"/>
                <a:r>
                  <a:rPr lang="en-IN" sz="1050" dirty="0">
                    <a:solidFill>
                      <a:schemeClr val="bg1"/>
                    </a:solidFill>
                  </a:rPr>
                  <a:t>Joint positions and velocities</a:t>
                </a:r>
              </a:p>
              <a:p>
                <a:pPr algn="ctr"/>
                <a:r>
                  <a:rPr lang="en-IN" sz="1050" dirty="0">
                    <a:solidFill>
                      <a:schemeClr val="bg1"/>
                    </a:solidFill>
                  </a:rPr>
                  <a:t>Muscle state parameters</a:t>
                </a:r>
              </a:p>
              <a:p>
                <a:pPr algn="ctr"/>
                <a14:m>
                  <m:oMathPara xmlns:m="http://schemas.openxmlformats.org/officeDocument/2006/math">
                    <m:oMath>
                      <m:r>
                        <a:rPr lang="en-IN" sz="1050" i="0" smtClean="0">
                          <a:solidFill>
                            <a:schemeClr val="bg1"/>
                          </a:solidFill>
                          <a:latin typeface="Cambria Math" panose="02040503050406030204" pitchFamily="18" charset="0"/>
                        </a:rPr>
                        <m:t>⋮</m:t>
                      </m:r>
                    </m:oMath>
                  </m:oMathPara>
                </a14:m>
                <a:endParaRPr lang="en-IN" sz="1050" dirty="0">
                  <a:solidFill>
                    <a:schemeClr val="bg1"/>
                  </a:solidFill>
                </a:endParaRPr>
              </a:p>
              <a:p>
                <a:pPr algn="ctr"/>
                <a:r>
                  <a:rPr lang="en-IN" sz="1050" dirty="0">
                    <a:solidFill>
                      <a:schemeClr val="bg1"/>
                    </a:solidFill>
                  </a:rPr>
                  <a:t>GRF at each foot</a:t>
                </a:r>
              </a:p>
            </p:txBody>
          </p:sp>
        </mc:Choice>
        <mc:Fallback xmlns="">
          <p:sp>
            <p:nvSpPr>
              <p:cNvPr id="57" name="TextBox 56">
                <a:extLst>
                  <a:ext uri="{FF2B5EF4-FFF2-40B4-BE49-F238E27FC236}">
                    <a16:creationId xmlns:a16="http://schemas.microsoft.com/office/drawing/2014/main" id="{CEC5F08C-F786-4CA9-9310-19C542DDA8E0}"/>
                  </a:ext>
                </a:extLst>
              </p:cNvPr>
              <p:cNvSpPr txBox="1">
                <a:spLocks noRot="1" noChangeAspect="1" noMove="1" noResize="1" noEditPoints="1" noAdjustHandles="1" noChangeArrowheads="1" noChangeShapeType="1" noTextEdit="1"/>
              </p:cNvSpPr>
              <p:nvPr/>
            </p:nvSpPr>
            <p:spPr>
              <a:xfrm>
                <a:off x="7518769" y="3771419"/>
                <a:ext cx="2376056" cy="738664"/>
              </a:xfrm>
              <a:prstGeom prst="rect">
                <a:avLst/>
              </a:prstGeom>
              <a:blipFill>
                <a:blip r:embed="rId9"/>
                <a:stretch>
                  <a:fillRect b="-413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C0266014-A6BE-7161-803F-7AFF7F512408}"/>
                  </a:ext>
                </a:extLst>
              </p:cNvPr>
              <p:cNvSpPr/>
              <p:nvPr/>
            </p:nvSpPr>
            <p:spPr>
              <a:xfrm>
                <a:off x="9703832" y="3095844"/>
                <a:ext cx="1817100" cy="86922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1600" b="1" dirty="0"/>
                  <a:t>MPO Policy</a:t>
                </a:r>
              </a:p>
              <a:p>
                <a:pPr algn="ctr"/>
                <a14:m>
                  <m:oMath xmlns:m="http://schemas.openxmlformats.org/officeDocument/2006/math">
                    <m:sSub>
                      <m:sSubPr>
                        <m:ctrlPr>
                          <a:rPr lang="en-IN" sz="1400" i="1" smtClean="0">
                            <a:latin typeface="Cambria Math" panose="02040503050406030204" pitchFamily="18" charset="0"/>
                            <a:ea typeface="Cambria Math" panose="02040503050406030204" pitchFamily="18" charset="0"/>
                          </a:rPr>
                        </m:ctrlPr>
                      </m:sSubPr>
                      <m:e>
                        <m:r>
                          <a:rPr lang="en-IN" sz="1400" i="1" smtClean="0">
                            <a:latin typeface="Cambria Math" panose="02040503050406030204" pitchFamily="18" charset="0"/>
                            <a:ea typeface="Cambria Math" panose="02040503050406030204" pitchFamily="18" charset="0"/>
                          </a:rPr>
                          <m:t>𝜋</m:t>
                        </m:r>
                      </m:e>
                      <m:sub>
                        <m:r>
                          <a:rPr lang="en-IN" sz="1400" i="1" smtClean="0">
                            <a:latin typeface="Cambria Math" panose="02040503050406030204" pitchFamily="18" charset="0"/>
                            <a:ea typeface="Cambria Math" panose="02040503050406030204" pitchFamily="18" charset="0"/>
                          </a:rPr>
                          <m:t>𝜃</m:t>
                        </m:r>
                      </m:sub>
                    </m:sSub>
                    <m:r>
                      <a:rPr lang="en-IN" sz="1400" b="0" i="1" smtClean="0">
                        <a:latin typeface="Cambria Math" panose="02040503050406030204" pitchFamily="18" charset="0"/>
                      </a:rPr>
                      <m:t> (</m:t>
                    </m:r>
                    <m:sSub>
                      <m:sSubPr>
                        <m:ctrlPr>
                          <a:rPr lang="en-IN" sz="1400" b="0" i="1" smtClean="0">
                            <a:latin typeface="Cambria Math" panose="02040503050406030204" pitchFamily="18" charset="0"/>
                          </a:rPr>
                        </m:ctrlPr>
                      </m:sSubPr>
                      <m:e>
                        <m:r>
                          <a:rPr lang="en-IN" sz="1400" b="0" i="1" smtClean="0">
                            <a:latin typeface="Cambria Math" panose="02040503050406030204" pitchFamily="18" charset="0"/>
                          </a:rPr>
                          <m:t>𝑠</m:t>
                        </m:r>
                      </m:e>
                      <m:sub>
                        <m:r>
                          <a:rPr lang="en-IN" sz="1400" b="0" i="1" smtClean="0">
                            <a:latin typeface="Cambria Math" panose="02040503050406030204" pitchFamily="18" charset="0"/>
                          </a:rPr>
                          <m:t>𝑡</m:t>
                        </m:r>
                      </m:sub>
                    </m:sSub>
                  </m:oMath>
                </a14:m>
                <a:r>
                  <a:rPr lang="en-IN" sz="1400" dirty="0"/>
                  <a:t>) </a:t>
                </a:r>
                <a:endParaRPr lang="en-IN" sz="1600" dirty="0"/>
              </a:p>
            </p:txBody>
          </p:sp>
        </mc:Choice>
        <mc:Fallback xmlns="">
          <p:sp>
            <p:nvSpPr>
              <p:cNvPr id="58" name="Rectangle 57">
                <a:extLst>
                  <a:ext uri="{FF2B5EF4-FFF2-40B4-BE49-F238E27FC236}">
                    <a16:creationId xmlns:a16="http://schemas.microsoft.com/office/drawing/2014/main" id="{C0266014-A6BE-7161-803F-7AFF7F512408}"/>
                  </a:ext>
                </a:extLst>
              </p:cNvPr>
              <p:cNvSpPr>
                <a:spLocks noRot="1" noChangeAspect="1" noMove="1" noResize="1" noEditPoints="1" noAdjustHandles="1" noChangeArrowheads="1" noChangeShapeType="1" noTextEdit="1"/>
              </p:cNvSpPr>
              <p:nvPr/>
            </p:nvSpPr>
            <p:spPr>
              <a:xfrm>
                <a:off x="9703832" y="3095844"/>
                <a:ext cx="1817100" cy="869229"/>
              </a:xfrm>
              <a:prstGeom prst="rect">
                <a:avLst/>
              </a:prstGeom>
              <a:blipFill>
                <a:blip r:embed="rId10"/>
                <a:stretch>
                  <a:fillRect/>
                </a:stretch>
              </a:blipFill>
              <a:ln>
                <a:noFill/>
              </a:ln>
            </p:spPr>
            <p:txBody>
              <a:bodyPr/>
              <a:lstStyle/>
              <a:p>
                <a:r>
                  <a:rPr lang="en-IN">
                    <a:noFill/>
                  </a:rPr>
                  <a:t> </a:t>
                </a:r>
              </a:p>
            </p:txBody>
          </p:sp>
        </mc:Fallback>
      </mc:AlternateContent>
      <p:cxnSp>
        <p:nvCxnSpPr>
          <p:cNvPr id="59" name="Straight Arrow Connector 58">
            <a:extLst>
              <a:ext uri="{FF2B5EF4-FFF2-40B4-BE49-F238E27FC236}">
                <a16:creationId xmlns:a16="http://schemas.microsoft.com/office/drawing/2014/main" id="{74A039AA-EAA2-EF71-329B-57986194FBC5}"/>
              </a:ext>
            </a:extLst>
          </p:cNvPr>
          <p:cNvCxnSpPr>
            <a:cxnSpLocks/>
          </p:cNvCxnSpPr>
          <p:nvPr/>
        </p:nvCxnSpPr>
        <p:spPr>
          <a:xfrm>
            <a:off x="9293820" y="3709633"/>
            <a:ext cx="155265" cy="1"/>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0DF80BBC-84FE-859E-810D-7F5B1ED0DE8C}"/>
              </a:ext>
            </a:extLst>
          </p:cNvPr>
          <p:cNvCxnSpPr>
            <a:cxnSpLocks/>
          </p:cNvCxnSpPr>
          <p:nvPr/>
        </p:nvCxnSpPr>
        <p:spPr>
          <a:xfrm flipH="1">
            <a:off x="7760341" y="3710872"/>
            <a:ext cx="1533479" cy="2778"/>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0DA5E4EA-A2B0-05DA-736F-19B584CC7EEA}"/>
              </a:ext>
            </a:extLst>
          </p:cNvPr>
          <p:cNvCxnSpPr>
            <a:cxnSpLocks/>
          </p:cNvCxnSpPr>
          <p:nvPr/>
        </p:nvCxnSpPr>
        <p:spPr>
          <a:xfrm>
            <a:off x="10430596" y="4874594"/>
            <a:ext cx="1" cy="180499"/>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16E712B5-8099-84F3-71BC-B69EA3CA4A08}"/>
              </a:ext>
            </a:extLst>
          </p:cNvPr>
          <p:cNvCxnSpPr>
            <a:cxnSpLocks/>
          </p:cNvCxnSpPr>
          <p:nvPr/>
        </p:nvCxnSpPr>
        <p:spPr>
          <a:xfrm flipH="1">
            <a:off x="6844786" y="5055093"/>
            <a:ext cx="358581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7C692F55-0A89-96B8-2956-F96738FBE236}"/>
              </a:ext>
            </a:extLst>
          </p:cNvPr>
          <p:cNvCxnSpPr>
            <a:cxnSpLocks/>
          </p:cNvCxnSpPr>
          <p:nvPr/>
        </p:nvCxnSpPr>
        <p:spPr>
          <a:xfrm flipH="1" flipV="1">
            <a:off x="6844786" y="4225363"/>
            <a:ext cx="4041" cy="82973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491985CA-FB26-680C-85D4-2163594D6496}"/>
                  </a:ext>
                </a:extLst>
              </p:cNvPr>
              <p:cNvSpPr txBox="1"/>
              <p:nvPr/>
            </p:nvSpPr>
            <p:spPr>
              <a:xfrm>
                <a:off x="8523789" y="5093618"/>
                <a:ext cx="353666" cy="369332"/>
              </a:xfrm>
              <a:prstGeom prst="rect">
                <a:avLst/>
              </a:prstGeom>
              <a:noFill/>
            </p:spPr>
            <p:txBody>
              <a:bodyPr wrap="square" lIns="0" tIns="0" rIns="0" bIns="0" rtlCol="0">
                <a:spAutoFit/>
              </a:bodyPr>
              <a:lstStyle/>
              <a:p>
                <a:pPr/>
                <a14:m>
                  <m:oMathPara xmlns:m="http://schemas.openxmlformats.org/officeDocument/2006/math">
                    <m:oMath>
                      <m:sSub>
                        <m:sSubPr>
                          <m:ctrlPr>
                            <a:rPr lang="en-IN" sz="2400" b="0" i="1" smtClean="0">
                              <a:solidFill>
                                <a:schemeClr val="bg1"/>
                              </a:solidFill>
                              <a:latin typeface="Cambria Math" panose="02040503050406030204" pitchFamily="18" charset="0"/>
                            </a:rPr>
                          </m:ctrlPr>
                        </m:sSubPr>
                        <m:e>
                          <m:r>
                            <a:rPr lang="en-IN" sz="2400" b="0" i="1" smtClean="0">
                              <a:solidFill>
                                <a:schemeClr val="bg1"/>
                              </a:solidFill>
                              <a:latin typeface="Cambria Math" panose="02040503050406030204" pitchFamily="18" charset="0"/>
                            </a:rPr>
                            <m:t>𝑎</m:t>
                          </m:r>
                        </m:e>
                        <m:sub>
                          <m:r>
                            <a:rPr lang="en-IN" sz="2400" b="0" i="1" smtClean="0">
                              <a:solidFill>
                                <a:schemeClr val="bg1"/>
                              </a:solidFill>
                              <a:latin typeface="Cambria Math" panose="02040503050406030204" pitchFamily="18" charset="0"/>
                            </a:rPr>
                            <m:t>𝑡</m:t>
                          </m:r>
                        </m:sub>
                      </m:sSub>
                    </m:oMath>
                  </m:oMathPara>
                </a14:m>
                <a:endParaRPr lang="en-IN" sz="2400" dirty="0">
                  <a:solidFill>
                    <a:schemeClr val="bg1"/>
                  </a:solidFill>
                </a:endParaRPr>
              </a:p>
            </p:txBody>
          </p:sp>
        </mc:Choice>
        <mc:Fallback xmlns="">
          <p:sp>
            <p:nvSpPr>
              <p:cNvPr id="64" name="TextBox 63">
                <a:extLst>
                  <a:ext uri="{FF2B5EF4-FFF2-40B4-BE49-F238E27FC236}">
                    <a16:creationId xmlns:a16="http://schemas.microsoft.com/office/drawing/2014/main" id="{491985CA-FB26-680C-85D4-2163594D6496}"/>
                  </a:ext>
                </a:extLst>
              </p:cNvPr>
              <p:cNvSpPr txBox="1">
                <a:spLocks noRot="1" noChangeAspect="1" noMove="1" noResize="1" noEditPoints="1" noAdjustHandles="1" noChangeArrowheads="1" noChangeShapeType="1" noTextEdit="1"/>
              </p:cNvSpPr>
              <p:nvPr/>
            </p:nvSpPr>
            <p:spPr>
              <a:xfrm>
                <a:off x="8523789" y="5093618"/>
                <a:ext cx="353666" cy="369332"/>
              </a:xfrm>
              <a:prstGeom prst="rect">
                <a:avLst/>
              </a:prstGeom>
              <a:blipFill>
                <a:blip r:embed="rId11"/>
                <a:stretch>
                  <a:fillRect l="-12069" r="-5172" b="-13333"/>
                </a:stretch>
              </a:blipFill>
            </p:spPr>
            <p:txBody>
              <a:bodyPr/>
              <a:lstStyle/>
              <a:p>
                <a:r>
                  <a:rPr lang="en-IN">
                    <a:noFill/>
                  </a:rPr>
                  <a:t> </a:t>
                </a:r>
              </a:p>
            </p:txBody>
          </p:sp>
        </mc:Fallback>
      </mc:AlternateContent>
      <p:cxnSp>
        <p:nvCxnSpPr>
          <p:cNvPr id="65" name="Straight Connector 64">
            <a:extLst>
              <a:ext uri="{FF2B5EF4-FFF2-40B4-BE49-F238E27FC236}">
                <a16:creationId xmlns:a16="http://schemas.microsoft.com/office/drawing/2014/main" id="{8B776D49-0C6B-9701-1731-D972B08E14B8}"/>
              </a:ext>
            </a:extLst>
          </p:cNvPr>
          <p:cNvCxnSpPr>
            <a:cxnSpLocks/>
          </p:cNvCxnSpPr>
          <p:nvPr/>
        </p:nvCxnSpPr>
        <p:spPr>
          <a:xfrm flipH="1">
            <a:off x="6854191" y="2774168"/>
            <a:ext cx="3415323"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623F0558-0B1A-561F-620C-370E66DFA0B7}"/>
              </a:ext>
            </a:extLst>
          </p:cNvPr>
          <p:cNvCxnSpPr>
            <a:cxnSpLocks/>
          </p:cNvCxnSpPr>
          <p:nvPr/>
        </p:nvCxnSpPr>
        <p:spPr>
          <a:xfrm>
            <a:off x="6848827" y="2764653"/>
            <a:ext cx="0" cy="651524"/>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A3D10B6-03B4-49B6-A0B4-EACE2208EB37}"/>
                  </a:ext>
                </a:extLst>
              </p:cNvPr>
              <p:cNvSpPr txBox="1"/>
              <p:nvPr/>
            </p:nvSpPr>
            <p:spPr>
              <a:xfrm>
                <a:off x="8412944" y="2347226"/>
                <a:ext cx="293540" cy="369332"/>
              </a:xfrm>
              <a:prstGeom prst="rect">
                <a:avLst/>
              </a:prstGeom>
              <a:noFill/>
            </p:spPr>
            <p:txBody>
              <a:bodyPr wrap="square" lIns="0" tIns="0" rIns="0" bIns="0" rtlCol="0">
                <a:spAutoFit/>
              </a:bodyPr>
              <a:lstStyle/>
              <a:p>
                <a:pPr/>
                <a14:m>
                  <m:oMathPara xmlns:m="http://schemas.openxmlformats.org/officeDocument/2006/math">
                    <m:oMath>
                      <m:sSub>
                        <m:sSubPr>
                          <m:ctrlPr>
                            <a:rPr lang="en-IN" sz="2400" b="0" i="1" smtClean="0">
                              <a:solidFill>
                                <a:schemeClr val="bg1"/>
                              </a:solidFill>
                              <a:latin typeface="Cambria Math" panose="02040503050406030204" pitchFamily="18" charset="0"/>
                            </a:rPr>
                          </m:ctrlPr>
                        </m:sSubPr>
                        <m:e>
                          <m:r>
                            <a:rPr lang="en-IN" sz="2400" b="0" i="1" smtClean="0">
                              <a:solidFill>
                                <a:schemeClr val="bg1"/>
                              </a:solidFill>
                              <a:latin typeface="Cambria Math" panose="02040503050406030204" pitchFamily="18" charset="0"/>
                            </a:rPr>
                            <m:t>𝑟</m:t>
                          </m:r>
                        </m:e>
                        <m:sub>
                          <m:r>
                            <a:rPr lang="en-IN" sz="2400" b="0" i="1" smtClean="0">
                              <a:solidFill>
                                <a:schemeClr val="bg1"/>
                              </a:solidFill>
                              <a:latin typeface="Cambria Math" panose="02040503050406030204" pitchFamily="18" charset="0"/>
                            </a:rPr>
                            <m:t>𝑡</m:t>
                          </m:r>
                        </m:sub>
                      </m:sSub>
                    </m:oMath>
                  </m:oMathPara>
                </a14:m>
                <a:endParaRPr lang="en-IN" dirty="0">
                  <a:solidFill>
                    <a:schemeClr val="bg1"/>
                  </a:solidFill>
                </a:endParaRPr>
              </a:p>
            </p:txBody>
          </p:sp>
        </mc:Choice>
        <mc:Fallback xmlns="">
          <p:sp>
            <p:nvSpPr>
              <p:cNvPr id="68" name="TextBox 67">
                <a:extLst>
                  <a:ext uri="{FF2B5EF4-FFF2-40B4-BE49-F238E27FC236}">
                    <a16:creationId xmlns:a16="http://schemas.microsoft.com/office/drawing/2014/main" id="{1A3D10B6-03B4-49B6-A0B4-EACE2208EB37}"/>
                  </a:ext>
                </a:extLst>
              </p:cNvPr>
              <p:cNvSpPr txBox="1">
                <a:spLocks noRot="1" noChangeAspect="1" noMove="1" noResize="1" noEditPoints="1" noAdjustHandles="1" noChangeArrowheads="1" noChangeShapeType="1" noTextEdit="1"/>
              </p:cNvSpPr>
              <p:nvPr/>
            </p:nvSpPr>
            <p:spPr>
              <a:xfrm>
                <a:off x="8412944" y="2347226"/>
                <a:ext cx="293540" cy="369332"/>
              </a:xfrm>
              <a:prstGeom prst="rect">
                <a:avLst/>
              </a:prstGeom>
              <a:blipFill>
                <a:blip r:embed="rId12"/>
                <a:stretch>
                  <a:fillRect l="-14583" r="-8333" b="-114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1" name="Rectangle 70">
                <a:extLst>
                  <a:ext uri="{FF2B5EF4-FFF2-40B4-BE49-F238E27FC236}">
                    <a16:creationId xmlns:a16="http://schemas.microsoft.com/office/drawing/2014/main" id="{E525C1F9-1F77-A3B0-5FF6-B23A33639BAD}"/>
                  </a:ext>
                </a:extLst>
              </p:cNvPr>
              <p:cNvSpPr/>
              <p:nvPr/>
            </p:nvSpPr>
            <p:spPr>
              <a:xfrm>
                <a:off x="9703832" y="4003843"/>
                <a:ext cx="1817100" cy="869229"/>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sz="1400" b="1" dirty="0"/>
              </a:p>
              <a:p>
                <a:pPr algn="ctr"/>
                <a:r>
                  <a:rPr lang="en-IN" sz="1600" b="1" dirty="0"/>
                  <a:t>DEP</a:t>
                </a:r>
              </a:p>
              <a:p>
                <a:pPr algn="ctr"/>
                <a14:m>
                  <m:oMathPara xmlns:m="http://schemas.openxmlformats.org/officeDocument/2006/math">
                    <m:oMath>
                      <m:sSub>
                        <m:sSubPr>
                          <m:ctrlPr>
                            <a:rPr lang="fr-FR" sz="1400" i="1">
                              <a:latin typeface="Cambria Math" panose="02040503050406030204" pitchFamily="18" charset="0"/>
                            </a:rPr>
                          </m:ctrlPr>
                        </m:sSubPr>
                        <m:e>
                          <m:r>
                            <a:rPr lang="fr-FR" sz="1400" i="1">
                              <a:latin typeface="Cambria Math" panose="02040503050406030204" pitchFamily="18" charset="0"/>
                            </a:rPr>
                            <m:t>𝑎</m:t>
                          </m:r>
                        </m:e>
                        <m:sub>
                          <m:r>
                            <a:rPr lang="fr-FR" sz="1400" i="1">
                              <a:latin typeface="Cambria Math" panose="02040503050406030204" pitchFamily="18" charset="0"/>
                            </a:rPr>
                            <m:t>𝑡</m:t>
                          </m:r>
                        </m:sub>
                      </m:sSub>
                      <m:r>
                        <a:rPr lang="fr-FR" sz="1400" i="1">
                          <a:latin typeface="Cambria Math" panose="02040503050406030204" pitchFamily="18" charset="0"/>
                        </a:rPr>
                        <m:t>=</m:t>
                      </m:r>
                      <m:func>
                        <m:funcPr>
                          <m:ctrlPr>
                            <a:rPr lang="fr-FR" sz="1400" i="1">
                              <a:latin typeface="Cambria Math" panose="02040503050406030204" pitchFamily="18" charset="0"/>
                            </a:rPr>
                          </m:ctrlPr>
                        </m:funcPr>
                        <m:fName>
                          <m:r>
                            <m:rPr>
                              <m:sty m:val="p"/>
                            </m:rPr>
                            <a:rPr lang="fr-FR" sz="1400" i="1">
                              <a:latin typeface="Cambria Math" panose="02040503050406030204" pitchFamily="18" charset="0"/>
                            </a:rPr>
                            <m:t>tanh</m:t>
                          </m:r>
                        </m:fName>
                        <m:e>
                          <m:d>
                            <m:dPr>
                              <m:ctrlPr>
                                <a:rPr lang="fr-FR" sz="1400" i="1">
                                  <a:latin typeface="Cambria Math" panose="02040503050406030204" pitchFamily="18" charset="0"/>
                                </a:rPr>
                              </m:ctrlPr>
                            </m:dPr>
                            <m:e>
                              <m:r>
                                <a:rPr lang="fr-FR" sz="1400" i="1">
                                  <a:latin typeface="Cambria Math" panose="02040503050406030204" pitchFamily="18" charset="0"/>
                                </a:rPr>
                                <m:t>𝜅</m:t>
                              </m:r>
                              <m:r>
                                <a:rPr lang="fr-FR" sz="1400" i="1">
                                  <a:latin typeface="Cambria Math" panose="02040503050406030204" pitchFamily="18" charset="0"/>
                                </a:rPr>
                                <m:t> </m:t>
                              </m:r>
                              <m:r>
                                <a:rPr lang="fr-FR" sz="1400" i="1">
                                  <a:latin typeface="Cambria Math" panose="02040503050406030204" pitchFamily="18" charset="0"/>
                                </a:rPr>
                                <m:t>𝐶</m:t>
                              </m:r>
                              <m:r>
                                <a:rPr lang="fr-FR" sz="1400" i="1">
                                  <a:latin typeface="Cambria Math" panose="02040503050406030204" pitchFamily="18" charset="0"/>
                                </a:rPr>
                                <m:t> </m:t>
                              </m:r>
                              <m:sSub>
                                <m:sSubPr>
                                  <m:ctrlPr>
                                    <a:rPr lang="fr-FR" sz="1400" i="1">
                                      <a:latin typeface="Cambria Math" panose="02040503050406030204" pitchFamily="18" charset="0"/>
                                    </a:rPr>
                                  </m:ctrlPr>
                                </m:sSubPr>
                                <m:e>
                                  <m:r>
                                    <a:rPr lang="fr-FR" sz="1400" i="1">
                                      <a:latin typeface="Cambria Math" panose="02040503050406030204" pitchFamily="18" charset="0"/>
                                    </a:rPr>
                                    <m:t>𝑥</m:t>
                                  </m:r>
                                </m:e>
                                <m:sub>
                                  <m:r>
                                    <a:rPr lang="fr-FR" sz="1400" i="1">
                                      <a:latin typeface="Cambria Math" panose="02040503050406030204" pitchFamily="18" charset="0"/>
                                    </a:rPr>
                                    <m:t>𝑡</m:t>
                                  </m:r>
                                </m:sub>
                              </m:sSub>
                            </m:e>
                          </m:d>
                        </m:e>
                      </m:func>
                    </m:oMath>
                  </m:oMathPara>
                </a14:m>
                <a:endParaRPr lang="en-IN" sz="1400" dirty="0"/>
              </a:p>
              <a:p>
                <a:pPr algn="ctr"/>
                <a:endParaRPr lang="en-IN" sz="1400" dirty="0"/>
              </a:p>
            </p:txBody>
          </p:sp>
        </mc:Choice>
        <mc:Fallback xmlns="">
          <p:sp>
            <p:nvSpPr>
              <p:cNvPr id="71" name="Rectangle 70">
                <a:extLst>
                  <a:ext uri="{FF2B5EF4-FFF2-40B4-BE49-F238E27FC236}">
                    <a16:creationId xmlns:a16="http://schemas.microsoft.com/office/drawing/2014/main" id="{E525C1F9-1F77-A3B0-5FF6-B23A33639BAD}"/>
                  </a:ext>
                </a:extLst>
              </p:cNvPr>
              <p:cNvSpPr>
                <a:spLocks noRot="1" noChangeAspect="1" noMove="1" noResize="1" noEditPoints="1" noAdjustHandles="1" noChangeArrowheads="1" noChangeShapeType="1" noTextEdit="1"/>
              </p:cNvSpPr>
              <p:nvPr/>
            </p:nvSpPr>
            <p:spPr>
              <a:xfrm>
                <a:off x="9703832" y="4003843"/>
                <a:ext cx="1817100" cy="869229"/>
              </a:xfrm>
              <a:prstGeom prst="rect">
                <a:avLst/>
              </a:prstGeom>
              <a:blipFill>
                <a:blip r:embed="rId13"/>
                <a:stretch>
                  <a:fillRect/>
                </a:stretch>
              </a:blipFill>
              <a:ln>
                <a:noFill/>
              </a:ln>
            </p:spPr>
            <p:txBody>
              <a:bodyPr/>
              <a:lstStyle/>
              <a:p>
                <a:r>
                  <a:rPr lang="en-IN">
                    <a:noFill/>
                  </a:rPr>
                  <a:t> </a:t>
                </a:r>
              </a:p>
            </p:txBody>
          </p:sp>
        </mc:Fallback>
      </mc:AlternateContent>
      <p:sp>
        <p:nvSpPr>
          <p:cNvPr id="72" name="Oval 71">
            <a:extLst>
              <a:ext uri="{FF2B5EF4-FFF2-40B4-BE49-F238E27FC236}">
                <a16:creationId xmlns:a16="http://schemas.microsoft.com/office/drawing/2014/main" id="{02627CCA-F9A2-44CE-6925-3213B080784A}"/>
              </a:ext>
            </a:extLst>
          </p:cNvPr>
          <p:cNvSpPr/>
          <p:nvPr/>
        </p:nvSpPr>
        <p:spPr>
          <a:xfrm>
            <a:off x="10510977" y="3870148"/>
            <a:ext cx="202810" cy="189849"/>
          </a:xfrm>
          <a:prstGeom prst="ellipse">
            <a:avLst/>
          </a:prstGeom>
          <a:solidFill>
            <a:schemeClr val="bg2"/>
          </a:solidFill>
          <a:ln>
            <a:solidFill>
              <a:schemeClr val="accent2">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73" name="Plus Sign 72">
            <a:extLst>
              <a:ext uri="{FF2B5EF4-FFF2-40B4-BE49-F238E27FC236}">
                <a16:creationId xmlns:a16="http://schemas.microsoft.com/office/drawing/2014/main" id="{C60B0A1C-359C-7154-66FD-4DE299367DFE}"/>
              </a:ext>
            </a:extLst>
          </p:cNvPr>
          <p:cNvSpPr/>
          <p:nvPr/>
        </p:nvSpPr>
        <p:spPr>
          <a:xfrm>
            <a:off x="10547200" y="3910050"/>
            <a:ext cx="130364" cy="124396"/>
          </a:xfrm>
          <a:prstGeom prst="mathPlus">
            <a:avLst/>
          </a:prstGeom>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TextBox 129">
            <a:extLst>
              <a:ext uri="{FF2B5EF4-FFF2-40B4-BE49-F238E27FC236}">
                <a16:creationId xmlns:a16="http://schemas.microsoft.com/office/drawing/2014/main" id="{62BD0B37-2C46-A80F-2479-135712CFD0FA}"/>
              </a:ext>
            </a:extLst>
          </p:cNvPr>
          <p:cNvSpPr txBox="1"/>
          <p:nvPr/>
        </p:nvSpPr>
        <p:spPr>
          <a:xfrm>
            <a:off x="1030376" y="5527947"/>
            <a:ext cx="9683411" cy="646331"/>
          </a:xfrm>
          <a:prstGeom prst="rect">
            <a:avLst/>
          </a:prstGeom>
          <a:noFill/>
        </p:spPr>
        <p:txBody>
          <a:bodyPr wrap="square" rtlCol="0">
            <a:spAutoFit/>
          </a:bodyPr>
          <a:lstStyle/>
          <a:p>
            <a:pPr lvl="1" algn="ctr"/>
            <a:r>
              <a:rPr lang="en-US" dirty="0">
                <a:solidFill>
                  <a:schemeClr val="bg1"/>
                </a:solidFill>
              </a:rPr>
              <a:t>What happens if we bias the action space to be grounded in </a:t>
            </a:r>
            <a:r>
              <a:rPr lang="en-US" b="1" dirty="0">
                <a:solidFill>
                  <a:schemeClr val="bg1"/>
                </a:solidFill>
              </a:rPr>
              <a:t>recorded human muscle </a:t>
            </a:r>
          </a:p>
          <a:p>
            <a:pPr lvl="1" algn="ctr"/>
            <a:r>
              <a:rPr lang="en-US" b="1" dirty="0">
                <a:solidFill>
                  <a:schemeClr val="bg1"/>
                </a:solidFill>
              </a:rPr>
              <a:t>  activity</a:t>
            </a:r>
            <a:r>
              <a:rPr lang="en-US" dirty="0">
                <a:solidFill>
                  <a:schemeClr val="bg1"/>
                </a:solidFill>
              </a:rPr>
              <a:t>, rather than discovered from the body's own physics alone?</a:t>
            </a:r>
            <a:endParaRPr lang="en-IN" dirty="0">
              <a:solidFill>
                <a:schemeClr val="bg1"/>
              </a:solidFill>
            </a:endParaRPr>
          </a:p>
        </p:txBody>
      </p:sp>
      <p:cxnSp>
        <p:nvCxnSpPr>
          <p:cNvPr id="134" name="Straight Arrow Connector 133">
            <a:extLst>
              <a:ext uri="{FF2B5EF4-FFF2-40B4-BE49-F238E27FC236}">
                <a16:creationId xmlns:a16="http://schemas.microsoft.com/office/drawing/2014/main" id="{099F7126-921B-388E-ACB7-1FD096F7A3A0}"/>
              </a:ext>
            </a:extLst>
          </p:cNvPr>
          <p:cNvCxnSpPr>
            <a:cxnSpLocks/>
          </p:cNvCxnSpPr>
          <p:nvPr/>
        </p:nvCxnSpPr>
        <p:spPr>
          <a:xfrm>
            <a:off x="10276375" y="2764653"/>
            <a:ext cx="0" cy="331191"/>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40" name="Rectangle 139">
            <a:extLst>
              <a:ext uri="{FF2B5EF4-FFF2-40B4-BE49-F238E27FC236}">
                <a16:creationId xmlns:a16="http://schemas.microsoft.com/office/drawing/2014/main" id="{F68499ED-4439-3A8F-8607-66B85A36A341}"/>
              </a:ext>
            </a:extLst>
          </p:cNvPr>
          <p:cNvSpPr/>
          <p:nvPr/>
        </p:nvSpPr>
        <p:spPr>
          <a:xfrm>
            <a:off x="7370215" y="2040340"/>
            <a:ext cx="2660813" cy="317817"/>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 Controller</a:t>
            </a:r>
          </a:p>
        </p:txBody>
      </p:sp>
    </p:spTree>
    <p:extLst>
      <p:ext uri="{BB962C8B-B14F-4D97-AF65-F5344CB8AC3E}">
        <p14:creationId xmlns:p14="http://schemas.microsoft.com/office/powerpoint/2010/main" val="20156598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D796A-540A-4FD8-4FCF-3DBE20F76E08}"/>
              </a:ext>
            </a:extLst>
          </p:cNvPr>
          <p:cNvSpPr>
            <a:spLocks noGrp="1"/>
          </p:cNvSpPr>
          <p:nvPr>
            <p:ph type="title"/>
          </p:nvPr>
        </p:nvSpPr>
        <p:spPr/>
        <p:txBody>
          <a:bodyPr/>
          <a:lstStyle/>
          <a:p>
            <a:r>
              <a:rPr lang="en-IN" b="1" dirty="0">
                <a:solidFill>
                  <a:srgbClr val="00B0F0"/>
                </a:solidFill>
              </a:rPr>
              <a:t>EMG as a Latent Action Prior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99E802-B695-3FBE-DD87-3CBB75AB5E57}"/>
                  </a:ext>
                </a:extLst>
              </p:cNvPr>
              <p:cNvSpPr>
                <a:spLocks noGrp="1"/>
              </p:cNvSpPr>
              <p:nvPr>
                <p:ph idx="1"/>
              </p:nvPr>
            </p:nvSpPr>
            <p:spPr>
              <a:xfrm>
                <a:off x="723900" y="2416175"/>
                <a:ext cx="5372100" cy="2765425"/>
              </a:xfrm>
            </p:spPr>
            <p:txBody>
              <a:bodyPr>
                <a:noAutofit/>
              </a:bodyPr>
              <a:lstStyle/>
              <a:p>
                <a:r>
                  <a:rPr lang="en-US" sz="2000" b="1" dirty="0">
                    <a:solidFill>
                      <a:schemeClr val="accent1">
                        <a:lumMod val="60000"/>
                        <a:lumOff val="40000"/>
                      </a:schemeClr>
                    </a:solidFill>
                  </a:rPr>
                  <a:t>Autoencoder</a:t>
                </a:r>
                <a:r>
                  <a:rPr lang="en-US" sz="2000" dirty="0">
                    <a:solidFill>
                      <a:schemeClr val="bg1"/>
                    </a:solidFill>
                  </a:rPr>
                  <a:t> learns muscle synergies.</a:t>
                </a:r>
              </a:p>
              <a:p>
                <a:r>
                  <a:rPr lang="en-US" sz="2000" dirty="0">
                    <a:solidFill>
                      <a:schemeClr val="bg1"/>
                    </a:solidFill>
                  </a:rPr>
                  <a:t>Handful of shared activation patterns explain most of the variance in muscle activity.</a:t>
                </a:r>
              </a:p>
              <a:p>
                <a:r>
                  <a:rPr lang="en-US" sz="2000" dirty="0">
                    <a:solidFill>
                      <a:schemeClr val="bg1"/>
                    </a:solidFill>
                  </a:rPr>
                  <a:t>We introduce the trained decoder as the prior, which serves as an</a:t>
                </a:r>
                <a:r>
                  <a:rPr lang="en-US" sz="2000" b="1" dirty="0">
                    <a:solidFill>
                      <a:schemeClr val="bg1"/>
                    </a:solidFill>
                  </a:rPr>
                  <a:t> inductive bias </a:t>
                </a:r>
                <a:r>
                  <a:rPr lang="en-US" sz="2000" dirty="0">
                    <a:solidFill>
                      <a:schemeClr val="bg1"/>
                    </a:solidFill>
                  </a:rPr>
                  <a:t>on the action space.</a:t>
                </a:r>
              </a:p>
              <a:p>
                <a:r>
                  <a:rPr lang="en-US" sz="2000" dirty="0">
                    <a:solidFill>
                      <a:schemeClr val="bg1"/>
                    </a:solidFill>
                  </a:rPr>
                  <a:t>Locked at </a:t>
                </a:r>
                <a14:m>
                  <m:oMath xmlns:m="http://schemas.openxmlformats.org/officeDocument/2006/math">
                    <m:r>
                      <a:rPr lang="en-IN" sz="2000" i="1">
                        <a:solidFill>
                          <a:schemeClr val="bg1"/>
                        </a:solidFill>
                        <a:latin typeface="Cambria Math" panose="02040503050406030204" pitchFamily="18" charset="0"/>
                      </a:rPr>
                      <m:t>𝑘</m:t>
                    </m:r>
                    <m:r>
                      <a:rPr lang="en-IN" sz="2000" b="0" i="1" smtClean="0">
                        <a:solidFill>
                          <a:schemeClr val="bg1"/>
                        </a:solidFill>
                        <a:latin typeface="Cambria Math" panose="02040503050406030204" pitchFamily="18" charset="0"/>
                      </a:rPr>
                      <m:t>=6</m:t>
                    </m:r>
                  </m:oMath>
                </a14:m>
                <a:r>
                  <a:rPr lang="en-US" sz="2000" dirty="0">
                    <a:solidFill>
                      <a:schemeClr val="bg1"/>
                    </a:solidFill>
                  </a:rPr>
                  <a:t> synergies to reconstruct </a:t>
                </a:r>
                <a14:m>
                  <m:oMath xmlns:m="http://schemas.openxmlformats.org/officeDocument/2006/math">
                    <m:r>
                      <a:rPr lang="en-IN" sz="2000" b="0" i="0" smtClean="0">
                        <a:solidFill>
                          <a:schemeClr val="bg1"/>
                        </a:solidFill>
                        <a:latin typeface="Cambria Math" panose="02040503050406030204" pitchFamily="18" charset="0"/>
                      </a:rPr>
                      <m:t>11</m:t>
                    </m:r>
                  </m:oMath>
                </a14:m>
                <a:r>
                  <a:rPr lang="en-US" sz="2000" dirty="0">
                    <a:solidFill>
                      <a:schemeClr val="bg1"/>
                    </a:solidFill>
                  </a:rPr>
                  <a:t> muscles.</a:t>
                </a:r>
              </a:p>
            </p:txBody>
          </p:sp>
        </mc:Choice>
        <mc:Fallback xmlns="">
          <p:sp>
            <p:nvSpPr>
              <p:cNvPr id="3" name="Content Placeholder 2">
                <a:extLst>
                  <a:ext uri="{FF2B5EF4-FFF2-40B4-BE49-F238E27FC236}">
                    <a16:creationId xmlns:a16="http://schemas.microsoft.com/office/drawing/2014/main" id="{3599E802-B695-3FBE-DD87-3CBB75AB5E57}"/>
                  </a:ext>
                </a:extLst>
              </p:cNvPr>
              <p:cNvSpPr>
                <a:spLocks noGrp="1" noRot="1" noChangeAspect="1" noMove="1" noResize="1" noEditPoints="1" noAdjustHandles="1" noChangeArrowheads="1" noChangeShapeType="1" noTextEdit="1"/>
              </p:cNvSpPr>
              <p:nvPr>
                <p:ph idx="1"/>
              </p:nvPr>
            </p:nvSpPr>
            <p:spPr>
              <a:xfrm>
                <a:off x="723900" y="2416175"/>
                <a:ext cx="5372100" cy="2765425"/>
              </a:xfrm>
              <a:blipFill>
                <a:blip r:embed="rId3"/>
                <a:stretch>
                  <a:fillRect l="-1022" t="-1982" r="-1135" b="-441"/>
                </a:stretch>
              </a:blipFill>
            </p:spPr>
            <p:txBody>
              <a:bodyPr/>
              <a:lstStyle/>
              <a:p>
                <a:r>
                  <a:rPr lang="en-IN">
                    <a:noFill/>
                  </a:rPr>
                  <a:t> </a:t>
                </a:r>
              </a:p>
            </p:txBody>
          </p:sp>
        </mc:Fallback>
      </mc:AlternateContent>
      <p:grpSp>
        <p:nvGrpSpPr>
          <p:cNvPr id="4" name="Group 3">
            <a:extLst>
              <a:ext uri="{FF2B5EF4-FFF2-40B4-BE49-F238E27FC236}">
                <a16:creationId xmlns:a16="http://schemas.microsoft.com/office/drawing/2014/main" id="{1E497685-1672-3D84-20B4-9BF7FFBA9882}"/>
              </a:ext>
            </a:extLst>
          </p:cNvPr>
          <p:cNvGrpSpPr/>
          <p:nvPr/>
        </p:nvGrpSpPr>
        <p:grpSpPr>
          <a:xfrm>
            <a:off x="6349717" y="1972452"/>
            <a:ext cx="5281173" cy="3866373"/>
            <a:chOff x="6349717" y="1972452"/>
            <a:chExt cx="5281173" cy="3866373"/>
          </a:xfrm>
        </p:grpSpPr>
        <p:pic>
          <p:nvPicPr>
            <p:cNvPr id="9" name="Picture 8">
              <a:extLst>
                <a:ext uri="{FF2B5EF4-FFF2-40B4-BE49-F238E27FC236}">
                  <a16:creationId xmlns:a16="http://schemas.microsoft.com/office/drawing/2014/main" id="{7E308B23-2393-0186-1201-0382FF12A469}"/>
                </a:ext>
              </a:extLst>
            </p:cNvPr>
            <p:cNvPicPr>
              <a:picLocks noChangeAspect="1"/>
            </p:cNvPicPr>
            <p:nvPr/>
          </p:nvPicPr>
          <p:blipFill>
            <a:blip r:embed="rId4"/>
            <a:stretch>
              <a:fillRect/>
            </a:stretch>
          </p:blipFill>
          <p:spPr>
            <a:xfrm>
              <a:off x="6349717" y="1972452"/>
              <a:ext cx="5281173" cy="3866373"/>
            </a:xfrm>
            <a:prstGeom prst="rect">
              <a:avLst/>
            </a:prstGeom>
          </p:spPr>
        </p:pic>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01566911-5878-BDEF-FA1D-44469E9FF880}"/>
                    </a:ext>
                  </a:extLst>
                </p:cNvPr>
                <p:cNvSpPr/>
                <p:nvPr/>
              </p:nvSpPr>
              <p:spPr>
                <a:xfrm>
                  <a:off x="6349717" y="2948781"/>
                  <a:ext cx="442451" cy="12192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p>
                          <m:sSupPr>
                            <m:ctrlPr>
                              <a:rPr lang="en-IN" b="0" i="1" smtClean="0">
                                <a:latin typeface="Cambria Math" panose="02040503050406030204" pitchFamily="18" charset="0"/>
                              </a:rPr>
                            </m:ctrlPr>
                          </m:sSupPr>
                          <m:e>
                            <m:r>
                              <a:rPr lang="en-IN" b="0" i="1" smtClean="0">
                                <a:latin typeface="Cambria Math" panose="02040503050406030204" pitchFamily="18" charset="0"/>
                              </a:rPr>
                              <m:t>𝑅</m:t>
                            </m:r>
                          </m:e>
                          <m:sup>
                            <m:r>
                              <a:rPr lang="en-IN" b="0" i="1" smtClean="0">
                                <a:latin typeface="Cambria Math" panose="02040503050406030204" pitchFamily="18" charset="0"/>
                              </a:rPr>
                              <m:t>2</m:t>
                            </m:r>
                          </m:sup>
                        </m:sSup>
                      </m:oMath>
                    </m:oMathPara>
                  </a14:m>
                  <a:endParaRPr lang="en-IN" dirty="0"/>
                </a:p>
              </p:txBody>
            </p:sp>
          </mc:Choice>
          <mc:Fallback xmlns="">
            <p:sp>
              <p:nvSpPr>
                <p:cNvPr id="11" name="Rectangle 10">
                  <a:extLst>
                    <a:ext uri="{FF2B5EF4-FFF2-40B4-BE49-F238E27FC236}">
                      <a16:creationId xmlns:a16="http://schemas.microsoft.com/office/drawing/2014/main" id="{01566911-5878-BDEF-FA1D-44469E9FF880}"/>
                    </a:ext>
                  </a:extLst>
                </p:cNvPr>
                <p:cNvSpPr>
                  <a:spLocks noRot="1" noChangeAspect="1" noMove="1" noResize="1" noEditPoints="1" noAdjustHandles="1" noChangeArrowheads="1" noChangeShapeType="1" noTextEdit="1"/>
                </p:cNvSpPr>
                <p:nvPr/>
              </p:nvSpPr>
              <p:spPr>
                <a:xfrm>
                  <a:off x="6349717" y="2948781"/>
                  <a:ext cx="442451" cy="1219200"/>
                </a:xfrm>
                <a:prstGeom prst="rect">
                  <a:avLst/>
                </a:prstGeom>
                <a:blipFill>
                  <a:blip r:embed="rId5"/>
                  <a:stretch>
                    <a:fillRect l="-2667"/>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7AA6672-AA36-FFFB-9BC3-D7C026B172FE}"/>
                    </a:ext>
                  </a:extLst>
                </p:cNvPr>
                <p:cNvSpPr txBox="1"/>
                <p:nvPr/>
              </p:nvSpPr>
              <p:spPr>
                <a:xfrm>
                  <a:off x="7778843" y="5390458"/>
                  <a:ext cx="2816352" cy="369332"/>
                </a:xfrm>
                <a:prstGeom prst="rect">
                  <a:avLst/>
                </a:prstGeom>
                <a:solidFill>
                  <a:schemeClr val="tx1"/>
                </a:solidFill>
                <a:ln>
                  <a:solidFill>
                    <a:schemeClr val="tx1"/>
                  </a:solidFill>
                </a:ln>
              </p:spPr>
              <p:txBody>
                <a:bodyPr wrap="square" rtlCol="0">
                  <a:spAutoFit/>
                </a:bodyPr>
                <a:lstStyle/>
                <a:p>
                  <a:pPr/>
                  <a14:m>
                    <m:oMathPara xmlns:m="http://schemas.openxmlformats.org/officeDocument/2006/math">
                      <m:oMath>
                        <m:r>
                          <a:rPr lang="en-IN" b="0" i="1" smtClean="0">
                            <a:solidFill>
                              <a:schemeClr val="bg1"/>
                            </a:solidFill>
                            <a:latin typeface="Cambria Math" panose="02040503050406030204" pitchFamily="18" charset="0"/>
                          </a:rPr>
                          <m:t>𝑘</m:t>
                        </m:r>
                      </m:oMath>
                    </m:oMathPara>
                  </a14:m>
                  <a:endParaRPr lang="en-IN" dirty="0">
                    <a:solidFill>
                      <a:schemeClr val="bg1"/>
                    </a:solidFill>
                  </a:endParaRPr>
                </a:p>
              </p:txBody>
            </p:sp>
          </mc:Choice>
          <mc:Fallback xmlns="">
            <p:sp>
              <p:nvSpPr>
                <p:cNvPr id="13" name="TextBox 12">
                  <a:extLst>
                    <a:ext uri="{FF2B5EF4-FFF2-40B4-BE49-F238E27FC236}">
                      <a16:creationId xmlns:a16="http://schemas.microsoft.com/office/drawing/2014/main" id="{C7AA6672-AA36-FFFB-9BC3-D7C026B172FE}"/>
                    </a:ext>
                  </a:extLst>
                </p:cNvPr>
                <p:cNvSpPr txBox="1">
                  <a:spLocks noRot="1" noChangeAspect="1" noMove="1" noResize="1" noEditPoints="1" noAdjustHandles="1" noChangeArrowheads="1" noChangeShapeType="1" noTextEdit="1"/>
                </p:cNvSpPr>
                <p:nvPr/>
              </p:nvSpPr>
              <p:spPr>
                <a:xfrm>
                  <a:off x="7778843" y="5390458"/>
                  <a:ext cx="2816352" cy="369332"/>
                </a:xfrm>
                <a:prstGeom prst="rect">
                  <a:avLst/>
                </a:prstGeom>
                <a:blipFill>
                  <a:blip r:embed="rId6"/>
                  <a:stretch>
                    <a:fillRect/>
                  </a:stretch>
                </a:blipFill>
                <a:ln>
                  <a:solidFill>
                    <a:schemeClr val="tx1"/>
                  </a:solidFill>
                </a:ln>
              </p:spPr>
              <p:txBody>
                <a:bodyPr/>
                <a:lstStyle/>
                <a:p>
                  <a:r>
                    <a:rPr lang="en-IN">
                      <a:noFill/>
                    </a:rPr>
                    <a:t> </a:t>
                  </a:r>
                </a:p>
              </p:txBody>
            </p:sp>
          </mc:Fallback>
        </mc:AlternateContent>
      </p:grpSp>
      <p:sp>
        <p:nvSpPr>
          <p:cNvPr id="15" name="TextBox 14">
            <a:extLst>
              <a:ext uri="{FF2B5EF4-FFF2-40B4-BE49-F238E27FC236}">
                <a16:creationId xmlns:a16="http://schemas.microsoft.com/office/drawing/2014/main" id="{E3110A1F-E407-3E6F-600C-D96B1E15D9AE}"/>
              </a:ext>
            </a:extLst>
          </p:cNvPr>
          <p:cNvSpPr txBox="1"/>
          <p:nvPr/>
        </p:nvSpPr>
        <p:spPr>
          <a:xfrm>
            <a:off x="-1" y="6492875"/>
            <a:ext cx="10381129" cy="261610"/>
          </a:xfrm>
          <a:prstGeom prst="rect">
            <a:avLst/>
          </a:prstGeom>
          <a:noFill/>
        </p:spPr>
        <p:txBody>
          <a:bodyPr wrap="square">
            <a:spAutoFit/>
          </a:bodyPr>
          <a:lstStyle/>
          <a:p>
            <a:r>
              <a:rPr lang="en-IN" sz="1100" dirty="0">
                <a:solidFill>
                  <a:schemeClr val="bg1"/>
                </a:solidFill>
              </a:rPr>
              <a:t>[1] </a:t>
            </a:r>
            <a:r>
              <a:rPr lang="en-IN" sz="1100" i="1" dirty="0" err="1">
                <a:solidFill>
                  <a:schemeClr val="bg1"/>
                </a:solidFill>
              </a:rPr>
              <a:t>Spüler</a:t>
            </a:r>
            <a:r>
              <a:rPr lang="en-IN" sz="1100" i="1" dirty="0">
                <a:solidFill>
                  <a:schemeClr val="bg1"/>
                </a:solidFill>
              </a:rPr>
              <a:t> et al. (2016). Extracting Muscle Synergy Patterns from EMG Data Using Autoencoders. ICANN 2016, LNCS,  pp. 47–54. doi:10.1007/978-3-319-44781-0_6</a:t>
            </a:r>
          </a:p>
        </p:txBody>
      </p:sp>
    </p:spTree>
    <p:extLst>
      <p:ext uri="{BB962C8B-B14F-4D97-AF65-F5344CB8AC3E}">
        <p14:creationId xmlns:p14="http://schemas.microsoft.com/office/powerpoint/2010/main" val="30460745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39603</TotalTime>
  <Words>5165</Words>
  <Application>Microsoft Office PowerPoint</Application>
  <PresentationFormat>Widescreen</PresentationFormat>
  <Paragraphs>638</Paragraphs>
  <Slides>33</Slides>
  <Notes>28</Notes>
  <HiddenSlides>10</HiddenSlides>
  <MMClips>13</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Aptos</vt:lpstr>
      <vt:lpstr>Aptos Display</vt:lpstr>
      <vt:lpstr>Arial</vt:lpstr>
      <vt:lpstr>Arial Rounded MT Bold</vt:lpstr>
      <vt:lpstr>Cambria Math</vt:lpstr>
      <vt:lpstr>Candara</vt:lpstr>
      <vt:lpstr>Office Theme</vt:lpstr>
      <vt:lpstr>Humanoid Locomotion via EMG Latent Action Priors with Muscle Synergies</vt:lpstr>
      <vt:lpstr>Motivation</vt:lpstr>
      <vt:lpstr>Control in Musculoskeletal Systems </vt:lpstr>
      <vt:lpstr>Electromyography (EMG) Muscle activity during gait</vt:lpstr>
      <vt:lpstr>Methods EMG Prior</vt:lpstr>
      <vt:lpstr>EMG Prior Dataset</vt:lpstr>
      <vt:lpstr>EMG Prior Autoencoder</vt:lpstr>
      <vt:lpstr>EMG Prior Policy</vt:lpstr>
      <vt:lpstr>SCONE Models Not all models have the same 11 actuators per leg!</vt:lpstr>
      <vt:lpstr>Comparison conditions</vt:lpstr>
      <vt:lpstr>Results Reinforcement learning performance</vt:lpstr>
      <vt:lpstr>Test Performance H0918</vt:lpstr>
      <vt:lpstr>Test Performance</vt:lpstr>
      <vt:lpstr>Results Biomechanical Fidelity</vt:lpstr>
      <vt:lpstr>Kinematics – H0918 Prior + ω=0.5 significantly improves hip and ankle kinematics</vt:lpstr>
      <vt:lpstr>Kinematics – H1622, H2190 Prior + ω=0.5 for overall win; Prior + ω=0.1 improves ankle kinematics here</vt:lpstr>
      <vt:lpstr>Kinetics – H0918 Prior + ω=0.5 performs competitively </vt:lpstr>
      <vt:lpstr>Kinetics – H1622, H2190 Prior + ω=0.5 performs well overall</vt:lpstr>
      <vt:lpstr>Test Effort Prior variants with roughly 10-15% lesser effort </vt:lpstr>
      <vt:lpstr>Mus</vt:lpstr>
      <vt:lpstr>Conclusion</vt:lpstr>
      <vt:lpstr>Limitations/Future Work</vt:lpstr>
      <vt:lpstr>Thanks for your time.  Questions?</vt:lpstr>
      <vt:lpstr>Supplementary</vt:lpstr>
      <vt:lpstr>Test Performance H1622</vt:lpstr>
      <vt:lpstr>   Test Performance H2190</vt:lpstr>
      <vt:lpstr>Full Rewards</vt:lpstr>
      <vt:lpstr>Torso Oscillations Prior variants (except for w=0) perform equally well in all bodies</vt:lpstr>
      <vt:lpstr>Kinematics H0918 Full</vt:lpstr>
      <vt:lpstr>H0918</vt:lpstr>
      <vt:lpstr>PowerPoint Presentation</vt:lpstr>
      <vt:lpstr>Training Locomotion Policies SOTA Baselines</vt:lpstr>
      <vt:lpstr>EMG as a Latent Action Prior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Lalitha Sivakumar</dc:creator>
  <cp:lastModifiedBy>Lalitha Sivakumar</cp:lastModifiedBy>
  <cp:revision>2</cp:revision>
  <dcterms:created xsi:type="dcterms:W3CDTF">2025-11-23T09:33:46Z</dcterms:created>
  <dcterms:modified xsi:type="dcterms:W3CDTF">2026-09-27T16:40:46Z</dcterms:modified>
</cp:coreProperties>
</file>